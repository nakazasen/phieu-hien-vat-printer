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4"/>
    <p:sldMasterId id="2147483906" r:id="rId5"/>
  </p:sldMasterIdLst>
  <p:notesMasterIdLst>
    <p:notesMasterId r:id="rId23"/>
  </p:notesMasterIdLst>
  <p:handoutMasterIdLst>
    <p:handoutMasterId r:id="rId24"/>
  </p:handoutMasterIdLst>
  <p:sldIdLst>
    <p:sldId id="701" r:id="rId6"/>
    <p:sldId id="2146847453" r:id="rId7"/>
    <p:sldId id="1018" r:id="rId8"/>
    <p:sldId id="715" r:id="rId9"/>
    <p:sldId id="2146847454" r:id="rId10"/>
    <p:sldId id="1003" r:id="rId11"/>
    <p:sldId id="2146847452" r:id="rId12"/>
    <p:sldId id="1008" r:id="rId13"/>
    <p:sldId id="1010" r:id="rId14"/>
    <p:sldId id="1015" r:id="rId15"/>
    <p:sldId id="895" r:id="rId16"/>
    <p:sldId id="2146847448" r:id="rId17"/>
    <p:sldId id="1001" r:id="rId18"/>
    <p:sldId id="707" r:id="rId19"/>
    <p:sldId id="2146847449" r:id="rId20"/>
    <p:sldId id="1017" r:id="rId21"/>
    <p:sldId id="1014" r:id="rId22"/>
  </p:sldIdLst>
  <p:sldSz cx="9144000" cy="5143500" type="screen16x9"/>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pos="1360" userDrawn="1">
          <p15:clr>
            <a:srgbClr val="A4A3A4"/>
          </p15:clr>
        </p15:guide>
        <p15:guide id="5" orient="horz" pos="327" userDrawn="1">
          <p15:clr>
            <a:srgbClr val="A4A3A4"/>
          </p15:clr>
        </p15:guide>
        <p15:guide id="7" orient="horz" pos="3861" userDrawn="1">
          <p15:clr>
            <a:srgbClr val="A4A3A4"/>
          </p15:clr>
        </p15:guide>
        <p15:guide id="8" pos="5624" userDrawn="1">
          <p15:clr>
            <a:srgbClr val="A4A3A4"/>
          </p15:clr>
        </p15:guide>
        <p15:guide id="10" pos="249" userDrawn="1">
          <p15:clr>
            <a:srgbClr val="A4A3A4"/>
          </p15:clr>
        </p15:guide>
        <p15:guide id="11" orient="horz" pos="418" userDrawn="1">
          <p15:clr>
            <a:srgbClr val="A4A3A4"/>
          </p15:clr>
        </p15:guide>
        <p15:guide id="12" pos="5511" userDrawn="1">
          <p15:clr>
            <a:srgbClr val="A4A3A4"/>
          </p15:clr>
        </p15:guide>
        <p15:guide id="13" orient="horz" pos="237" userDrawn="1">
          <p15:clr>
            <a:srgbClr val="A4A3A4"/>
          </p15:clr>
        </p15:guide>
        <p15:guide id="14" orient="horz" pos="2845" userDrawn="1">
          <p15:clr>
            <a:srgbClr val="A4A3A4"/>
          </p15:clr>
        </p15:guide>
        <p15:guide id="16" orient="horz" pos="599"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A436B2F-A05E-BCD8-D442-A5743723E503}" name="Miyamoto，Kazuki(宮本和紀)" initials="和宮" userId="S::kazuki.miyamoto@dc.kyocera.com::72e6dc28-1f79-4bc2-89f1-9a988da48fa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4497"/>
    <a:srgbClr val="0095D8"/>
    <a:srgbClr val="FFFFFF"/>
    <a:srgbClr val="6E3CBE"/>
    <a:srgbClr val="FFCD2F"/>
    <a:srgbClr val="D6F3CF"/>
    <a:srgbClr val="F0F7E5"/>
    <a:srgbClr val="CC3300"/>
    <a:srgbClr val="D9D9D9"/>
    <a:srgbClr val="01A7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572CB0-0852-4794-8501-E878A905A80C}" v="2" dt="2026-06-05T09:36:31.426"/>
  </p1510:revLst>
</p1510:revInfo>
</file>

<file path=ppt/tableStyles.xml><?xml version="1.0" encoding="utf-8"?>
<a:tblStyleLst xmlns:a="http://schemas.openxmlformats.org/drawingml/2006/main" def="{5C22544A-7EE6-4342-B048-85BDC9FD1C3A}">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中間スタイル 3 - アクセント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21" autoAdjust="0"/>
    <p:restoredTop sz="88085" autoAdjust="0"/>
  </p:normalViewPr>
  <p:slideViewPr>
    <p:cSldViewPr snapToGrid="0">
      <p:cViewPr>
        <p:scale>
          <a:sx n="66" d="100"/>
          <a:sy n="66" d="100"/>
        </p:scale>
        <p:origin x="1424" y="576"/>
      </p:cViewPr>
      <p:guideLst>
        <p:guide pos="2880"/>
        <p:guide pos="1360"/>
        <p:guide orient="horz" pos="327"/>
        <p:guide orient="horz" pos="3861"/>
        <p:guide pos="5624"/>
        <p:guide pos="249"/>
        <p:guide orient="horz" pos="418"/>
        <p:guide pos="5511"/>
        <p:guide orient="horz" pos="237"/>
        <p:guide orient="horz" pos="2845"/>
        <p:guide orient="horz" pos="599"/>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79" d="100"/>
          <a:sy n="79" d="100"/>
        </p:scale>
        <p:origin x="396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to，Tsubasa(後藤翼)" userId="0426c193-8e10-4c49-9ea7-052143a31473" providerId="ADAL" clId="{E96C62C8-B31D-4A4B-AF67-1B34E2670B9C}"/>
    <pc:docChg chg="modSld">
      <pc:chgData name="Goto，Tsubasa(後藤翼)" userId="0426c193-8e10-4c49-9ea7-052143a31473" providerId="ADAL" clId="{E96C62C8-B31D-4A4B-AF67-1B34E2670B9C}" dt="2026-06-05T09:36:34.314" v="3" actId="1076"/>
      <pc:docMkLst>
        <pc:docMk/>
      </pc:docMkLst>
      <pc:sldChg chg="addSp modSp mod">
        <pc:chgData name="Goto，Tsubasa(後藤翼)" userId="0426c193-8e10-4c49-9ea7-052143a31473" providerId="ADAL" clId="{E96C62C8-B31D-4A4B-AF67-1B34E2670B9C}" dt="2026-06-05T09:36:34.314" v="3" actId="1076"/>
        <pc:sldMkLst>
          <pc:docMk/>
          <pc:sldMk cId="3296740573" sldId="707"/>
        </pc:sldMkLst>
        <pc:spChg chg="mod">
          <ac:chgData name="Goto，Tsubasa(後藤翼)" userId="0426c193-8e10-4c49-9ea7-052143a31473" providerId="ADAL" clId="{E96C62C8-B31D-4A4B-AF67-1B34E2670B9C}" dt="2026-06-05T09:36:34.314" v="3" actId="1076"/>
          <ac:spMkLst>
            <pc:docMk/>
            <pc:sldMk cId="3296740573" sldId="707"/>
            <ac:spMk id="9" creationId="{00000000-0000-0000-0000-000000000000}"/>
          </ac:spMkLst>
        </pc:spChg>
        <pc:spChg chg="mod">
          <ac:chgData name="Goto，Tsubasa(後藤翼)" userId="0426c193-8e10-4c49-9ea7-052143a31473" providerId="ADAL" clId="{E96C62C8-B31D-4A4B-AF67-1B34E2670B9C}" dt="2026-06-05T09:36:34.314" v="3" actId="1076"/>
          <ac:spMkLst>
            <pc:docMk/>
            <pc:sldMk cId="3296740573" sldId="707"/>
            <ac:spMk id="10" creationId="{00000000-0000-0000-0000-000000000000}"/>
          </ac:spMkLst>
        </pc:spChg>
        <pc:spChg chg="add mod">
          <ac:chgData name="Goto，Tsubasa(後藤翼)" userId="0426c193-8e10-4c49-9ea7-052143a31473" providerId="ADAL" clId="{E96C62C8-B31D-4A4B-AF67-1B34E2670B9C}" dt="2026-06-05T09:36:31.426" v="2" actId="571"/>
          <ac:spMkLst>
            <pc:docMk/>
            <pc:sldMk cId="3296740573" sldId="707"/>
            <ac:spMk id="11" creationId="{C66EFE7F-866E-1B61-4F3D-D0EB79595BD4}"/>
          </ac:spMkLst>
        </pc:spChg>
        <pc:spChg chg="add mod">
          <ac:chgData name="Goto，Tsubasa(後藤翼)" userId="0426c193-8e10-4c49-9ea7-052143a31473" providerId="ADAL" clId="{E96C62C8-B31D-4A4B-AF67-1B34E2670B9C}" dt="2026-06-05T09:36:31.426" v="2" actId="571"/>
          <ac:spMkLst>
            <pc:docMk/>
            <pc:sldMk cId="3296740573" sldId="707"/>
            <ac:spMk id="12" creationId="{5869149A-61CA-F04C-A092-32742D13FF55}"/>
          </ac:spMkLst>
        </pc:spChg>
      </pc:sldChg>
      <pc:sldChg chg="modSp mod">
        <pc:chgData name="Goto，Tsubasa(後藤翼)" userId="0426c193-8e10-4c49-9ea7-052143a31473" providerId="ADAL" clId="{E96C62C8-B31D-4A4B-AF67-1B34E2670B9C}" dt="2026-06-05T08:51:48.439" v="0" actId="1076"/>
        <pc:sldMkLst>
          <pc:docMk/>
          <pc:sldMk cId="4204115076" sldId="1014"/>
        </pc:sldMkLst>
        <pc:picChg chg="mod">
          <ac:chgData name="Goto，Tsubasa(後藤翼)" userId="0426c193-8e10-4c49-9ea7-052143a31473" providerId="ADAL" clId="{E96C62C8-B31D-4A4B-AF67-1B34E2670B9C}" dt="2026-06-05T08:51:48.439" v="0" actId="1076"/>
          <ac:picMkLst>
            <pc:docMk/>
            <pc:sldMk cId="4204115076" sldId="1014"/>
            <ac:picMk id="11" creationId="{00000000-0008-0000-0100-000004000000}"/>
          </ac:picMkLst>
        </pc:picChg>
        <pc:picChg chg="mod">
          <ac:chgData name="Goto，Tsubasa(後藤翼)" userId="0426c193-8e10-4c49-9ea7-052143a31473" providerId="ADAL" clId="{E96C62C8-B31D-4A4B-AF67-1B34E2670B9C}" dt="2026-06-05T08:51:48.439" v="0" actId="1076"/>
          <ac:picMkLst>
            <pc:docMk/>
            <pc:sldMk cId="4204115076" sldId="1014"/>
            <ac:picMk id="12" creationId="{6B9469A5-893D-7CFE-023A-826C3BA14DD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E9E8D7E6-3050-928E-1E8B-488999146551}"/>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4A7CA4C0-8633-92F3-FDE3-D3A8937449FC}"/>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A2DB05F2-AB9B-42BC-84F5-705785411732}" type="datetimeFigureOut">
              <a:rPr kumimoji="1" lang="ja-JP" altLang="en-US" smtClean="0"/>
              <a:t>2026/6/5</a:t>
            </a:fld>
            <a:endParaRPr kumimoji="1" lang="ja-JP" altLang="en-US"/>
          </a:p>
        </p:txBody>
      </p:sp>
      <p:sp>
        <p:nvSpPr>
          <p:cNvPr id="4" name="フッター プレースホルダー 3">
            <a:extLst>
              <a:ext uri="{FF2B5EF4-FFF2-40B4-BE49-F238E27FC236}">
                <a16:creationId xmlns:a16="http://schemas.microsoft.com/office/drawing/2014/main" id="{FABD847D-4E61-ECC1-64D4-E9A74265441B}"/>
              </a:ext>
            </a:extLst>
          </p:cNvPr>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C047045E-FD9B-260F-8306-7B294E6E2596}"/>
              </a:ext>
            </a:extLst>
          </p:cNvPr>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29F66836-3EC3-4E97-8C7D-E281C9320C4E}" type="slidenum">
              <a:rPr kumimoji="1" lang="ja-JP" altLang="en-US" smtClean="0"/>
              <a:t>‹#›</a:t>
            </a:fld>
            <a:endParaRPr kumimoji="1" lang="ja-JP" altLang="en-US"/>
          </a:p>
        </p:txBody>
      </p:sp>
    </p:spTree>
    <p:extLst>
      <p:ext uri="{BB962C8B-B14F-4D97-AF65-F5344CB8AC3E}">
        <p14:creationId xmlns:p14="http://schemas.microsoft.com/office/powerpoint/2010/main" val="26087340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FE9E4F50-57D5-4638-8961-5783F5566392}" type="datetimeFigureOut">
              <a:rPr kumimoji="1" lang="ja-JP" altLang="en-US" smtClean="0"/>
              <a:t>2026/6/5</a:t>
            </a:fld>
            <a:endParaRPr kumimoji="1" lang="ja-JP" altLang="en-US"/>
          </a:p>
        </p:txBody>
      </p:sp>
      <p:sp>
        <p:nvSpPr>
          <p:cNvPr id="4" name="スライド イメージ プレースホルダー 3"/>
          <p:cNvSpPr>
            <a:spLocks noGrp="1" noRot="1" noChangeAspect="1"/>
          </p:cNvSpPr>
          <p:nvPr>
            <p:ph type="sldImg" idx="2"/>
          </p:nvPr>
        </p:nvSpPr>
        <p:spPr>
          <a:xfrm>
            <a:off x="420688" y="1241425"/>
            <a:ext cx="5956300"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1" y="4776789"/>
            <a:ext cx="5438775" cy="3908425"/>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0E1B736C-7E22-4286-9492-6D135922483F}" type="slidenum">
              <a:rPr kumimoji="1" lang="ja-JP" altLang="en-US" smtClean="0"/>
              <a:t>‹#›</a:t>
            </a:fld>
            <a:endParaRPr kumimoji="1" lang="ja-JP" altLang="en-US"/>
          </a:p>
        </p:txBody>
      </p:sp>
    </p:spTree>
    <p:extLst>
      <p:ext uri="{BB962C8B-B14F-4D97-AF65-F5344CB8AC3E}">
        <p14:creationId xmlns:p14="http://schemas.microsoft.com/office/powerpoint/2010/main" val="281029248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wrap="square" lIns="27432" rIns="27432" tIns="18288" bIns="18288">
            <a:normAutofit/>
          </a:bodyPr>
          <a:lstStyle/>
          <a:p>
            <a:pPr defTabSz="947750">
              <a:defRPr lang="vi-VN">
                <a:latin typeface="Times New Roman" pitchFamily="18" charset="0"/>
                <a:ea typeface="Times New Roman" pitchFamily="18" charset="0"/>
                <a:cs typeface="Times New Roman" pitchFamily="18" charset="0"/>
              </a:defRPr>
            </a:pPr>
            <a:r>
              <a:rPr lang="vi-VN" altLang="en-US" dirty="0">
                <a:latin typeface="Times New Roman" panose="020B0604030504040204" pitchFamily="18" charset="0"/>
                <a:ea typeface="Times New Roman" panose="020B0604030504040204" pitchFamily="18" charset="0"/>
                <a:cs typeface="Times New Roman" pitchFamily="18" charset="0"/>
              </a:rPr>
              <a:t>Đầu tiên, một số nền tảng.</a:t>
            </a:r>
            <a:endParaRPr lang="vi-VN" altLang="ja-JP" dirty="0">
              <a:latin typeface="Times New Roman" panose="020B0604030504040204" pitchFamily="18" charset="0"/>
              <a:ea typeface="Times New Roman" panose="020B0604030504040204" pitchFamily="18" charset="0"/>
              <a:cs typeface="Times New Roman" pitchFamily="18" charset="0"/>
            </a:endParaRPr>
          </a:p>
          <a:p>
            <a:pPr defTabSz="947750">
              <a:defRPr lang="vi-VN">
                <a:latin typeface="Times New Roman" pitchFamily="18" charset="0"/>
                <a:ea typeface="Times New Roman" pitchFamily="18" charset="0"/>
                <a:cs typeface="Times New Roman" pitchFamily="18" charset="0"/>
              </a:defRPr>
            </a:pPr>
            <a:r>
              <a:rPr lang="vi-VN" altLang="en-US" dirty="0">
                <a:latin typeface="Times New Roman" panose="020B0604030504040204" pitchFamily="18" charset="0"/>
                <a:ea typeface="Times New Roman" panose="020B0604030504040204" pitchFamily="18" charset="0"/>
                <a:cs typeface="Times New Roman" pitchFamily="18" charset="0"/>
              </a:rPr>
              <a:t>Chính sách của bộ là "hiện thực hóa một nhà máy thông minh".</a:t>
            </a:r>
            <a:r>
              <a:rPr lang="vi-VN" altLang="ja-JP" dirty="0">
                <a:latin typeface="Times New Roman" panose="020B0604030504040204" pitchFamily="18" charset="0"/>
                <a:ea typeface="Times New Roman" panose="020B0604030504040204" pitchFamily="18" charset="0"/>
                <a:cs typeface="Times New Roman" pitchFamily="18" charset="0"/>
              </a:rPr>
              <a:t/>
            </a:r>
            <a:r>
              <a:rPr lang="vi-VN" altLang="en-US" dirty="0">
                <a:latin typeface="Times New Roman" panose="020B0604030504040204" pitchFamily="18" charset="0"/>
                <a:ea typeface="Times New Roman" panose="020B0604030504040204" pitchFamily="18" charset="0"/>
                <a:cs typeface="Times New Roman" pitchFamily="18" charset="0"/>
              </a:rPr>
              <a:t/>
            </a:r>
            <a:r>
              <a:rPr lang="vi-VN" altLang="ja-JP" dirty="0">
                <a:latin typeface="Times New Roman" panose="020B0604030504040204" pitchFamily="18" charset="0"/>
                <a:ea typeface="Times New Roman" panose="020B0604030504040204" pitchFamily="18" charset="0"/>
                <a:cs typeface="Times New Roman" pitchFamily="18" charset="0"/>
              </a:rPr>
              <a:t/>
            </a:r>
            <a:r>
              <a:rPr lang="vi-VN" altLang="en-US" dirty="0">
                <a:latin typeface="Times New Roman" panose="020B0604030504040204" pitchFamily="18" charset="0"/>
                <a:ea typeface="Times New Roman" panose="020B0604030504040204" pitchFamily="18" charset="0"/>
                <a:cs typeface="Times New Roman" pitchFamily="18" charset="0"/>
              </a:rPr>
              <a:t/>
            </a:r>
            <a:r>
              <a:rPr lang="vi-VN" altLang="ja-JP" dirty="0">
                <a:latin typeface="Times New Roman" panose="020B0604030504040204" pitchFamily="18" charset="0"/>
                <a:ea typeface="Times New Roman" panose="020B0604030504040204" pitchFamily="18" charset="0"/>
                <a:cs typeface="Times New Roman" pitchFamily="18" charset="0"/>
              </a:rPr>
              <a:t/>
            </a:r>
            <a:r>
              <a:rPr lang="vi-VN" altLang="en-US" dirty="0">
                <a:latin typeface="Times New Roman" panose="020B0604030504040204" pitchFamily="18" charset="0"/>
                <a:ea typeface="Times New Roman" panose="020B0604030504040204" pitchFamily="18" charset="0"/>
                <a:cs typeface="Times New Roman" pitchFamily="18" charset="0"/>
              </a:rPr>
              <a:t/>
            </a:r>
            <a:r>
              <a:rPr lang="vi-VN" altLang="ja-JP" dirty="0">
                <a:latin typeface="Times New Roman" panose="020B0604030504040204" pitchFamily="18" charset="0"/>
                <a:ea typeface="Times New Roman" panose="020B0604030504040204" pitchFamily="18" charset="0"/>
                <a:cs typeface="Times New Roman" pitchFamily="18" charset="0"/>
              </a:rPr>
              <a:t/>
            </a:r>
            <a:r>
              <a:rPr lang="vi-VN" altLang="en-US" dirty="0">
                <a:latin typeface="Times New Roman" panose="020B0604030504040204" pitchFamily="18" charset="0"/>
                <a:ea typeface="Times New Roman" panose="020B0604030504040204" pitchFamily="18" charset="0"/>
                <a:cs typeface="Times New Roman" pitchFamily="18" charset="0"/>
              </a:rPr>
              <a:t/>
            </a:r>
            <a:endParaRPr lang="vi-VN" altLang="ja-JP" dirty="0">
              <a:latin typeface="Times New Roman" pitchFamily="18" charset="0"/>
              <a:ea typeface="Times New Roman" pitchFamily="18" charset="0"/>
              <a:cs typeface="Times New Roman" pitchFamily="18" charset="0"/>
            </a:endParaRPr>
          </a:p>
          <a:p>
            <a:pPr algn="l">
              <a:defRPr lang="vi-VN">
                <a:latin typeface="Times New Roman" pitchFamily="18" charset="0"/>
                <a:ea typeface="Times New Roman" pitchFamily="18" charset="0"/>
                <a:cs typeface="Times New Roman" pitchFamily="18" charset="0"/>
              </a:defRPr>
            </a:pPr>
            <a:r>
              <a:rPr lang="vi-VN" altLang="en-US" dirty="0">
                <a:latin typeface="Times New Roman" pitchFamily="18" charset="0"/>
                <a:ea typeface="Times New Roman" pitchFamily="18" charset="0"/>
                <a:cs typeface="Times New Roman" pitchFamily="18" charset="0"/>
              </a:rPr>
              <a:t>Là một trong những sáng kiến ​​của chúng tôi, chúng tôi mong muốn tăng gấp đôi năng suất bằng cách tự động hóa quy trình điều chỉnh và kiểm tra dây chuyền sản xuất Athena.</a:t>
            </a:r>
            <a:r>
              <a:rPr lang="vi-VN" altLang="ja-JP" dirty="0">
                <a:latin typeface="Times New Roman" pitchFamily="18" charset="0"/>
                <a:ea typeface="Times New Roman" pitchFamily="18" charset="0"/>
                <a:cs typeface="Times New Roman" pitchFamily="18" charset="0"/>
              </a:rPr>
              <a:t/>
            </a:r>
            <a:r>
              <a:rPr lang="vi-VN" altLang="en-US" dirty="0">
                <a:latin typeface="Times New Roman" pitchFamily="18" charset="0"/>
                <a:ea typeface="Times New Roman" pitchFamily="18" charset="0"/>
                <a:cs typeface="Times New Roman" pitchFamily="18" charset="0"/>
              </a:rPr>
              <a:t/>
            </a:r>
            <a:endParaRPr kumimoji="1" lang="vi-VN" altLang="ja-JP"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endParaRPr kumimoji="1" lang="vi-VN" altLang="ja-JP" b="0"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b="0" dirty="0">
                <a:latin typeface="Times New Roman" pitchFamily="18" charset="0"/>
                <a:ea typeface="Times New Roman" pitchFamily="18" charset="0"/>
                <a:cs typeface="Times New Roman" pitchFamily="18" charset="0"/>
              </a:rPr>
              <a:t>Như được hiển thị ở giữa slide, mẫu Athena mới nhằm mục đích giảm một nửa số lượng công nhân so với mẫu Mercury4 hiện tại.</a:t>
            </a:r>
            <a:r>
              <a:rPr kumimoji="1" lang="vi-VN" altLang="ja-JP" b="0" dirty="0">
                <a:latin typeface="Times New Roman" pitchFamily="18" charset="0"/>
                <a:ea typeface="Times New Roman" pitchFamily="18" charset="0"/>
                <a:cs typeface="Times New Roman" pitchFamily="18" charset="0"/>
              </a:rPr>
              <a:t/>
            </a:r>
            <a:r>
              <a:rPr kumimoji="1" lang="vi-VN" altLang="en-US" b="0" dirty="0">
                <a:latin typeface="Times New Roman" pitchFamily="18" charset="0"/>
                <a:ea typeface="Times New Roman" pitchFamily="18" charset="0"/>
                <a:cs typeface="Times New Roman" pitchFamily="18" charset="0"/>
              </a:rPr>
              <a:t/>
            </a:r>
            <a:r>
              <a:rPr kumimoji="1" lang="vi-VN" altLang="ja-JP" b="0" dirty="0">
                <a:latin typeface="Times New Roman" pitchFamily="18" charset="0"/>
                <a:ea typeface="Times New Roman" pitchFamily="18" charset="0"/>
                <a:cs typeface="Times New Roman" pitchFamily="18" charset="0"/>
              </a:rPr>
              <a:t/>
            </a:r>
            <a:r>
              <a:rPr kumimoji="1" lang="vi-VN" altLang="en-US" b="0" dirty="0">
                <a:latin typeface="Times New Roman" pitchFamily="18" charset="0"/>
                <a:ea typeface="Times New Roman" pitchFamily="18" charset="0"/>
                <a:cs typeface="Times New Roman" pitchFamily="18" charset="0"/>
              </a:rPr>
              <a:t/>
            </a:r>
            <a:endParaRPr kumimoji="1" lang="vi-VN" altLang="ja-JP" b="0"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endParaRPr kumimoji="1" lang="vi-VN" altLang="ja-JP" b="0" dirty="0">
              <a:latin typeface="Times New Roman" pitchFamily="18" charset="0"/>
              <a:ea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kumimoji="1" lang="vi-VN" altLang="en-US" dirty="0">
                <a:latin typeface="Times New Roman" pitchFamily="18" charset="0"/>
                <a:ea typeface="Times New Roman" pitchFamily="18" charset="0"/>
                <a:cs typeface="Times New Roman" pitchFamily="18" charset="0"/>
              </a:rPr>
              <a:t>Trang tiếp theo xin vui lòng.</a:t>
            </a:r>
            <a:r>
              <a:rPr kumimoji="1" lang="vi-VN" altLang="en-US" sz="960" dirty="0">
                <a:latin typeface="Times New Roman" panose="020B0604030504040204" pitchFamily="18" charset="0"/>
                <a:ea typeface="Times New Roman" panose="020B0604030504040204" pitchFamily="18" charset="0"/>
                <a:cs typeface="Times New Roman" pitchFamily="18" charset="0"/>
              </a:rPr>
              <a:t/>
            </a:r>
            <a:endParaRPr kumimoji="1" lang="vi-VN" altLang="ja-JP"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endParaRPr kumimoji="1" lang="vi-VN" altLang="ja-JP" b="0" dirty="0">
              <a:latin typeface="Times New Roman" pitchFamily="18" charset="0"/>
              <a:ea typeface="Times New Roman" pitchFamily="18" charset="0"/>
              <a:cs typeface="Times New Roman" pitchFamily="18" charset="0"/>
            </a:endParaRPr>
          </a:p>
        </p:txBody>
      </p:sp>
      <p:sp>
        <p:nvSpPr>
          <p:cNvPr id="4" name="スライド番号プレースホルダー 3"/>
          <p:cNvSpPr>
            <a:spLocks noGrp="1"/>
          </p:cNvSpPr>
          <p:nvPr>
            <p:ph type="sldNum" sz="quarter" idx="5"/>
          </p:nvPr>
        </p:nvSpPr>
        <p:spPr/>
        <p:txBody>
          <a:bodyPr/>
          <a:lstStyle/>
          <a:p>
            <a:fld id="{0E1B736C-7E22-4286-9492-6D135922483F}" type="slidenum">
              <a:rPr kumimoji="1" lang="ja-JP" altLang="en-US" smtClean="0"/>
              <a:t>6</a:t>
            </a:fld>
            <a:endParaRPr kumimoji="1" lang="ja-JP" altLang="en-US"/>
          </a:p>
        </p:txBody>
      </p:sp>
    </p:spTree>
    <p:extLst>
      <p:ext uri="{BB962C8B-B14F-4D97-AF65-F5344CB8AC3E}">
        <p14:creationId xmlns:p14="http://schemas.microsoft.com/office/powerpoint/2010/main" val="3378923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41313" y="569913"/>
            <a:ext cx="7351713" cy="4135437"/>
          </a:xfrm>
        </p:spPr>
      </p:sp>
      <p:sp>
        <p:nvSpPr>
          <p:cNvPr id="3" name="ノート プレースホルダー 2"/>
          <p:cNvSpPr>
            <a:spLocks noGrp="1"/>
          </p:cNvSpPr>
          <p:nvPr>
            <p:ph type="body" idx="1"/>
          </p:nvPr>
        </p:nvSpPr>
        <p:spPr/>
        <p:txBody>
          <a:bodyPr wrap="square" lIns="27432" rIns="27432" tIns="18288" bIns="18288">
            <a:normAutofit/>
          </a:bodyPr>
          <a:lstStyle/>
          <a:p>
            <a:fld id="{BB102505-D92F-4D8A-B6F7-5B966AE086AE}" type="slidenum">
              <a:rPr lang="en-US" altLang="ja-JP" sz="1500">
                <a:latin typeface="Meiryo UI" panose="020B0604030504040204" pitchFamily="50" charset="-128"/>
                <a:ea typeface="Meiryo UI" panose="020B0604030504040204" pitchFamily="50" charset="-128"/>
              </a:rPr>
              <a:pPr/>
              <a:t>14</a:t>
            </a:fld>
            <a:pPr>
              <a:defRPr lang="vi-VN">
                <a:latin typeface="Times New Roman" pitchFamily="18" charset="0"/>
                <a:ea typeface="Times New Roman" pitchFamily="18" charset="0"/>
                <a:cs typeface="Times New Roman" pitchFamily="18" charset="0"/>
              </a:defRPr>
            </a:pPr>
            <a:r>
              <a:rPr lang="vi-VN" altLang="en-US" sz="1200" dirty="0">
                <a:latin typeface="Times New Roman" panose="020B0604030504040204" pitchFamily="18" charset="0"/>
                <a:ea typeface="Times New Roman" panose="020B0604030504040204" pitchFamily="18" charset="0"/>
                <a:cs typeface="Times New Roman" pitchFamily="18" charset="0"/>
              </a:rPr>
              <a:t>Đây là số trang.</a:t>
            </a:r>
            <a:endParaRPr lang="vi-VN" altLang="ja-JP" sz="1500" dirty="0">
              <a:latin typeface="Times New Roman" panose="020B0604030504040204" pitchFamily="18" charset="0"/>
              <a:ea typeface="Times New Roman" panose="020B0604030504040204"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1200" dirty="0">
                <a:latin typeface="Times New Roman" panose="020B0604030504040204" pitchFamily="18" charset="0"/>
                <a:ea typeface="Times New Roman" panose="020B0604030504040204" pitchFamily="18" charset="0"/>
                <a:cs typeface="Times New Roman" pitchFamily="18" charset="0"/>
              </a:rPr>
              <a:t>Dựa trên yêu cầu chúng tôi đã thiết kế hệ thống với cấu hình như sơ đồ.</a:t>
            </a:r>
            <a:endParaRPr lang="vi-VN" altLang="ja-JP" sz="1500" dirty="0">
              <a:latin typeface="Times New Roman" panose="020B0604030504040204" pitchFamily="18" charset="0"/>
              <a:ea typeface="Times New Roman" panose="020B0604030504040204"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1200" dirty="0">
                <a:latin typeface="Times New Roman" panose="020B0604030504040204" pitchFamily="18" charset="0"/>
                <a:ea typeface="Times New Roman" panose="020B0604030504040204" pitchFamily="18" charset="0"/>
                <a:cs typeface="Times New Roman" pitchFamily="18" charset="0"/>
              </a:rPr>
              <a:t>　Chúng tôi đã thiết lập HOSTPC làm cốt lõi của hệ thống quy trình bảo lãnh.</a:t>
            </a:r>
            <a:r>
              <a:rPr lang="vi-VN" altLang="ja-JP" sz="1200" dirty="0">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endParaRPr lang="vi-VN" altLang="ja-JP" sz="1500" dirty="0">
              <a:latin typeface="Times New Roman" panose="020B0604030504040204" pitchFamily="18" charset="0"/>
              <a:ea typeface="Times New Roman" panose="020B0604030504040204"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ja-JP" sz="1200" dirty="0">
                <a:latin typeface="Times New Roman" panose="020B0604030504040204" pitchFamily="18" charset="0"/>
                <a:ea typeface="Times New Roman" panose="020B0604030504040204" pitchFamily="18" charset="0"/>
                <a:cs typeface="Times New Roman" pitchFamily="18" charset="0"/>
              </a:rPr>
              <a:t>1. Lấy thông tin sản xuất từ ​​MES và</a:t>
            </a:r>
            <a:r>
              <a:rPr lang="vi-VN" altLang="en-US" sz="1200" dirty="0">
                <a:latin typeface="Times New Roman" panose="020B0604030504040204" pitchFamily="18" charset="0"/>
                <a:ea typeface="Times New Roman" panose="020B0604030504040204" pitchFamily="18" charset="0"/>
                <a:cs typeface="Times New Roman" pitchFamily="18" charset="0"/>
              </a:rPr>
              <a:t/>
            </a:r>
            <a:endParaRPr lang="vi-VN" altLang="ja-JP" sz="1500" dirty="0">
              <a:latin typeface="Times New Roman" panose="020B0604030504040204" pitchFamily="18" charset="0"/>
              <a:ea typeface="Times New Roman" panose="020B0604030504040204"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ja-JP" sz="1200" dirty="0">
                <a:latin typeface="Times New Roman" panose="020B0604030504040204" pitchFamily="18" charset="0"/>
                <a:ea typeface="Times New Roman" panose="020B0604030504040204" pitchFamily="18" charset="0"/>
                <a:cs typeface="Times New Roman" pitchFamily="18" charset="0"/>
              </a:rPr>
              <a:t>2. Thực hiện liên kết thời gian thực với MES.</a:t>
            </a:r>
            <a:r>
              <a:rPr lang="vi-VN" altLang="en-US" sz="1200" dirty="0" err="1">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endParaRPr lang="vi-VN" altLang="ja-JP" sz="1500" dirty="0">
              <a:latin typeface="Times New Roman" panose="020B0604030504040204" pitchFamily="18" charset="0"/>
              <a:ea typeface="Times New Roman" panose="020B0604030504040204"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1200" dirty="0">
                <a:latin typeface="Times New Roman" panose="020B0604030504040204" pitchFamily="18" charset="0"/>
                <a:ea typeface="Times New Roman" panose="020B0604030504040204" pitchFamily="18" charset="0"/>
                <a:cs typeface="Times New Roman" pitchFamily="18" charset="0"/>
              </a:rPr>
              <a:t>　Tiếp theo là yêu cầu 3, giao tiếp giữa hệ thống quy trình bảo hành và sản phẩm.</a:t>
            </a:r>
            <a:r>
              <a:rPr lang="vi-VN" altLang="ja-JP" sz="1200" dirty="0">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endParaRPr lang="vi-VN" altLang="ja-JP" sz="1500" dirty="0">
              <a:latin typeface="Times New Roman" panose="020B0604030504040204" pitchFamily="18" charset="0"/>
              <a:ea typeface="Times New Roman" panose="020B0604030504040204"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1200" dirty="0">
                <a:latin typeface="Times New Roman" panose="020B0604030504040204" pitchFamily="18" charset="0"/>
                <a:ea typeface="Times New Roman" panose="020B0604030504040204" pitchFamily="18" charset="0"/>
                <a:cs typeface="Times New Roman" pitchFamily="18" charset="0"/>
              </a:rPr>
              <a:t>Đối với những sản phẩm vừa bước vào quá trình bảo hành, rất khó để kết nối trực tiếp với sản phẩm vì không thể cấu hình cài đặt Wi-Fi để tham gia mạng jig, đồng thời xem xét khả năng triển khai sản phẩm sang model không có Wi-Fi.</a:t>
            </a:r>
            <a:r>
              <a:rPr lang="vi-VN" altLang="ja-JP" sz="1200" dirty="0" err="1">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r>
              <a:rPr lang="vi-VN" altLang="ja-JP" sz="1200" dirty="0">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endParaRPr lang="vi-VN" altLang="ja-JP" sz="1500" dirty="0">
              <a:latin typeface="Times New Roman" panose="020B0604030504040204" pitchFamily="18" charset="0"/>
              <a:ea typeface="Times New Roman" panose="020B0604030504040204"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1200" dirty="0">
                <a:latin typeface="Times New Roman" panose="020B0604030504040204" pitchFamily="18" charset="0"/>
                <a:ea typeface="Times New Roman" panose="020B0604030504040204" pitchFamily="18" charset="0"/>
                <a:cs typeface="Times New Roman" pitchFamily="18" charset="0"/>
              </a:rPr>
              <a:t>Do đó, chúng tôi đã thiết kế một hệ thống trong đó Raspberry Pi được gán cho các sản phẩm theo tỷ lệ 1:1 và HOST PC sẽ gửi lệnh đến từng Raspberry Pi thông qua Wi-Fi.</a:t>
            </a:r>
            <a:r>
              <a:rPr lang="vi-VN" altLang="ja-JP" sz="1200" dirty="0">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r>
              <a:rPr lang="vi-VN" altLang="ja-JP" sz="1200" dirty="0">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r>
              <a:rPr lang="vi-VN" altLang="ja-JP" sz="1200" dirty="0">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r>
              <a:rPr lang="vi-VN" altLang="ja-JP" sz="1200" dirty="0">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r>
              <a:rPr lang="vi-VN" altLang="ja-JP" sz="1200" dirty="0">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endParaRPr lang="vi-VN" altLang="ja-JP" sz="1500" dirty="0">
              <a:latin typeface="Times New Roman" panose="020B0604030504040204" pitchFamily="18" charset="0"/>
              <a:ea typeface="Times New Roman" panose="020B0604030504040204"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1200" dirty="0">
                <a:latin typeface="Times New Roman" panose="020B0604030504040204" pitchFamily="18" charset="0"/>
                <a:ea typeface="Times New Roman" panose="020B0604030504040204" pitchFamily="18" charset="0"/>
                <a:cs typeface="Times New Roman" pitchFamily="18" charset="0"/>
              </a:rPr>
              <a:t>Do đó, PC HOST chỉ cần quản lý giao tiếp với Raspberry Pi đã được cấu hình và Raspberry Pi luôn chỉ cần nhận dạng các sản phẩm được kết nối.</a:t>
            </a:r>
            <a:r>
              <a:rPr lang="vi-VN" altLang="ja-JP" sz="1200" dirty="0">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r>
              <a:rPr lang="vi-VN" altLang="ja-JP" sz="1200" dirty="0">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r>
              <a:rPr lang="vi-VN" altLang="ja-JP" sz="1200" dirty="0">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r>
              <a:rPr lang="vi-VN" altLang="ja-JP" sz="1200" dirty="0">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endParaRPr lang="vi-VN" altLang="ja-JP" sz="1500" dirty="0">
              <a:latin typeface="Times New Roman" panose="020B0604030504040204" pitchFamily="18" charset="0"/>
              <a:ea typeface="Times New Roman" panose="020B0604030504040204"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1200" dirty="0">
                <a:latin typeface="Times New Roman" panose="020B0604030504040204" pitchFamily="18" charset="0"/>
                <a:ea typeface="Times New Roman" panose="020B0604030504040204" pitchFamily="18" charset="0"/>
                <a:cs typeface="Times New Roman" pitchFamily="18" charset="0"/>
              </a:rPr>
              <a:t>Ngoài ra, bằng cách sử dụng Raspberry Pi, có kích thước bằng một tấm danh thiếp,</a:t>
            </a:r>
            <a:r>
              <a:rPr lang="vi-VN" altLang="ja-JP" sz="1200" dirty="0">
                <a:latin typeface="Times New Roman" panose="020B0604030504040204" pitchFamily="18" charset="0"/>
                <a:ea typeface="Times New Roman" panose="020B0604030504040204" pitchFamily="18" charset="0"/>
                <a:cs typeface="Times New Roman" pitchFamily="18" charset="0"/>
              </a:rPr>
              <a:t/>
            </a:r>
            <a:r>
              <a:rPr lang="vi-VN" altLang="en-US" sz="1200" dirty="0">
                <a:latin typeface="Times New Roman" panose="020B0604030504040204" pitchFamily="18" charset="0"/>
                <a:ea typeface="Times New Roman" panose="020B0604030504040204" pitchFamily="18" charset="0"/>
                <a:cs typeface="Times New Roman" pitchFamily="18" charset="0"/>
              </a:rPr>
              <a:t/>
            </a:r>
            <a:endParaRPr lang="vi-VN" altLang="ja-JP" sz="1500" dirty="0">
              <a:latin typeface="Times New Roman" panose="020B0604030504040204" pitchFamily="18" charset="0"/>
              <a:ea typeface="Times New Roman" panose="020B0604030504040204"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ja-JP" sz="1200" dirty="0">
                <a:latin typeface="Times New Roman" panose="020B0604030504040204" pitchFamily="18" charset="0"/>
                <a:ea typeface="Times New Roman" panose="020B0604030504040204" pitchFamily="18" charset="0"/>
                <a:cs typeface="Times New Roman" pitchFamily="18" charset="0"/>
              </a:rPr>
              <a:t>4. Ngay cả khi chúng tôi tăng số lượng thiết bị cho quy trình bảo hành, chúng tôi sẽ duy trì trạng thái có thể vận chuyển tự động.</a:t>
            </a:r>
            <a:r>
              <a:rPr lang="vi-VN" altLang="en-US" sz="1200" dirty="0">
                <a:latin typeface="Times New Roman" panose="020B0604030504040204" pitchFamily="18" charset="0"/>
                <a:ea typeface="Times New Roman" panose="020B0604030504040204" pitchFamily="18" charset="0"/>
                <a:cs typeface="Times New Roman" pitchFamily="18" charset="0"/>
              </a:rPr>
              <a:t/>
            </a:r>
            <a:endParaRPr lang="vi-VN" altLang="ja-JP" sz="1500" dirty="0">
              <a:latin typeface="Times New Roman" panose="020B0604030504040204" pitchFamily="18" charset="0"/>
              <a:ea typeface="Times New Roman" panose="020B0604030504040204" pitchFamily="18" charset="0"/>
              <a:cs typeface="Times New Roman" pitchFamily="18" charset="0"/>
            </a:endParaRPr>
          </a:p>
        </p:txBody>
      </p:sp>
      <p:sp>
        <p:nvSpPr>
          <p:cNvPr id="4" name="スライド番号プレースホルダー 3"/>
          <p:cNvSpPr>
            <a:spLocks noGrp="1"/>
          </p:cNvSpPr>
          <p:nvPr>
            <p:ph type="sldNum" sz="quarter" idx="10"/>
          </p:nvPr>
        </p:nvSpPr>
        <p:spPr/>
        <p:txBody>
          <a:bodyPr/>
          <a:lstStyle/>
          <a:p>
            <a:fld id="{0E1B736C-7E22-4286-9492-6D135922483F}" type="slidenum">
              <a:rPr kumimoji="1" lang="ja-JP" altLang="en-US" smtClean="0"/>
              <a:t>14</a:t>
            </a:fld>
            <a:endParaRPr kumimoji="1" lang="ja-JP" altLang="en-US"/>
          </a:p>
        </p:txBody>
      </p:sp>
    </p:spTree>
    <p:extLst>
      <p:ext uri="{BB962C8B-B14F-4D97-AF65-F5344CB8AC3E}">
        <p14:creationId xmlns:p14="http://schemas.microsoft.com/office/powerpoint/2010/main" val="3371229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emf"/><Relationship Id="rId4" Type="http://schemas.openxmlformats.org/officeDocument/2006/relationships/image" Target="../media/image1.emf"/><Relationship Id="rId5"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4.emf"/><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 Id="rId3" Type="http://schemas.openxmlformats.org/officeDocument/2006/relationships/image" Target="../media/image6.jpe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タイトル スライド">
    <p:spTree>
      <p:nvGrpSpPr>
        <p:cNvPr id="1" name=""/>
        <p:cNvGrpSpPr/>
        <p:nvPr/>
      </p:nvGrpSpPr>
      <p:grpSpPr>
        <a:xfrm>
          <a:off x="0" y="0"/>
          <a:ext cx="0" cy="0"/>
          <a:chOff x="0" y="0"/>
          <a:chExt cx="0" cy="0"/>
        </a:xfrm>
      </p:grpSpPr>
      <p:pic>
        <p:nvPicPr>
          <p:cNvPr id="591" name="Picture 3"/>
          <p:cNvPicPr>
            <a:picLocks noChangeAspect="1" noChangeArrowheads="1"/>
          </p:cNvPicPr>
          <p:nvPr userDrawn="1"/>
        </p:nvPicPr>
        <p:blipFill rotWithShape="1">
          <a:blip r:embed="rId2">
            <a:extLst>
              <a:ext uri="{28A0092B-C50C-407E-A947-70E740481C1C}">
                <a14:useLocalDpi xmlns:a14="http://schemas.microsoft.com/office/drawing/2010/main"/>
              </a:ext>
            </a:extLst>
          </a:blip>
          <a:srcRect l="24319" t="257" r="29097" b="1"/>
          <a:stretch/>
        </p:blipFill>
        <p:spPr bwMode="auto">
          <a:xfrm>
            <a:off x="5520020" y="0"/>
            <a:ext cx="364938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68" name="Title 1"/>
          <p:cNvSpPr>
            <a:spLocks noGrp="1"/>
          </p:cNvSpPr>
          <p:nvPr userDrawn="1">
            <p:ph type="ctrTitle"/>
          </p:nvPr>
        </p:nvSpPr>
        <p:spPr>
          <a:xfrm>
            <a:off x="396001" y="1117948"/>
            <a:ext cx="3740308" cy="1453802"/>
          </a:xfrm>
        </p:spPr>
        <p:txBody>
          <a:bodyPr anchor="t" anchorCtr="0">
            <a:normAutofit/>
          </a:bodyPr>
          <a:lstStyle>
            <a:lvl1pPr algn="l">
              <a:lnSpc>
                <a:spcPct val="95000"/>
              </a:lnSpc>
              <a:defRPr sz="3200">
                <a:solidFill>
                  <a:schemeClr val="tx2"/>
                </a:solidFill>
              </a:defRPr>
            </a:lvl1pPr>
          </a:lstStyle>
          <a:p>
            <a:r>
              <a:rPr lang="ja-JP" altLang="en-US"/>
              <a:t>マスター タイトルの書式設定</a:t>
            </a:r>
            <a:endParaRPr lang="en-GB" dirty="0"/>
          </a:p>
        </p:txBody>
      </p:sp>
      <p:sp>
        <p:nvSpPr>
          <p:cNvPr id="1569" name="Subtitle 2"/>
          <p:cNvSpPr>
            <a:spLocks noGrp="1"/>
          </p:cNvSpPr>
          <p:nvPr userDrawn="1">
            <p:ph type="subTitle" idx="1"/>
          </p:nvPr>
        </p:nvSpPr>
        <p:spPr>
          <a:xfrm>
            <a:off x="396000" y="2979682"/>
            <a:ext cx="3740309" cy="945932"/>
          </a:xfrm>
        </p:spPr>
        <p:txBody>
          <a:bodyPr>
            <a:noAutofit/>
          </a:bodyPr>
          <a:lstStyle>
            <a:lvl1pPr marL="0" indent="0" algn="l">
              <a:lnSpc>
                <a:spcPct val="120000"/>
              </a:lnSpc>
              <a:spcBef>
                <a:spcPts val="0"/>
              </a:spcBef>
              <a:buNone/>
              <a:defRPr sz="11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dirty="0"/>
          </a:p>
        </p:txBody>
      </p:sp>
      <p:sp>
        <p:nvSpPr>
          <p:cNvPr id="3123" name="Slide Number Placeholder 5"/>
          <p:cNvSpPr>
            <a:spLocks noGrp="1"/>
          </p:cNvSpPr>
          <p:nvPr userDrawn="1">
            <p:ph type="sldNum" sz="quarter" idx="4"/>
          </p:nvPr>
        </p:nvSpPr>
        <p:spPr>
          <a:xfrm>
            <a:off x="7530413" y="4665373"/>
            <a:ext cx="1236216" cy="281231"/>
          </a:xfrm>
          <a:prstGeom prst="rect">
            <a:avLst/>
          </a:prstGeom>
        </p:spPr>
        <p:txBody>
          <a:bodyPr vert="horz" lIns="0" tIns="0" rIns="0" bIns="0" rtlCol="0" anchor="t" anchorCtr="0"/>
          <a:lstStyle>
            <a:lvl1pPr algn="r">
              <a:defRPr sz="1800">
                <a:solidFill>
                  <a:schemeClr val="tx1"/>
                </a:solidFill>
              </a:defRPr>
            </a:lvl1pPr>
          </a:lstStyle>
          <a:p>
            <a:fld id="{A3381702-59A5-4643-AE93-D7BF7F78153B}" type="slidenum">
              <a:rPr lang="en-GB" smtClean="0">
                <a:solidFill>
                  <a:prstClr val="black"/>
                </a:solidFill>
              </a:rPr>
              <a:pPr/>
              <a:t>‹#›</a:t>
            </a:fld>
            <a:endParaRPr lang="en-GB" dirty="0">
              <a:solidFill>
                <a:prstClr val="black"/>
              </a:solidFill>
            </a:endParaRPr>
          </a:p>
        </p:txBody>
      </p:sp>
      <p:sp>
        <p:nvSpPr>
          <p:cNvPr id="3124" name="Footer Placeholder 4"/>
          <p:cNvSpPr>
            <a:spLocks noGrp="1"/>
          </p:cNvSpPr>
          <p:nvPr userDrawn="1">
            <p:ph type="ftr" sz="quarter" idx="3"/>
          </p:nvPr>
        </p:nvSpPr>
        <p:spPr>
          <a:xfrm>
            <a:off x="5888507" y="4946603"/>
            <a:ext cx="2878123" cy="162000"/>
          </a:xfrm>
          <a:prstGeom prst="rect">
            <a:avLst/>
          </a:prstGeom>
        </p:spPr>
        <p:txBody>
          <a:bodyPr vert="horz" lIns="0" tIns="0" rIns="0" bIns="0" rtlCol="0" anchor="t" anchorCtr="0"/>
          <a:lstStyle>
            <a:lvl1pPr algn="r">
              <a:defRPr sz="700">
                <a:solidFill>
                  <a:schemeClr val="tx1"/>
                </a:solidFill>
                <a:latin typeface="+mn-lt"/>
              </a:defRPr>
            </a:lvl1pPr>
          </a:lstStyle>
          <a:p>
            <a:endParaRPr lang="en-GB" dirty="0">
              <a:solidFill>
                <a:prstClr val="black"/>
              </a:solidFill>
            </a:endParaRPr>
          </a:p>
        </p:txBody>
      </p:sp>
      <p:pic>
        <p:nvPicPr>
          <p:cNvPr id="13" name="Picture 798"/>
          <p:cNvPicPr>
            <a:picLocks noChangeAspect="1"/>
          </p:cNvPicPr>
          <p:nvPr userDrawn="1"/>
        </p:nvPicPr>
        <p:blipFill rotWithShape="1">
          <a:blip r:embed="rId3"/>
          <a:srcRect r="23171"/>
          <a:stretch/>
        </p:blipFill>
        <p:spPr bwMode="hidden">
          <a:xfrm>
            <a:off x="5429774" y="235055"/>
            <a:ext cx="3618342" cy="4703171"/>
          </a:xfrm>
          <a:prstGeom prst="rect">
            <a:avLst/>
          </a:prstGeom>
        </p:spPr>
      </p:pic>
      <p:grpSp>
        <p:nvGrpSpPr>
          <p:cNvPr id="14" name="グループ化 13"/>
          <p:cNvGrpSpPr/>
          <p:nvPr userDrawn="1"/>
        </p:nvGrpSpPr>
        <p:grpSpPr>
          <a:xfrm>
            <a:off x="5429568" y="233199"/>
            <a:ext cx="3618548" cy="4703493"/>
            <a:chOff x="4183063" y="314325"/>
            <a:chExt cx="4826635" cy="6273800"/>
          </a:xfrm>
        </p:grpSpPr>
        <p:sp>
          <p:nvSpPr>
            <p:cNvPr id="16" name="AutoShape 3"/>
            <p:cNvSpPr>
              <a:spLocks noChangeAspect="1" noChangeArrowheads="1" noTextEdit="1"/>
            </p:cNvSpPr>
            <p:nvPr userDrawn="1"/>
          </p:nvSpPr>
          <p:spPr bwMode="auto">
            <a:xfrm>
              <a:off x="4183063" y="314325"/>
              <a:ext cx="4826635" cy="6273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17" name="Group 205"/>
            <p:cNvGrpSpPr>
              <a:grpSpLocks/>
            </p:cNvGrpSpPr>
            <p:nvPr userDrawn="1"/>
          </p:nvGrpSpPr>
          <p:grpSpPr bwMode="auto">
            <a:xfrm>
              <a:off x="4275138" y="385763"/>
              <a:ext cx="4495800" cy="5303838"/>
              <a:chOff x="3600" y="243"/>
              <a:chExt cx="2832" cy="3341"/>
            </a:xfrm>
          </p:grpSpPr>
          <p:sp>
            <p:nvSpPr>
              <p:cNvPr id="407" name="Line 5"/>
              <p:cNvSpPr>
                <a:spLocks noChangeShapeType="1"/>
              </p:cNvSpPr>
              <p:nvPr userDrawn="1"/>
            </p:nvSpPr>
            <p:spPr bwMode="auto">
              <a:xfrm>
                <a:off x="361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8" name="Line 6"/>
              <p:cNvSpPr>
                <a:spLocks noChangeShapeType="1"/>
              </p:cNvSpPr>
              <p:nvPr userDrawn="1"/>
            </p:nvSpPr>
            <p:spPr bwMode="auto">
              <a:xfrm>
                <a:off x="387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9" name="Line 7"/>
              <p:cNvSpPr>
                <a:spLocks noChangeShapeType="1"/>
              </p:cNvSpPr>
              <p:nvPr userDrawn="1"/>
            </p:nvSpPr>
            <p:spPr bwMode="auto">
              <a:xfrm>
                <a:off x="412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0" name="Line 8"/>
              <p:cNvSpPr>
                <a:spLocks noChangeShapeType="1"/>
              </p:cNvSpPr>
              <p:nvPr userDrawn="1"/>
            </p:nvSpPr>
            <p:spPr bwMode="auto">
              <a:xfrm>
                <a:off x="438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1" name="Line 9"/>
              <p:cNvSpPr>
                <a:spLocks noChangeShapeType="1"/>
              </p:cNvSpPr>
              <p:nvPr userDrawn="1"/>
            </p:nvSpPr>
            <p:spPr bwMode="auto">
              <a:xfrm>
                <a:off x="463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2" name="Line 10"/>
              <p:cNvSpPr>
                <a:spLocks noChangeShapeType="1"/>
              </p:cNvSpPr>
              <p:nvPr userDrawn="1"/>
            </p:nvSpPr>
            <p:spPr bwMode="auto">
              <a:xfrm>
                <a:off x="488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3" name="Line 11"/>
              <p:cNvSpPr>
                <a:spLocks noChangeShapeType="1"/>
              </p:cNvSpPr>
              <p:nvPr userDrawn="1"/>
            </p:nvSpPr>
            <p:spPr bwMode="auto">
              <a:xfrm>
                <a:off x="514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4" name="Line 12"/>
              <p:cNvSpPr>
                <a:spLocks noChangeShapeType="1"/>
              </p:cNvSpPr>
              <p:nvPr userDrawn="1"/>
            </p:nvSpPr>
            <p:spPr bwMode="auto">
              <a:xfrm>
                <a:off x="539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5" name="Line 13"/>
              <p:cNvSpPr>
                <a:spLocks noChangeShapeType="1"/>
              </p:cNvSpPr>
              <p:nvPr userDrawn="1"/>
            </p:nvSpPr>
            <p:spPr bwMode="auto">
              <a:xfrm>
                <a:off x="565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6" name="Line 14"/>
              <p:cNvSpPr>
                <a:spLocks noChangeShapeType="1"/>
              </p:cNvSpPr>
              <p:nvPr userDrawn="1"/>
            </p:nvSpPr>
            <p:spPr bwMode="auto">
              <a:xfrm>
                <a:off x="590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7" name="Line 15"/>
              <p:cNvSpPr>
                <a:spLocks noChangeShapeType="1"/>
              </p:cNvSpPr>
              <p:nvPr userDrawn="1"/>
            </p:nvSpPr>
            <p:spPr bwMode="auto">
              <a:xfrm>
                <a:off x="615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8" name="Line 16"/>
              <p:cNvSpPr>
                <a:spLocks noChangeShapeType="1"/>
              </p:cNvSpPr>
              <p:nvPr userDrawn="1"/>
            </p:nvSpPr>
            <p:spPr bwMode="auto">
              <a:xfrm>
                <a:off x="641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9" name="Line 21"/>
              <p:cNvSpPr>
                <a:spLocks noChangeShapeType="1"/>
              </p:cNvSpPr>
              <p:nvPr userDrawn="1"/>
            </p:nvSpPr>
            <p:spPr bwMode="auto">
              <a:xfrm>
                <a:off x="361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0" name="Line 22"/>
              <p:cNvSpPr>
                <a:spLocks noChangeShapeType="1"/>
              </p:cNvSpPr>
              <p:nvPr userDrawn="1"/>
            </p:nvSpPr>
            <p:spPr bwMode="auto">
              <a:xfrm>
                <a:off x="387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1" name="Line 23"/>
              <p:cNvSpPr>
                <a:spLocks noChangeShapeType="1"/>
              </p:cNvSpPr>
              <p:nvPr userDrawn="1"/>
            </p:nvSpPr>
            <p:spPr bwMode="auto">
              <a:xfrm>
                <a:off x="412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2" name="Line 24"/>
              <p:cNvSpPr>
                <a:spLocks noChangeShapeType="1"/>
              </p:cNvSpPr>
              <p:nvPr userDrawn="1"/>
            </p:nvSpPr>
            <p:spPr bwMode="auto">
              <a:xfrm>
                <a:off x="438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3" name="Line 25"/>
              <p:cNvSpPr>
                <a:spLocks noChangeShapeType="1"/>
              </p:cNvSpPr>
              <p:nvPr userDrawn="1"/>
            </p:nvSpPr>
            <p:spPr bwMode="auto">
              <a:xfrm>
                <a:off x="463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4" name="Line 26"/>
              <p:cNvSpPr>
                <a:spLocks noChangeShapeType="1"/>
              </p:cNvSpPr>
              <p:nvPr userDrawn="1"/>
            </p:nvSpPr>
            <p:spPr bwMode="auto">
              <a:xfrm>
                <a:off x="488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5" name="Line 27"/>
              <p:cNvSpPr>
                <a:spLocks noChangeShapeType="1"/>
              </p:cNvSpPr>
              <p:nvPr userDrawn="1"/>
            </p:nvSpPr>
            <p:spPr bwMode="auto">
              <a:xfrm>
                <a:off x="514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6" name="Line 28"/>
              <p:cNvSpPr>
                <a:spLocks noChangeShapeType="1"/>
              </p:cNvSpPr>
              <p:nvPr userDrawn="1"/>
            </p:nvSpPr>
            <p:spPr bwMode="auto">
              <a:xfrm>
                <a:off x="539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7" name="Line 29"/>
              <p:cNvSpPr>
                <a:spLocks noChangeShapeType="1"/>
              </p:cNvSpPr>
              <p:nvPr userDrawn="1"/>
            </p:nvSpPr>
            <p:spPr bwMode="auto">
              <a:xfrm>
                <a:off x="565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8" name="Line 30"/>
              <p:cNvSpPr>
                <a:spLocks noChangeShapeType="1"/>
              </p:cNvSpPr>
              <p:nvPr userDrawn="1"/>
            </p:nvSpPr>
            <p:spPr bwMode="auto">
              <a:xfrm>
                <a:off x="590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9" name="Line 31"/>
              <p:cNvSpPr>
                <a:spLocks noChangeShapeType="1"/>
              </p:cNvSpPr>
              <p:nvPr userDrawn="1"/>
            </p:nvSpPr>
            <p:spPr bwMode="auto">
              <a:xfrm>
                <a:off x="615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0" name="Line 32"/>
              <p:cNvSpPr>
                <a:spLocks noChangeShapeType="1"/>
              </p:cNvSpPr>
              <p:nvPr userDrawn="1"/>
            </p:nvSpPr>
            <p:spPr bwMode="auto">
              <a:xfrm>
                <a:off x="641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1" name="Line 37"/>
              <p:cNvSpPr>
                <a:spLocks noChangeShapeType="1"/>
              </p:cNvSpPr>
              <p:nvPr userDrawn="1"/>
            </p:nvSpPr>
            <p:spPr bwMode="auto">
              <a:xfrm flipH="1">
                <a:off x="3600"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2" name="Line 38"/>
              <p:cNvSpPr>
                <a:spLocks noChangeShapeType="1"/>
              </p:cNvSpPr>
              <p:nvPr userDrawn="1"/>
            </p:nvSpPr>
            <p:spPr bwMode="auto">
              <a:xfrm flipH="1">
                <a:off x="3854"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3" name="Line 39"/>
              <p:cNvSpPr>
                <a:spLocks noChangeShapeType="1"/>
              </p:cNvSpPr>
              <p:nvPr userDrawn="1"/>
            </p:nvSpPr>
            <p:spPr bwMode="auto">
              <a:xfrm flipH="1">
                <a:off x="4108"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4" name="Line 40"/>
              <p:cNvSpPr>
                <a:spLocks noChangeShapeType="1"/>
              </p:cNvSpPr>
              <p:nvPr userDrawn="1"/>
            </p:nvSpPr>
            <p:spPr bwMode="auto">
              <a:xfrm flipH="1">
                <a:off x="4362"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5" name="Line 41"/>
              <p:cNvSpPr>
                <a:spLocks noChangeShapeType="1"/>
              </p:cNvSpPr>
              <p:nvPr userDrawn="1"/>
            </p:nvSpPr>
            <p:spPr bwMode="auto">
              <a:xfrm flipH="1">
                <a:off x="4616"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6" name="Line 42"/>
              <p:cNvSpPr>
                <a:spLocks noChangeShapeType="1"/>
              </p:cNvSpPr>
              <p:nvPr userDrawn="1"/>
            </p:nvSpPr>
            <p:spPr bwMode="auto">
              <a:xfrm flipH="1">
                <a:off x="4870"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7" name="Line 43"/>
              <p:cNvSpPr>
                <a:spLocks noChangeShapeType="1"/>
              </p:cNvSpPr>
              <p:nvPr userDrawn="1"/>
            </p:nvSpPr>
            <p:spPr bwMode="auto">
              <a:xfrm flipH="1">
                <a:off x="5124"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8" name="Line 44"/>
              <p:cNvSpPr>
                <a:spLocks noChangeShapeType="1"/>
              </p:cNvSpPr>
              <p:nvPr userDrawn="1"/>
            </p:nvSpPr>
            <p:spPr bwMode="auto">
              <a:xfrm flipH="1">
                <a:off x="5378"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9" name="Line 45"/>
              <p:cNvSpPr>
                <a:spLocks noChangeShapeType="1"/>
              </p:cNvSpPr>
              <p:nvPr userDrawn="1"/>
            </p:nvSpPr>
            <p:spPr bwMode="auto">
              <a:xfrm flipH="1">
                <a:off x="5632"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0" name="Line 46"/>
              <p:cNvSpPr>
                <a:spLocks noChangeShapeType="1"/>
              </p:cNvSpPr>
              <p:nvPr userDrawn="1"/>
            </p:nvSpPr>
            <p:spPr bwMode="auto">
              <a:xfrm flipH="1">
                <a:off x="5886"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1" name="Line 47"/>
              <p:cNvSpPr>
                <a:spLocks noChangeShapeType="1"/>
              </p:cNvSpPr>
              <p:nvPr userDrawn="1"/>
            </p:nvSpPr>
            <p:spPr bwMode="auto">
              <a:xfrm flipH="1">
                <a:off x="6140" y="3566"/>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2" name="Line 48"/>
              <p:cNvSpPr>
                <a:spLocks noChangeShapeType="1"/>
              </p:cNvSpPr>
              <p:nvPr userDrawn="1"/>
            </p:nvSpPr>
            <p:spPr bwMode="auto">
              <a:xfrm flipH="1">
                <a:off x="6394" y="3566"/>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3" name="Line 52"/>
              <p:cNvSpPr>
                <a:spLocks noChangeShapeType="1"/>
              </p:cNvSpPr>
              <p:nvPr userDrawn="1"/>
            </p:nvSpPr>
            <p:spPr bwMode="auto">
              <a:xfrm>
                <a:off x="361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4" name="Line 53"/>
              <p:cNvSpPr>
                <a:spLocks noChangeShapeType="1"/>
              </p:cNvSpPr>
              <p:nvPr userDrawn="1"/>
            </p:nvSpPr>
            <p:spPr bwMode="auto">
              <a:xfrm>
                <a:off x="361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5" name="Line 54"/>
              <p:cNvSpPr>
                <a:spLocks noChangeShapeType="1"/>
              </p:cNvSpPr>
              <p:nvPr userDrawn="1"/>
            </p:nvSpPr>
            <p:spPr bwMode="auto">
              <a:xfrm>
                <a:off x="361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6" name="Line 55"/>
              <p:cNvSpPr>
                <a:spLocks noChangeShapeType="1"/>
              </p:cNvSpPr>
              <p:nvPr userDrawn="1"/>
            </p:nvSpPr>
            <p:spPr bwMode="auto">
              <a:xfrm>
                <a:off x="361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7" name="Line 56"/>
              <p:cNvSpPr>
                <a:spLocks noChangeShapeType="1"/>
              </p:cNvSpPr>
              <p:nvPr userDrawn="1"/>
            </p:nvSpPr>
            <p:spPr bwMode="auto">
              <a:xfrm>
                <a:off x="361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8" name="Line 57"/>
              <p:cNvSpPr>
                <a:spLocks noChangeShapeType="1"/>
              </p:cNvSpPr>
              <p:nvPr userDrawn="1"/>
            </p:nvSpPr>
            <p:spPr bwMode="auto">
              <a:xfrm>
                <a:off x="361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9" name="Line 58"/>
              <p:cNvSpPr>
                <a:spLocks noChangeShapeType="1"/>
              </p:cNvSpPr>
              <p:nvPr userDrawn="1"/>
            </p:nvSpPr>
            <p:spPr bwMode="auto">
              <a:xfrm>
                <a:off x="361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0" name="Line 59"/>
              <p:cNvSpPr>
                <a:spLocks noChangeShapeType="1"/>
              </p:cNvSpPr>
              <p:nvPr userDrawn="1"/>
            </p:nvSpPr>
            <p:spPr bwMode="auto">
              <a:xfrm>
                <a:off x="361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1" name="Line 60"/>
              <p:cNvSpPr>
                <a:spLocks noChangeShapeType="1"/>
              </p:cNvSpPr>
              <p:nvPr userDrawn="1"/>
            </p:nvSpPr>
            <p:spPr bwMode="auto">
              <a:xfrm>
                <a:off x="361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2" name="Line 61"/>
              <p:cNvSpPr>
                <a:spLocks noChangeShapeType="1"/>
              </p:cNvSpPr>
              <p:nvPr userDrawn="1"/>
            </p:nvSpPr>
            <p:spPr bwMode="auto">
              <a:xfrm>
                <a:off x="361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3" name="Line 62"/>
              <p:cNvSpPr>
                <a:spLocks noChangeShapeType="1"/>
              </p:cNvSpPr>
              <p:nvPr userDrawn="1"/>
            </p:nvSpPr>
            <p:spPr bwMode="auto">
              <a:xfrm>
                <a:off x="361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4" name="Line 63"/>
              <p:cNvSpPr>
                <a:spLocks noChangeShapeType="1"/>
              </p:cNvSpPr>
              <p:nvPr userDrawn="1"/>
            </p:nvSpPr>
            <p:spPr bwMode="auto">
              <a:xfrm>
                <a:off x="361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5" name="Line 64"/>
              <p:cNvSpPr>
                <a:spLocks noChangeShapeType="1"/>
              </p:cNvSpPr>
              <p:nvPr userDrawn="1"/>
            </p:nvSpPr>
            <p:spPr bwMode="auto">
              <a:xfrm>
                <a:off x="361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6" name="Line 65"/>
              <p:cNvSpPr>
                <a:spLocks noChangeShapeType="1"/>
              </p:cNvSpPr>
              <p:nvPr userDrawn="1"/>
            </p:nvSpPr>
            <p:spPr bwMode="auto">
              <a:xfrm>
                <a:off x="387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7" name="Line 66"/>
              <p:cNvSpPr>
                <a:spLocks noChangeShapeType="1"/>
              </p:cNvSpPr>
              <p:nvPr userDrawn="1"/>
            </p:nvSpPr>
            <p:spPr bwMode="auto">
              <a:xfrm>
                <a:off x="387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8" name="Line 67"/>
              <p:cNvSpPr>
                <a:spLocks noChangeShapeType="1"/>
              </p:cNvSpPr>
              <p:nvPr userDrawn="1"/>
            </p:nvSpPr>
            <p:spPr bwMode="auto">
              <a:xfrm>
                <a:off x="387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9" name="Line 68"/>
              <p:cNvSpPr>
                <a:spLocks noChangeShapeType="1"/>
              </p:cNvSpPr>
              <p:nvPr userDrawn="1"/>
            </p:nvSpPr>
            <p:spPr bwMode="auto">
              <a:xfrm>
                <a:off x="387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0" name="Line 69"/>
              <p:cNvSpPr>
                <a:spLocks noChangeShapeType="1"/>
              </p:cNvSpPr>
              <p:nvPr userDrawn="1"/>
            </p:nvSpPr>
            <p:spPr bwMode="auto">
              <a:xfrm>
                <a:off x="387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1" name="Line 70"/>
              <p:cNvSpPr>
                <a:spLocks noChangeShapeType="1"/>
              </p:cNvSpPr>
              <p:nvPr userDrawn="1"/>
            </p:nvSpPr>
            <p:spPr bwMode="auto">
              <a:xfrm>
                <a:off x="387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2" name="Line 71"/>
              <p:cNvSpPr>
                <a:spLocks noChangeShapeType="1"/>
              </p:cNvSpPr>
              <p:nvPr userDrawn="1"/>
            </p:nvSpPr>
            <p:spPr bwMode="auto">
              <a:xfrm>
                <a:off x="387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3" name="Line 72"/>
              <p:cNvSpPr>
                <a:spLocks noChangeShapeType="1"/>
              </p:cNvSpPr>
              <p:nvPr userDrawn="1"/>
            </p:nvSpPr>
            <p:spPr bwMode="auto">
              <a:xfrm>
                <a:off x="387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4" name="Line 73"/>
              <p:cNvSpPr>
                <a:spLocks noChangeShapeType="1"/>
              </p:cNvSpPr>
              <p:nvPr userDrawn="1"/>
            </p:nvSpPr>
            <p:spPr bwMode="auto">
              <a:xfrm>
                <a:off x="387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5" name="Line 74"/>
              <p:cNvSpPr>
                <a:spLocks noChangeShapeType="1"/>
              </p:cNvSpPr>
              <p:nvPr userDrawn="1"/>
            </p:nvSpPr>
            <p:spPr bwMode="auto">
              <a:xfrm>
                <a:off x="387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6" name="Line 75"/>
              <p:cNvSpPr>
                <a:spLocks noChangeShapeType="1"/>
              </p:cNvSpPr>
              <p:nvPr userDrawn="1"/>
            </p:nvSpPr>
            <p:spPr bwMode="auto">
              <a:xfrm>
                <a:off x="387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7" name="Line 76"/>
              <p:cNvSpPr>
                <a:spLocks noChangeShapeType="1"/>
              </p:cNvSpPr>
              <p:nvPr userDrawn="1"/>
            </p:nvSpPr>
            <p:spPr bwMode="auto">
              <a:xfrm>
                <a:off x="387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8" name="Line 77"/>
              <p:cNvSpPr>
                <a:spLocks noChangeShapeType="1"/>
              </p:cNvSpPr>
              <p:nvPr userDrawn="1"/>
            </p:nvSpPr>
            <p:spPr bwMode="auto">
              <a:xfrm>
                <a:off x="387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9" name="Line 78"/>
              <p:cNvSpPr>
                <a:spLocks noChangeShapeType="1"/>
              </p:cNvSpPr>
              <p:nvPr userDrawn="1"/>
            </p:nvSpPr>
            <p:spPr bwMode="auto">
              <a:xfrm>
                <a:off x="412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0" name="Line 79"/>
              <p:cNvSpPr>
                <a:spLocks noChangeShapeType="1"/>
              </p:cNvSpPr>
              <p:nvPr userDrawn="1"/>
            </p:nvSpPr>
            <p:spPr bwMode="auto">
              <a:xfrm>
                <a:off x="412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1" name="Line 80"/>
              <p:cNvSpPr>
                <a:spLocks noChangeShapeType="1"/>
              </p:cNvSpPr>
              <p:nvPr userDrawn="1"/>
            </p:nvSpPr>
            <p:spPr bwMode="auto">
              <a:xfrm>
                <a:off x="412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2" name="Line 81"/>
              <p:cNvSpPr>
                <a:spLocks noChangeShapeType="1"/>
              </p:cNvSpPr>
              <p:nvPr userDrawn="1"/>
            </p:nvSpPr>
            <p:spPr bwMode="auto">
              <a:xfrm>
                <a:off x="412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3" name="Line 82"/>
              <p:cNvSpPr>
                <a:spLocks noChangeShapeType="1"/>
              </p:cNvSpPr>
              <p:nvPr userDrawn="1"/>
            </p:nvSpPr>
            <p:spPr bwMode="auto">
              <a:xfrm>
                <a:off x="412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4" name="Line 83"/>
              <p:cNvSpPr>
                <a:spLocks noChangeShapeType="1"/>
              </p:cNvSpPr>
              <p:nvPr userDrawn="1"/>
            </p:nvSpPr>
            <p:spPr bwMode="auto">
              <a:xfrm>
                <a:off x="412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5" name="Line 84"/>
              <p:cNvSpPr>
                <a:spLocks noChangeShapeType="1"/>
              </p:cNvSpPr>
              <p:nvPr userDrawn="1"/>
            </p:nvSpPr>
            <p:spPr bwMode="auto">
              <a:xfrm>
                <a:off x="412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6" name="Line 85"/>
              <p:cNvSpPr>
                <a:spLocks noChangeShapeType="1"/>
              </p:cNvSpPr>
              <p:nvPr userDrawn="1"/>
            </p:nvSpPr>
            <p:spPr bwMode="auto">
              <a:xfrm>
                <a:off x="412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7" name="Line 86"/>
              <p:cNvSpPr>
                <a:spLocks noChangeShapeType="1"/>
              </p:cNvSpPr>
              <p:nvPr userDrawn="1"/>
            </p:nvSpPr>
            <p:spPr bwMode="auto">
              <a:xfrm>
                <a:off x="412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8" name="Line 87"/>
              <p:cNvSpPr>
                <a:spLocks noChangeShapeType="1"/>
              </p:cNvSpPr>
              <p:nvPr userDrawn="1"/>
            </p:nvSpPr>
            <p:spPr bwMode="auto">
              <a:xfrm>
                <a:off x="412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9" name="Line 88"/>
              <p:cNvSpPr>
                <a:spLocks noChangeShapeType="1"/>
              </p:cNvSpPr>
              <p:nvPr userDrawn="1"/>
            </p:nvSpPr>
            <p:spPr bwMode="auto">
              <a:xfrm>
                <a:off x="412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0" name="Line 89"/>
              <p:cNvSpPr>
                <a:spLocks noChangeShapeType="1"/>
              </p:cNvSpPr>
              <p:nvPr userDrawn="1"/>
            </p:nvSpPr>
            <p:spPr bwMode="auto">
              <a:xfrm>
                <a:off x="412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1" name="Line 90"/>
              <p:cNvSpPr>
                <a:spLocks noChangeShapeType="1"/>
              </p:cNvSpPr>
              <p:nvPr userDrawn="1"/>
            </p:nvSpPr>
            <p:spPr bwMode="auto">
              <a:xfrm>
                <a:off x="412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2" name="Line 91"/>
              <p:cNvSpPr>
                <a:spLocks noChangeShapeType="1"/>
              </p:cNvSpPr>
              <p:nvPr userDrawn="1"/>
            </p:nvSpPr>
            <p:spPr bwMode="auto">
              <a:xfrm>
                <a:off x="438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3" name="Line 92"/>
              <p:cNvSpPr>
                <a:spLocks noChangeShapeType="1"/>
              </p:cNvSpPr>
              <p:nvPr userDrawn="1"/>
            </p:nvSpPr>
            <p:spPr bwMode="auto">
              <a:xfrm>
                <a:off x="438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4" name="Line 93"/>
              <p:cNvSpPr>
                <a:spLocks noChangeShapeType="1"/>
              </p:cNvSpPr>
              <p:nvPr userDrawn="1"/>
            </p:nvSpPr>
            <p:spPr bwMode="auto">
              <a:xfrm>
                <a:off x="438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5" name="Line 94"/>
              <p:cNvSpPr>
                <a:spLocks noChangeShapeType="1"/>
              </p:cNvSpPr>
              <p:nvPr userDrawn="1"/>
            </p:nvSpPr>
            <p:spPr bwMode="auto">
              <a:xfrm>
                <a:off x="438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6" name="Line 95"/>
              <p:cNvSpPr>
                <a:spLocks noChangeShapeType="1"/>
              </p:cNvSpPr>
              <p:nvPr userDrawn="1"/>
            </p:nvSpPr>
            <p:spPr bwMode="auto">
              <a:xfrm>
                <a:off x="438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7" name="Line 96"/>
              <p:cNvSpPr>
                <a:spLocks noChangeShapeType="1"/>
              </p:cNvSpPr>
              <p:nvPr userDrawn="1"/>
            </p:nvSpPr>
            <p:spPr bwMode="auto">
              <a:xfrm>
                <a:off x="438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8" name="Line 97"/>
              <p:cNvSpPr>
                <a:spLocks noChangeShapeType="1"/>
              </p:cNvSpPr>
              <p:nvPr userDrawn="1"/>
            </p:nvSpPr>
            <p:spPr bwMode="auto">
              <a:xfrm>
                <a:off x="438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9" name="Line 98"/>
              <p:cNvSpPr>
                <a:spLocks noChangeShapeType="1"/>
              </p:cNvSpPr>
              <p:nvPr userDrawn="1"/>
            </p:nvSpPr>
            <p:spPr bwMode="auto">
              <a:xfrm>
                <a:off x="438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0" name="Line 99"/>
              <p:cNvSpPr>
                <a:spLocks noChangeShapeType="1"/>
              </p:cNvSpPr>
              <p:nvPr userDrawn="1"/>
            </p:nvSpPr>
            <p:spPr bwMode="auto">
              <a:xfrm>
                <a:off x="438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1" name="Line 100"/>
              <p:cNvSpPr>
                <a:spLocks noChangeShapeType="1"/>
              </p:cNvSpPr>
              <p:nvPr userDrawn="1"/>
            </p:nvSpPr>
            <p:spPr bwMode="auto">
              <a:xfrm>
                <a:off x="438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2" name="Line 101"/>
              <p:cNvSpPr>
                <a:spLocks noChangeShapeType="1"/>
              </p:cNvSpPr>
              <p:nvPr userDrawn="1"/>
            </p:nvSpPr>
            <p:spPr bwMode="auto">
              <a:xfrm>
                <a:off x="438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3" name="Line 102"/>
              <p:cNvSpPr>
                <a:spLocks noChangeShapeType="1"/>
              </p:cNvSpPr>
              <p:nvPr userDrawn="1"/>
            </p:nvSpPr>
            <p:spPr bwMode="auto">
              <a:xfrm>
                <a:off x="438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4" name="Line 103"/>
              <p:cNvSpPr>
                <a:spLocks noChangeShapeType="1"/>
              </p:cNvSpPr>
              <p:nvPr userDrawn="1"/>
            </p:nvSpPr>
            <p:spPr bwMode="auto">
              <a:xfrm>
                <a:off x="438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5" name="Line 104"/>
              <p:cNvSpPr>
                <a:spLocks noChangeShapeType="1"/>
              </p:cNvSpPr>
              <p:nvPr userDrawn="1"/>
            </p:nvSpPr>
            <p:spPr bwMode="auto">
              <a:xfrm>
                <a:off x="463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6" name="Line 105"/>
              <p:cNvSpPr>
                <a:spLocks noChangeShapeType="1"/>
              </p:cNvSpPr>
              <p:nvPr userDrawn="1"/>
            </p:nvSpPr>
            <p:spPr bwMode="auto">
              <a:xfrm>
                <a:off x="463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7" name="Line 106"/>
              <p:cNvSpPr>
                <a:spLocks noChangeShapeType="1"/>
              </p:cNvSpPr>
              <p:nvPr userDrawn="1"/>
            </p:nvSpPr>
            <p:spPr bwMode="auto">
              <a:xfrm>
                <a:off x="463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8" name="Line 107"/>
              <p:cNvSpPr>
                <a:spLocks noChangeShapeType="1"/>
              </p:cNvSpPr>
              <p:nvPr userDrawn="1"/>
            </p:nvSpPr>
            <p:spPr bwMode="auto">
              <a:xfrm>
                <a:off x="463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9" name="Line 108"/>
              <p:cNvSpPr>
                <a:spLocks noChangeShapeType="1"/>
              </p:cNvSpPr>
              <p:nvPr userDrawn="1"/>
            </p:nvSpPr>
            <p:spPr bwMode="auto">
              <a:xfrm>
                <a:off x="463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0" name="Line 109"/>
              <p:cNvSpPr>
                <a:spLocks noChangeShapeType="1"/>
              </p:cNvSpPr>
              <p:nvPr userDrawn="1"/>
            </p:nvSpPr>
            <p:spPr bwMode="auto">
              <a:xfrm>
                <a:off x="463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1" name="Line 110"/>
              <p:cNvSpPr>
                <a:spLocks noChangeShapeType="1"/>
              </p:cNvSpPr>
              <p:nvPr userDrawn="1"/>
            </p:nvSpPr>
            <p:spPr bwMode="auto">
              <a:xfrm>
                <a:off x="463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2" name="Line 111"/>
              <p:cNvSpPr>
                <a:spLocks noChangeShapeType="1"/>
              </p:cNvSpPr>
              <p:nvPr userDrawn="1"/>
            </p:nvSpPr>
            <p:spPr bwMode="auto">
              <a:xfrm>
                <a:off x="463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3" name="Line 112"/>
              <p:cNvSpPr>
                <a:spLocks noChangeShapeType="1"/>
              </p:cNvSpPr>
              <p:nvPr userDrawn="1"/>
            </p:nvSpPr>
            <p:spPr bwMode="auto">
              <a:xfrm>
                <a:off x="463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4" name="Line 113"/>
              <p:cNvSpPr>
                <a:spLocks noChangeShapeType="1"/>
              </p:cNvSpPr>
              <p:nvPr userDrawn="1"/>
            </p:nvSpPr>
            <p:spPr bwMode="auto">
              <a:xfrm>
                <a:off x="463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5" name="Line 114"/>
              <p:cNvSpPr>
                <a:spLocks noChangeShapeType="1"/>
              </p:cNvSpPr>
              <p:nvPr userDrawn="1"/>
            </p:nvSpPr>
            <p:spPr bwMode="auto">
              <a:xfrm>
                <a:off x="463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6" name="Line 115"/>
              <p:cNvSpPr>
                <a:spLocks noChangeShapeType="1"/>
              </p:cNvSpPr>
              <p:nvPr userDrawn="1"/>
            </p:nvSpPr>
            <p:spPr bwMode="auto">
              <a:xfrm>
                <a:off x="463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7" name="Line 116"/>
              <p:cNvSpPr>
                <a:spLocks noChangeShapeType="1"/>
              </p:cNvSpPr>
              <p:nvPr userDrawn="1"/>
            </p:nvSpPr>
            <p:spPr bwMode="auto">
              <a:xfrm>
                <a:off x="463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8" name="Line 117"/>
              <p:cNvSpPr>
                <a:spLocks noChangeShapeType="1"/>
              </p:cNvSpPr>
              <p:nvPr userDrawn="1"/>
            </p:nvSpPr>
            <p:spPr bwMode="auto">
              <a:xfrm>
                <a:off x="488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9" name="Line 118"/>
              <p:cNvSpPr>
                <a:spLocks noChangeShapeType="1"/>
              </p:cNvSpPr>
              <p:nvPr userDrawn="1"/>
            </p:nvSpPr>
            <p:spPr bwMode="auto">
              <a:xfrm>
                <a:off x="488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0" name="Line 119"/>
              <p:cNvSpPr>
                <a:spLocks noChangeShapeType="1"/>
              </p:cNvSpPr>
              <p:nvPr userDrawn="1"/>
            </p:nvSpPr>
            <p:spPr bwMode="auto">
              <a:xfrm>
                <a:off x="488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1" name="Line 120"/>
              <p:cNvSpPr>
                <a:spLocks noChangeShapeType="1"/>
              </p:cNvSpPr>
              <p:nvPr userDrawn="1"/>
            </p:nvSpPr>
            <p:spPr bwMode="auto">
              <a:xfrm>
                <a:off x="488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2" name="Line 121"/>
              <p:cNvSpPr>
                <a:spLocks noChangeShapeType="1"/>
              </p:cNvSpPr>
              <p:nvPr userDrawn="1"/>
            </p:nvSpPr>
            <p:spPr bwMode="auto">
              <a:xfrm>
                <a:off x="488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3" name="Line 122"/>
              <p:cNvSpPr>
                <a:spLocks noChangeShapeType="1"/>
              </p:cNvSpPr>
              <p:nvPr userDrawn="1"/>
            </p:nvSpPr>
            <p:spPr bwMode="auto">
              <a:xfrm>
                <a:off x="488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4" name="Line 123"/>
              <p:cNvSpPr>
                <a:spLocks noChangeShapeType="1"/>
              </p:cNvSpPr>
              <p:nvPr userDrawn="1"/>
            </p:nvSpPr>
            <p:spPr bwMode="auto">
              <a:xfrm>
                <a:off x="488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5" name="Line 124"/>
              <p:cNvSpPr>
                <a:spLocks noChangeShapeType="1"/>
              </p:cNvSpPr>
              <p:nvPr userDrawn="1"/>
            </p:nvSpPr>
            <p:spPr bwMode="auto">
              <a:xfrm>
                <a:off x="488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6" name="Line 125"/>
              <p:cNvSpPr>
                <a:spLocks noChangeShapeType="1"/>
              </p:cNvSpPr>
              <p:nvPr userDrawn="1"/>
            </p:nvSpPr>
            <p:spPr bwMode="auto">
              <a:xfrm>
                <a:off x="488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7" name="Line 126"/>
              <p:cNvSpPr>
                <a:spLocks noChangeShapeType="1"/>
              </p:cNvSpPr>
              <p:nvPr userDrawn="1"/>
            </p:nvSpPr>
            <p:spPr bwMode="auto">
              <a:xfrm>
                <a:off x="488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8" name="Line 127"/>
              <p:cNvSpPr>
                <a:spLocks noChangeShapeType="1"/>
              </p:cNvSpPr>
              <p:nvPr userDrawn="1"/>
            </p:nvSpPr>
            <p:spPr bwMode="auto">
              <a:xfrm>
                <a:off x="488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9" name="Line 128"/>
              <p:cNvSpPr>
                <a:spLocks noChangeShapeType="1"/>
              </p:cNvSpPr>
              <p:nvPr userDrawn="1"/>
            </p:nvSpPr>
            <p:spPr bwMode="auto">
              <a:xfrm>
                <a:off x="488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0" name="Line 129"/>
              <p:cNvSpPr>
                <a:spLocks noChangeShapeType="1"/>
              </p:cNvSpPr>
              <p:nvPr userDrawn="1"/>
            </p:nvSpPr>
            <p:spPr bwMode="auto">
              <a:xfrm>
                <a:off x="488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1" name="Line 130"/>
              <p:cNvSpPr>
                <a:spLocks noChangeShapeType="1"/>
              </p:cNvSpPr>
              <p:nvPr userDrawn="1"/>
            </p:nvSpPr>
            <p:spPr bwMode="auto">
              <a:xfrm>
                <a:off x="514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2" name="Line 131"/>
              <p:cNvSpPr>
                <a:spLocks noChangeShapeType="1"/>
              </p:cNvSpPr>
              <p:nvPr userDrawn="1"/>
            </p:nvSpPr>
            <p:spPr bwMode="auto">
              <a:xfrm>
                <a:off x="514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3" name="Line 132"/>
              <p:cNvSpPr>
                <a:spLocks noChangeShapeType="1"/>
              </p:cNvSpPr>
              <p:nvPr userDrawn="1"/>
            </p:nvSpPr>
            <p:spPr bwMode="auto">
              <a:xfrm>
                <a:off x="514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4" name="Line 133"/>
              <p:cNvSpPr>
                <a:spLocks noChangeShapeType="1"/>
              </p:cNvSpPr>
              <p:nvPr userDrawn="1"/>
            </p:nvSpPr>
            <p:spPr bwMode="auto">
              <a:xfrm>
                <a:off x="514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5" name="Line 134"/>
              <p:cNvSpPr>
                <a:spLocks noChangeShapeType="1"/>
              </p:cNvSpPr>
              <p:nvPr userDrawn="1"/>
            </p:nvSpPr>
            <p:spPr bwMode="auto">
              <a:xfrm>
                <a:off x="514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6" name="Line 135"/>
              <p:cNvSpPr>
                <a:spLocks noChangeShapeType="1"/>
              </p:cNvSpPr>
              <p:nvPr userDrawn="1"/>
            </p:nvSpPr>
            <p:spPr bwMode="auto">
              <a:xfrm>
                <a:off x="514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7" name="Line 136"/>
              <p:cNvSpPr>
                <a:spLocks noChangeShapeType="1"/>
              </p:cNvSpPr>
              <p:nvPr userDrawn="1"/>
            </p:nvSpPr>
            <p:spPr bwMode="auto">
              <a:xfrm>
                <a:off x="514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8" name="Line 137"/>
              <p:cNvSpPr>
                <a:spLocks noChangeShapeType="1"/>
              </p:cNvSpPr>
              <p:nvPr userDrawn="1"/>
            </p:nvSpPr>
            <p:spPr bwMode="auto">
              <a:xfrm>
                <a:off x="514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9" name="Line 138"/>
              <p:cNvSpPr>
                <a:spLocks noChangeShapeType="1"/>
              </p:cNvSpPr>
              <p:nvPr userDrawn="1"/>
            </p:nvSpPr>
            <p:spPr bwMode="auto">
              <a:xfrm>
                <a:off x="514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0" name="Line 139"/>
              <p:cNvSpPr>
                <a:spLocks noChangeShapeType="1"/>
              </p:cNvSpPr>
              <p:nvPr userDrawn="1"/>
            </p:nvSpPr>
            <p:spPr bwMode="auto">
              <a:xfrm>
                <a:off x="514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1" name="Line 140"/>
              <p:cNvSpPr>
                <a:spLocks noChangeShapeType="1"/>
              </p:cNvSpPr>
              <p:nvPr userDrawn="1"/>
            </p:nvSpPr>
            <p:spPr bwMode="auto">
              <a:xfrm>
                <a:off x="514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2" name="Line 141"/>
              <p:cNvSpPr>
                <a:spLocks noChangeShapeType="1"/>
              </p:cNvSpPr>
              <p:nvPr userDrawn="1"/>
            </p:nvSpPr>
            <p:spPr bwMode="auto">
              <a:xfrm>
                <a:off x="514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3" name="Line 142"/>
              <p:cNvSpPr>
                <a:spLocks noChangeShapeType="1"/>
              </p:cNvSpPr>
              <p:nvPr userDrawn="1"/>
            </p:nvSpPr>
            <p:spPr bwMode="auto">
              <a:xfrm>
                <a:off x="514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4" name="Line 143"/>
              <p:cNvSpPr>
                <a:spLocks noChangeShapeType="1"/>
              </p:cNvSpPr>
              <p:nvPr userDrawn="1"/>
            </p:nvSpPr>
            <p:spPr bwMode="auto">
              <a:xfrm>
                <a:off x="539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5" name="Line 144"/>
              <p:cNvSpPr>
                <a:spLocks noChangeShapeType="1"/>
              </p:cNvSpPr>
              <p:nvPr userDrawn="1"/>
            </p:nvSpPr>
            <p:spPr bwMode="auto">
              <a:xfrm>
                <a:off x="539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6" name="Line 145"/>
              <p:cNvSpPr>
                <a:spLocks noChangeShapeType="1"/>
              </p:cNvSpPr>
              <p:nvPr userDrawn="1"/>
            </p:nvSpPr>
            <p:spPr bwMode="auto">
              <a:xfrm>
                <a:off x="539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7" name="Line 146"/>
              <p:cNvSpPr>
                <a:spLocks noChangeShapeType="1"/>
              </p:cNvSpPr>
              <p:nvPr userDrawn="1"/>
            </p:nvSpPr>
            <p:spPr bwMode="auto">
              <a:xfrm>
                <a:off x="539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8" name="Line 147"/>
              <p:cNvSpPr>
                <a:spLocks noChangeShapeType="1"/>
              </p:cNvSpPr>
              <p:nvPr userDrawn="1"/>
            </p:nvSpPr>
            <p:spPr bwMode="auto">
              <a:xfrm>
                <a:off x="539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9" name="Line 148"/>
              <p:cNvSpPr>
                <a:spLocks noChangeShapeType="1"/>
              </p:cNvSpPr>
              <p:nvPr userDrawn="1"/>
            </p:nvSpPr>
            <p:spPr bwMode="auto">
              <a:xfrm>
                <a:off x="539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0" name="Line 149"/>
              <p:cNvSpPr>
                <a:spLocks noChangeShapeType="1"/>
              </p:cNvSpPr>
              <p:nvPr userDrawn="1"/>
            </p:nvSpPr>
            <p:spPr bwMode="auto">
              <a:xfrm>
                <a:off x="539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1" name="Line 150"/>
              <p:cNvSpPr>
                <a:spLocks noChangeShapeType="1"/>
              </p:cNvSpPr>
              <p:nvPr userDrawn="1"/>
            </p:nvSpPr>
            <p:spPr bwMode="auto">
              <a:xfrm>
                <a:off x="539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2" name="Line 151"/>
              <p:cNvSpPr>
                <a:spLocks noChangeShapeType="1"/>
              </p:cNvSpPr>
              <p:nvPr userDrawn="1"/>
            </p:nvSpPr>
            <p:spPr bwMode="auto">
              <a:xfrm>
                <a:off x="539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3" name="Line 152"/>
              <p:cNvSpPr>
                <a:spLocks noChangeShapeType="1"/>
              </p:cNvSpPr>
              <p:nvPr userDrawn="1"/>
            </p:nvSpPr>
            <p:spPr bwMode="auto">
              <a:xfrm>
                <a:off x="539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4" name="Line 153"/>
              <p:cNvSpPr>
                <a:spLocks noChangeShapeType="1"/>
              </p:cNvSpPr>
              <p:nvPr userDrawn="1"/>
            </p:nvSpPr>
            <p:spPr bwMode="auto">
              <a:xfrm>
                <a:off x="539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5" name="Line 154"/>
              <p:cNvSpPr>
                <a:spLocks noChangeShapeType="1"/>
              </p:cNvSpPr>
              <p:nvPr userDrawn="1"/>
            </p:nvSpPr>
            <p:spPr bwMode="auto">
              <a:xfrm>
                <a:off x="539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6" name="Line 155"/>
              <p:cNvSpPr>
                <a:spLocks noChangeShapeType="1"/>
              </p:cNvSpPr>
              <p:nvPr userDrawn="1"/>
            </p:nvSpPr>
            <p:spPr bwMode="auto">
              <a:xfrm>
                <a:off x="539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7" name="Line 156"/>
              <p:cNvSpPr>
                <a:spLocks noChangeShapeType="1"/>
              </p:cNvSpPr>
              <p:nvPr userDrawn="1"/>
            </p:nvSpPr>
            <p:spPr bwMode="auto">
              <a:xfrm>
                <a:off x="565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8" name="Line 157"/>
              <p:cNvSpPr>
                <a:spLocks noChangeShapeType="1"/>
              </p:cNvSpPr>
              <p:nvPr userDrawn="1"/>
            </p:nvSpPr>
            <p:spPr bwMode="auto">
              <a:xfrm>
                <a:off x="565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9" name="Line 158"/>
              <p:cNvSpPr>
                <a:spLocks noChangeShapeType="1"/>
              </p:cNvSpPr>
              <p:nvPr userDrawn="1"/>
            </p:nvSpPr>
            <p:spPr bwMode="auto">
              <a:xfrm>
                <a:off x="565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0" name="Line 159"/>
              <p:cNvSpPr>
                <a:spLocks noChangeShapeType="1"/>
              </p:cNvSpPr>
              <p:nvPr userDrawn="1"/>
            </p:nvSpPr>
            <p:spPr bwMode="auto">
              <a:xfrm>
                <a:off x="565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1" name="Line 160"/>
              <p:cNvSpPr>
                <a:spLocks noChangeShapeType="1"/>
              </p:cNvSpPr>
              <p:nvPr userDrawn="1"/>
            </p:nvSpPr>
            <p:spPr bwMode="auto">
              <a:xfrm>
                <a:off x="565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2" name="Line 161"/>
              <p:cNvSpPr>
                <a:spLocks noChangeShapeType="1"/>
              </p:cNvSpPr>
              <p:nvPr userDrawn="1"/>
            </p:nvSpPr>
            <p:spPr bwMode="auto">
              <a:xfrm>
                <a:off x="565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3" name="Line 162"/>
              <p:cNvSpPr>
                <a:spLocks noChangeShapeType="1"/>
              </p:cNvSpPr>
              <p:nvPr userDrawn="1"/>
            </p:nvSpPr>
            <p:spPr bwMode="auto">
              <a:xfrm>
                <a:off x="565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4" name="Line 163"/>
              <p:cNvSpPr>
                <a:spLocks noChangeShapeType="1"/>
              </p:cNvSpPr>
              <p:nvPr userDrawn="1"/>
            </p:nvSpPr>
            <p:spPr bwMode="auto">
              <a:xfrm>
                <a:off x="565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5" name="Line 164"/>
              <p:cNvSpPr>
                <a:spLocks noChangeShapeType="1"/>
              </p:cNvSpPr>
              <p:nvPr userDrawn="1"/>
            </p:nvSpPr>
            <p:spPr bwMode="auto">
              <a:xfrm>
                <a:off x="565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6" name="Line 165"/>
              <p:cNvSpPr>
                <a:spLocks noChangeShapeType="1"/>
              </p:cNvSpPr>
              <p:nvPr userDrawn="1"/>
            </p:nvSpPr>
            <p:spPr bwMode="auto">
              <a:xfrm>
                <a:off x="565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7" name="Line 166"/>
              <p:cNvSpPr>
                <a:spLocks noChangeShapeType="1"/>
              </p:cNvSpPr>
              <p:nvPr userDrawn="1"/>
            </p:nvSpPr>
            <p:spPr bwMode="auto">
              <a:xfrm>
                <a:off x="565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8" name="Line 167"/>
              <p:cNvSpPr>
                <a:spLocks noChangeShapeType="1"/>
              </p:cNvSpPr>
              <p:nvPr userDrawn="1"/>
            </p:nvSpPr>
            <p:spPr bwMode="auto">
              <a:xfrm>
                <a:off x="565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9" name="Line 168"/>
              <p:cNvSpPr>
                <a:spLocks noChangeShapeType="1"/>
              </p:cNvSpPr>
              <p:nvPr userDrawn="1"/>
            </p:nvSpPr>
            <p:spPr bwMode="auto">
              <a:xfrm>
                <a:off x="565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0" name="Line 169"/>
              <p:cNvSpPr>
                <a:spLocks noChangeShapeType="1"/>
              </p:cNvSpPr>
              <p:nvPr userDrawn="1"/>
            </p:nvSpPr>
            <p:spPr bwMode="auto">
              <a:xfrm>
                <a:off x="590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1" name="Line 170"/>
              <p:cNvSpPr>
                <a:spLocks noChangeShapeType="1"/>
              </p:cNvSpPr>
              <p:nvPr userDrawn="1"/>
            </p:nvSpPr>
            <p:spPr bwMode="auto">
              <a:xfrm>
                <a:off x="590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2" name="Line 171"/>
              <p:cNvSpPr>
                <a:spLocks noChangeShapeType="1"/>
              </p:cNvSpPr>
              <p:nvPr userDrawn="1"/>
            </p:nvSpPr>
            <p:spPr bwMode="auto">
              <a:xfrm>
                <a:off x="590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3" name="Line 172"/>
              <p:cNvSpPr>
                <a:spLocks noChangeShapeType="1"/>
              </p:cNvSpPr>
              <p:nvPr userDrawn="1"/>
            </p:nvSpPr>
            <p:spPr bwMode="auto">
              <a:xfrm>
                <a:off x="590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4" name="Line 173"/>
              <p:cNvSpPr>
                <a:spLocks noChangeShapeType="1"/>
              </p:cNvSpPr>
              <p:nvPr userDrawn="1"/>
            </p:nvSpPr>
            <p:spPr bwMode="auto">
              <a:xfrm>
                <a:off x="590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5" name="Line 174"/>
              <p:cNvSpPr>
                <a:spLocks noChangeShapeType="1"/>
              </p:cNvSpPr>
              <p:nvPr userDrawn="1"/>
            </p:nvSpPr>
            <p:spPr bwMode="auto">
              <a:xfrm>
                <a:off x="590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6" name="Line 175"/>
              <p:cNvSpPr>
                <a:spLocks noChangeShapeType="1"/>
              </p:cNvSpPr>
              <p:nvPr userDrawn="1"/>
            </p:nvSpPr>
            <p:spPr bwMode="auto">
              <a:xfrm>
                <a:off x="590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7" name="Line 176"/>
              <p:cNvSpPr>
                <a:spLocks noChangeShapeType="1"/>
              </p:cNvSpPr>
              <p:nvPr userDrawn="1"/>
            </p:nvSpPr>
            <p:spPr bwMode="auto">
              <a:xfrm>
                <a:off x="590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8" name="Line 177"/>
              <p:cNvSpPr>
                <a:spLocks noChangeShapeType="1"/>
              </p:cNvSpPr>
              <p:nvPr userDrawn="1"/>
            </p:nvSpPr>
            <p:spPr bwMode="auto">
              <a:xfrm>
                <a:off x="590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9" name="Line 178"/>
              <p:cNvSpPr>
                <a:spLocks noChangeShapeType="1"/>
              </p:cNvSpPr>
              <p:nvPr userDrawn="1"/>
            </p:nvSpPr>
            <p:spPr bwMode="auto">
              <a:xfrm>
                <a:off x="590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0" name="Line 179"/>
              <p:cNvSpPr>
                <a:spLocks noChangeShapeType="1"/>
              </p:cNvSpPr>
              <p:nvPr userDrawn="1"/>
            </p:nvSpPr>
            <p:spPr bwMode="auto">
              <a:xfrm>
                <a:off x="590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1" name="Line 180"/>
              <p:cNvSpPr>
                <a:spLocks noChangeShapeType="1"/>
              </p:cNvSpPr>
              <p:nvPr userDrawn="1"/>
            </p:nvSpPr>
            <p:spPr bwMode="auto">
              <a:xfrm>
                <a:off x="590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2" name="Line 181"/>
              <p:cNvSpPr>
                <a:spLocks noChangeShapeType="1"/>
              </p:cNvSpPr>
              <p:nvPr userDrawn="1"/>
            </p:nvSpPr>
            <p:spPr bwMode="auto">
              <a:xfrm>
                <a:off x="590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3" name="Line 182"/>
              <p:cNvSpPr>
                <a:spLocks noChangeShapeType="1"/>
              </p:cNvSpPr>
              <p:nvPr userDrawn="1"/>
            </p:nvSpPr>
            <p:spPr bwMode="auto">
              <a:xfrm>
                <a:off x="615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4" name="Line 183"/>
              <p:cNvSpPr>
                <a:spLocks noChangeShapeType="1"/>
              </p:cNvSpPr>
              <p:nvPr userDrawn="1"/>
            </p:nvSpPr>
            <p:spPr bwMode="auto">
              <a:xfrm>
                <a:off x="615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5" name="Line 184"/>
              <p:cNvSpPr>
                <a:spLocks noChangeShapeType="1"/>
              </p:cNvSpPr>
              <p:nvPr userDrawn="1"/>
            </p:nvSpPr>
            <p:spPr bwMode="auto">
              <a:xfrm>
                <a:off x="615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6" name="Line 185"/>
              <p:cNvSpPr>
                <a:spLocks noChangeShapeType="1"/>
              </p:cNvSpPr>
              <p:nvPr userDrawn="1"/>
            </p:nvSpPr>
            <p:spPr bwMode="auto">
              <a:xfrm>
                <a:off x="615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7" name="Line 186"/>
              <p:cNvSpPr>
                <a:spLocks noChangeShapeType="1"/>
              </p:cNvSpPr>
              <p:nvPr userDrawn="1"/>
            </p:nvSpPr>
            <p:spPr bwMode="auto">
              <a:xfrm>
                <a:off x="615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8" name="Line 187"/>
              <p:cNvSpPr>
                <a:spLocks noChangeShapeType="1"/>
              </p:cNvSpPr>
              <p:nvPr userDrawn="1"/>
            </p:nvSpPr>
            <p:spPr bwMode="auto">
              <a:xfrm>
                <a:off x="615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9" name="Line 188"/>
              <p:cNvSpPr>
                <a:spLocks noChangeShapeType="1"/>
              </p:cNvSpPr>
              <p:nvPr userDrawn="1"/>
            </p:nvSpPr>
            <p:spPr bwMode="auto">
              <a:xfrm>
                <a:off x="615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0" name="Line 189"/>
              <p:cNvSpPr>
                <a:spLocks noChangeShapeType="1"/>
              </p:cNvSpPr>
              <p:nvPr userDrawn="1"/>
            </p:nvSpPr>
            <p:spPr bwMode="auto">
              <a:xfrm>
                <a:off x="615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1" name="Line 190"/>
              <p:cNvSpPr>
                <a:spLocks noChangeShapeType="1"/>
              </p:cNvSpPr>
              <p:nvPr userDrawn="1"/>
            </p:nvSpPr>
            <p:spPr bwMode="auto">
              <a:xfrm>
                <a:off x="615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2" name="Line 191"/>
              <p:cNvSpPr>
                <a:spLocks noChangeShapeType="1"/>
              </p:cNvSpPr>
              <p:nvPr userDrawn="1"/>
            </p:nvSpPr>
            <p:spPr bwMode="auto">
              <a:xfrm>
                <a:off x="615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3" name="Line 192"/>
              <p:cNvSpPr>
                <a:spLocks noChangeShapeType="1"/>
              </p:cNvSpPr>
              <p:nvPr userDrawn="1"/>
            </p:nvSpPr>
            <p:spPr bwMode="auto">
              <a:xfrm>
                <a:off x="615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4" name="Line 193"/>
              <p:cNvSpPr>
                <a:spLocks noChangeShapeType="1"/>
              </p:cNvSpPr>
              <p:nvPr userDrawn="1"/>
            </p:nvSpPr>
            <p:spPr bwMode="auto">
              <a:xfrm>
                <a:off x="615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5" name="Line 194"/>
              <p:cNvSpPr>
                <a:spLocks noChangeShapeType="1"/>
              </p:cNvSpPr>
              <p:nvPr userDrawn="1"/>
            </p:nvSpPr>
            <p:spPr bwMode="auto">
              <a:xfrm>
                <a:off x="615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6" name="Line 195"/>
              <p:cNvSpPr>
                <a:spLocks noChangeShapeType="1"/>
              </p:cNvSpPr>
              <p:nvPr userDrawn="1"/>
            </p:nvSpPr>
            <p:spPr bwMode="auto">
              <a:xfrm>
                <a:off x="641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7" name="Line 196"/>
              <p:cNvSpPr>
                <a:spLocks noChangeShapeType="1"/>
              </p:cNvSpPr>
              <p:nvPr userDrawn="1"/>
            </p:nvSpPr>
            <p:spPr bwMode="auto">
              <a:xfrm>
                <a:off x="641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8" name="Line 197"/>
              <p:cNvSpPr>
                <a:spLocks noChangeShapeType="1"/>
              </p:cNvSpPr>
              <p:nvPr userDrawn="1"/>
            </p:nvSpPr>
            <p:spPr bwMode="auto">
              <a:xfrm>
                <a:off x="641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9" name="Line 198"/>
              <p:cNvSpPr>
                <a:spLocks noChangeShapeType="1"/>
              </p:cNvSpPr>
              <p:nvPr userDrawn="1"/>
            </p:nvSpPr>
            <p:spPr bwMode="auto">
              <a:xfrm>
                <a:off x="641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0" name="Line 199"/>
              <p:cNvSpPr>
                <a:spLocks noChangeShapeType="1"/>
              </p:cNvSpPr>
              <p:nvPr userDrawn="1"/>
            </p:nvSpPr>
            <p:spPr bwMode="auto">
              <a:xfrm>
                <a:off x="641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2" name="Line 200"/>
              <p:cNvSpPr>
                <a:spLocks noChangeShapeType="1"/>
              </p:cNvSpPr>
              <p:nvPr userDrawn="1"/>
            </p:nvSpPr>
            <p:spPr bwMode="auto">
              <a:xfrm>
                <a:off x="641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3" name="Line 201"/>
              <p:cNvSpPr>
                <a:spLocks noChangeShapeType="1"/>
              </p:cNvSpPr>
              <p:nvPr userDrawn="1"/>
            </p:nvSpPr>
            <p:spPr bwMode="auto">
              <a:xfrm>
                <a:off x="641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4" name="Line 202"/>
              <p:cNvSpPr>
                <a:spLocks noChangeShapeType="1"/>
              </p:cNvSpPr>
              <p:nvPr userDrawn="1"/>
            </p:nvSpPr>
            <p:spPr bwMode="auto">
              <a:xfrm>
                <a:off x="641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8" name="Line 203"/>
              <p:cNvSpPr>
                <a:spLocks noChangeShapeType="1"/>
              </p:cNvSpPr>
              <p:nvPr userDrawn="1"/>
            </p:nvSpPr>
            <p:spPr bwMode="auto">
              <a:xfrm>
                <a:off x="641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9" name="Line 204"/>
              <p:cNvSpPr>
                <a:spLocks noChangeShapeType="1"/>
              </p:cNvSpPr>
              <p:nvPr userDrawn="1"/>
            </p:nvSpPr>
            <p:spPr bwMode="auto">
              <a:xfrm>
                <a:off x="641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18" name="Group 406"/>
            <p:cNvGrpSpPr>
              <a:grpSpLocks/>
            </p:cNvGrpSpPr>
            <p:nvPr userDrawn="1"/>
          </p:nvGrpSpPr>
          <p:grpSpPr bwMode="auto">
            <a:xfrm>
              <a:off x="4303713" y="385763"/>
              <a:ext cx="4435475" cy="4900613"/>
              <a:chOff x="3618" y="243"/>
              <a:chExt cx="2794" cy="3087"/>
            </a:xfrm>
          </p:grpSpPr>
          <p:sp>
            <p:nvSpPr>
              <p:cNvPr id="259" name="Line 206"/>
              <p:cNvSpPr>
                <a:spLocks noChangeShapeType="1"/>
              </p:cNvSpPr>
              <p:nvPr userDrawn="1"/>
            </p:nvSpPr>
            <p:spPr bwMode="auto">
              <a:xfrm>
                <a:off x="641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0" name="Line 207"/>
              <p:cNvSpPr>
                <a:spLocks noChangeShapeType="1"/>
              </p:cNvSpPr>
              <p:nvPr userDrawn="1"/>
            </p:nvSpPr>
            <p:spPr bwMode="auto">
              <a:xfrm>
                <a:off x="641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1" name="Line 208"/>
              <p:cNvSpPr>
                <a:spLocks noChangeShapeType="1"/>
              </p:cNvSpPr>
              <p:nvPr userDrawn="1"/>
            </p:nvSpPr>
            <p:spPr bwMode="auto">
              <a:xfrm>
                <a:off x="641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2" name="Line 261"/>
              <p:cNvSpPr>
                <a:spLocks noChangeShapeType="1"/>
              </p:cNvSpPr>
              <p:nvPr userDrawn="1"/>
            </p:nvSpPr>
            <p:spPr bwMode="auto">
              <a:xfrm>
                <a:off x="361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3" name="Line 262"/>
              <p:cNvSpPr>
                <a:spLocks noChangeShapeType="1"/>
              </p:cNvSpPr>
              <p:nvPr userDrawn="1"/>
            </p:nvSpPr>
            <p:spPr bwMode="auto">
              <a:xfrm>
                <a:off x="361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4" name="Line 263"/>
              <p:cNvSpPr>
                <a:spLocks noChangeShapeType="1"/>
              </p:cNvSpPr>
              <p:nvPr userDrawn="1"/>
            </p:nvSpPr>
            <p:spPr bwMode="auto">
              <a:xfrm>
                <a:off x="361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5" name="Line 264"/>
              <p:cNvSpPr>
                <a:spLocks noChangeShapeType="1"/>
              </p:cNvSpPr>
              <p:nvPr userDrawn="1"/>
            </p:nvSpPr>
            <p:spPr bwMode="auto">
              <a:xfrm>
                <a:off x="361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6" name="Line 265"/>
              <p:cNvSpPr>
                <a:spLocks noChangeShapeType="1"/>
              </p:cNvSpPr>
              <p:nvPr userDrawn="1"/>
            </p:nvSpPr>
            <p:spPr bwMode="auto">
              <a:xfrm>
                <a:off x="361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7" name="Line 266"/>
              <p:cNvSpPr>
                <a:spLocks noChangeShapeType="1"/>
              </p:cNvSpPr>
              <p:nvPr userDrawn="1"/>
            </p:nvSpPr>
            <p:spPr bwMode="auto">
              <a:xfrm>
                <a:off x="361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8" name="Line 267"/>
              <p:cNvSpPr>
                <a:spLocks noChangeShapeType="1"/>
              </p:cNvSpPr>
              <p:nvPr userDrawn="1"/>
            </p:nvSpPr>
            <p:spPr bwMode="auto">
              <a:xfrm>
                <a:off x="361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9" name="Line 268"/>
              <p:cNvSpPr>
                <a:spLocks noChangeShapeType="1"/>
              </p:cNvSpPr>
              <p:nvPr userDrawn="1"/>
            </p:nvSpPr>
            <p:spPr bwMode="auto">
              <a:xfrm>
                <a:off x="361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0" name="Line 269"/>
              <p:cNvSpPr>
                <a:spLocks noChangeShapeType="1"/>
              </p:cNvSpPr>
              <p:nvPr userDrawn="1"/>
            </p:nvSpPr>
            <p:spPr bwMode="auto">
              <a:xfrm>
                <a:off x="361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1" name="Line 270"/>
              <p:cNvSpPr>
                <a:spLocks noChangeShapeType="1"/>
              </p:cNvSpPr>
              <p:nvPr userDrawn="1"/>
            </p:nvSpPr>
            <p:spPr bwMode="auto">
              <a:xfrm>
                <a:off x="361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2" name="Line 271"/>
              <p:cNvSpPr>
                <a:spLocks noChangeShapeType="1"/>
              </p:cNvSpPr>
              <p:nvPr userDrawn="1"/>
            </p:nvSpPr>
            <p:spPr bwMode="auto">
              <a:xfrm>
                <a:off x="361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3" name="Line 272"/>
              <p:cNvSpPr>
                <a:spLocks noChangeShapeType="1"/>
              </p:cNvSpPr>
              <p:nvPr userDrawn="1"/>
            </p:nvSpPr>
            <p:spPr bwMode="auto">
              <a:xfrm>
                <a:off x="361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4" name="Line 273"/>
              <p:cNvSpPr>
                <a:spLocks noChangeShapeType="1"/>
              </p:cNvSpPr>
              <p:nvPr userDrawn="1"/>
            </p:nvSpPr>
            <p:spPr bwMode="auto">
              <a:xfrm>
                <a:off x="361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5" name="Line 274"/>
              <p:cNvSpPr>
                <a:spLocks noChangeShapeType="1"/>
              </p:cNvSpPr>
              <p:nvPr userDrawn="1"/>
            </p:nvSpPr>
            <p:spPr bwMode="auto">
              <a:xfrm>
                <a:off x="387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6" name="Line 275"/>
              <p:cNvSpPr>
                <a:spLocks noChangeShapeType="1"/>
              </p:cNvSpPr>
              <p:nvPr userDrawn="1"/>
            </p:nvSpPr>
            <p:spPr bwMode="auto">
              <a:xfrm>
                <a:off x="387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7" name="Line 276"/>
              <p:cNvSpPr>
                <a:spLocks noChangeShapeType="1"/>
              </p:cNvSpPr>
              <p:nvPr userDrawn="1"/>
            </p:nvSpPr>
            <p:spPr bwMode="auto">
              <a:xfrm>
                <a:off x="387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8" name="Line 277"/>
              <p:cNvSpPr>
                <a:spLocks noChangeShapeType="1"/>
              </p:cNvSpPr>
              <p:nvPr userDrawn="1"/>
            </p:nvSpPr>
            <p:spPr bwMode="auto">
              <a:xfrm>
                <a:off x="387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9" name="Line 278"/>
              <p:cNvSpPr>
                <a:spLocks noChangeShapeType="1"/>
              </p:cNvSpPr>
              <p:nvPr userDrawn="1"/>
            </p:nvSpPr>
            <p:spPr bwMode="auto">
              <a:xfrm>
                <a:off x="387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0" name="Line 279"/>
              <p:cNvSpPr>
                <a:spLocks noChangeShapeType="1"/>
              </p:cNvSpPr>
              <p:nvPr userDrawn="1"/>
            </p:nvSpPr>
            <p:spPr bwMode="auto">
              <a:xfrm>
                <a:off x="387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1" name="Line 280"/>
              <p:cNvSpPr>
                <a:spLocks noChangeShapeType="1"/>
              </p:cNvSpPr>
              <p:nvPr userDrawn="1"/>
            </p:nvSpPr>
            <p:spPr bwMode="auto">
              <a:xfrm>
                <a:off x="387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2" name="Line 281"/>
              <p:cNvSpPr>
                <a:spLocks noChangeShapeType="1"/>
              </p:cNvSpPr>
              <p:nvPr userDrawn="1"/>
            </p:nvSpPr>
            <p:spPr bwMode="auto">
              <a:xfrm>
                <a:off x="387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3" name="Line 282"/>
              <p:cNvSpPr>
                <a:spLocks noChangeShapeType="1"/>
              </p:cNvSpPr>
              <p:nvPr userDrawn="1"/>
            </p:nvSpPr>
            <p:spPr bwMode="auto">
              <a:xfrm>
                <a:off x="387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4" name="Line 283"/>
              <p:cNvSpPr>
                <a:spLocks noChangeShapeType="1"/>
              </p:cNvSpPr>
              <p:nvPr userDrawn="1"/>
            </p:nvSpPr>
            <p:spPr bwMode="auto">
              <a:xfrm>
                <a:off x="387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5" name="Line 284"/>
              <p:cNvSpPr>
                <a:spLocks noChangeShapeType="1"/>
              </p:cNvSpPr>
              <p:nvPr userDrawn="1"/>
            </p:nvSpPr>
            <p:spPr bwMode="auto">
              <a:xfrm>
                <a:off x="387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6" name="Line 285"/>
              <p:cNvSpPr>
                <a:spLocks noChangeShapeType="1"/>
              </p:cNvSpPr>
              <p:nvPr userDrawn="1"/>
            </p:nvSpPr>
            <p:spPr bwMode="auto">
              <a:xfrm>
                <a:off x="387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7" name="Line 286"/>
              <p:cNvSpPr>
                <a:spLocks noChangeShapeType="1"/>
              </p:cNvSpPr>
              <p:nvPr userDrawn="1"/>
            </p:nvSpPr>
            <p:spPr bwMode="auto">
              <a:xfrm>
                <a:off x="387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8" name="Line 287"/>
              <p:cNvSpPr>
                <a:spLocks noChangeShapeType="1"/>
              </p:cNvSpPr>
              <p:nvPr userDrawn="1"/>
            </p:nvSpPr>
            <p:spPr bwMode="auto">
              <a:xfrm>
                <a:off x="412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9" name="Line 288"/>
              <p:cNvSpPr>
                <a:spLocks noChangeShapeType="1"/>
              </p:cNvSpPr>
              <p:nvPr userDrawn="1"/>
            </p:nvSpPr>
            <p:spPr bwMode="auto">
              <a:xfrm>
                <a:off x="412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0" name="Line 289"/>
              <p:cNvSpPr>
                <a:spLocks noChangeShapeType="1"/>
              </p:cNvSpPr>
              <p:nvPr userDrawn="1"/>
            </p:nvSpPr>
            <p:spPr bwMode="auto">
              <a:xfrm>
                <a:off x="412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1" name="Line 290"/>
              <p:cNvSpPr>
                <a:spLocks noChangeShapeType="1"/>
              </p:cNvSpPr>
              <p:nvPr userDrawn="1"/>
            </p:nvSpPr>
            <p:spPr bwMode="auto">
              <a:xfrm>
                <a:off x="412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2" name="Line 291"/>
              <p:cNvSpPr>
                <a:spLocks noChangeShapeType="1"/>
              </p:cNvSpPr>
              <p:nvPr userDrawn="1"/>
            </p:nvSpPr>
            <p:spPr bwMode="auto">
              <a:xfrm>
                <a:off x="412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3" name="Line 292"/>
              <p:cNvSpPr>
                <a:spLocks noChangeShapeType="1"/>
              </p:cNvSpPr>
              <p:nvPr userDrawn="1"/>
            </p:nvSpPr>
            <p:spPr bwMode="auto">
              <a:xfrm>
                <a:off x="412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4" name="Line 293"/>
              <p:cNvSpPr>
                <a:spLocks noChangeShapeType="1"/>
              </p:cNvSpPr>
              <p:nvPr userDrawn="1"/>
            </p:nvSpPr>
            <p:spPr bwMode="auto">
              <a:xfrm>
                <a:off x="412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5" name="Line 294"/>
              <p:cNvSpPr>
                <a:spLocks noChangeShapeType="1"/>
              </p:cNvSpPr>
              <p:nvPr userDrawn="1"/>
            </p:nvSpPr>
            <p:spPr bwMode="auto">
              <a:xfrm>
                <a:off x="412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6" name="Line 295"/>
              <p:cNvSpPr>
                <a:spLocks noChangeShapeType="1"/>
              </p:cNvSpPr>
              <p:nvPr userDrawn="1"/>
            </p:nvSpPr>
            <p:spPr bwMode="auto">
              <a:xfrm>
                <a:off x="412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7" name="Line 296"/>
              <p:cNvSpPr>
                <a:spLocks noChangeShapeType="1"/>
              </p:cNvSpPr>
              <p:nvPr userDrawn="1"/>
            </p:nvSpPr>
            <p:spPr bwMode="auto">
              <a:xfrm>
                <a:off x="412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8" name="Line 297"/>
              <p:cNvSpPr>
                <a:spLocks noChangeShapeType="1"/>
              </p:cNvSpPr>
              <p:nvPr userDrawn="1"/>
            </p:nvSpPr>
            <p:spPr bwMode="auto">
              <a:xfrm>
                <a:off x="412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9" name="Line 298"/>
              <p:cNvSpPr>
                <a:spLocks noChangeShapeType="1"/>
              </p:cNvSpPr>
              <p:nvPr userDrawn="1"/>
            </p:nvSpPr>
            <p:spPr bwMode="auto">
              <a:xfrm>
                <a:off x="412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0" name="Line 299"/>
              <p:cNvSpPr>
                <a:spLocks noChangeShapeType="1"/>
              </p:cNvSpPr>
              <p:nvPr userDrawn="1"/>
            </p:nvSpPr>
            <p:spPr bwMode="auto">
              <a:xfrm>
                <a:off x="412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1" name="Line 300"/>
              <p:cNvSpPr>
                <a:spLocks noChangeShapeType="1"/>
              </p:cNvSpPr>
              <p:nvPr userDrawn="1"/>
            </p:nvSpPr>
            <p:spPr bwMode="auto">
              <a:xfrm>
                <a:off x="438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2" name="Line 301"/>
              <p:cNvSpPr>
                <a:spLocks noChangeShapeType="1"/>
              </p:cNvSpPr>
              <p:nvPr userDrawn="1"/>
            </p:nvSpPr>
            <p:spPr bwMode="auto">
              <a:xfrm>
                <a:off x="438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3" name="Line 302"/>
              <p:cNvSpPr>
                <a:spLocks noChangeShapeType="1"/>
              </p:cNvSpPr>
              <p:nvPr userDrawn="1"/>
            </p:nvSpPr>
            <p:spPr bwMode="auto">
              <a:xfrm>
                <a:off x="438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4" name="Line 303"/>
              <p:cNvSpPr>
                <a:spLocks noChangeShapeType="1"/>
              </p:cNvSpPr>
              <p:nvPr userDrawn="1"/>
            </p:nvSpPr>
            <p:spPr bwMode="auto">
              <a:xfrm>
                <a:off x="438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5" name="Line 304"/>
              <p:cNvSpPr>
                <a:spLocks noChangeShapeType="1"/>
              </p:cNvSpPr>
              <p:nvPr userDrawn="1"/>
            </p:nvSpPr>
            <p:spPr bwMode="auto">
              <a:xfrm>
                <a:off x="438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6" name="Line 305"/>
              <p:cNvSpPr>
                <a:spLocks noChangeShapeType="1"/>
              </p:cNvSpPr>
              <p:nvPr userDrawn="1"/>
            </p:nvSpPr>
            <p:spPr bwMode="auto">
              <a:xfrm>
                <a:off x="438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7" name="Line 306"/>
              <p:cNvSpPr>
                <a:spLocks noChangeShapeType="1"/>
              </p:cNvSpPr>
              <p:nvPr userDrawn="1"/>
            </p:nvSpPr>
            <p:spPr bwMode="auto">
              <a:xfrm>
                <a:off x="438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8" name="Line 307"/>
              <p:cNvSpPr>
                <a:spLocks noChangeShapeType="1"/>
              </p:cNvSpPr>
              <p:nvPr userDrawn="1"/>
            </p:nvSpPr>
            <p:spPr bwMode="auto">
              <a:xfrm>
                <a:off x="438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9" name="Line 308"/>
              <p:cNvSpPr>
                <a:spLocks noChangeShapeType="1"/>
              </p:cNvSpPr>
              <p:nvPr userDrawn="1"/>
            </p:nvSpPr>
            <p:spPr bwMode="auto">
              <a:xfrm>
                <a:off x="438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0" name="Line 309"/>
              <p:cNvSpPr>
                <a:spLocks noChangeShapeType="1"/>
              </p:cNvSpPr>
              <p:nvPr userDrawn="1"/>
            </p:nvSpPr>
            <p:spPr bwMode="auto">
              <a:xfrm>
                <a:off x="438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1" name="Line 310"/>
              <p:cNvSpPr>
                <a:spLocks noChangeShapeType="1"/>
              </p:cNvSpPr>
              <p:nvPr userDrawn="1"/>
            </p:nvSpPr>
            <p:spPr bwMode="auto">
              <a:xfrm>
                <a:off x="438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2" name="Line 311"/>
              <p:cNvSpPr>
                <a:spLocks noChangeShapeType="1"/>
              </p:cNvSpPr>
              <p:nvPr userDrawn="1"/>
            </p:nvSpPr>
            <p:spPr bwMode="auto">
              <a:xfrm>
                <a:off x="438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3" name="Line 312"/>
              <p:cNvSpPr>
                <a:spLocks noChangeShapeType="1"/>
              </p:cNvSpPr>
              <p:nvPr userDrawn="1"/>
            </p:nvSpPr>
            <p:spPr bwMode="auto">
              <a:xfrm>
                <a:off x="438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4" name="Line 313"/>
              <p:cNvSpPr>
                <a:spLocks noChangeShapeType="1"/>
              </p:cNvSpPr>
              <p:nvPr userDrawn="1"/>
            </p:nvSpPr>
            <p:spPr bwMode="auto">
              <a:xfrm>
                <a:off x="463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5" name="Line 314"/>
              <p:cNvSpPr>
                <a:spLocks noChangeShapeType="1"/>
              </p:cNvSpPr>
              <p:nvPr userDrawn="1"/>
            </p:nvSpPr>
            <p:spPr bwMode="auto">
              <a:xfrm>
                <a:off x="463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6" name="Line 315"/>
              <p:cNvSpPr>
                <a:spLocks noChangeShapeType="1"/>
              </p:cNvSpPr>
              <p:nvPr userDrawn="1"/>
            </p:nvSpPr>
            <p:spPr bwMode="auto">
              <a:xfrm>
                <a:off x="463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7" name="Line 316"/>
              <p:cNvSpPr>
                <a:spLocks noChangeShapeType="1"/>
              </p:cNvSpPr>
              <p:nvPr userDrawn="1"/>
            </p:nvSpPr>
            <p:spPr bwMode="auto">
              <a:xfrm>
                <a:off x="463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8" name="Line 317"/>
              <p:cNvSpPr>
                <a:spLocks noChangeShapeType="1"/>
              </p:cNvSpPr>
              <p:nvPr userDrawn="1"/>
            </p:nvSpPr>
            <p:spPr bwMode="auto">
              <a:xfrm>
                <a:off x="463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9" name="Line 318"/>
              <p:cNvSpPr>
                <a:spLocks noChangeShapeType="1"/>
              </p:cNvSpPr>
              <p:nvPr userDrawn="1"/>
            </p:nvSpPr>
            <p:spPr bwMode="auto">
              <a:xfrm>
                <a:off x="463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0" name="Line 319"/>
              <p:cNvSpPr>
                <a:spLocks noChangeShapeType="1"/>
              </p:cNvSpPr>
              <p:nvPr userDrawn="1"/>
            </p:nvSpPr>
            <p:spPr bwMode="auto">
              <a:xfrm>
                <a:off x="463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1" name="Line 320"/>
              <p:cNvSpPr>
                <a:spLocks noChangeShapeType="1"/>
              </p:cNvSpPr>
              <p:nvPr userDrawn="1"/>
            </p:nvSpPr>
            <p:spPr bwMode="auto">
              <a:xfrm>
                <a:off x="463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2" name="Line 321"/>
              <p:cNvSpPr>
                <a:spLocks noChangeShapeType="1"/>
              </p:cNvSpPr>
              <p:nvPr userDrawn="1"/>
            </p:nvSpPr>
            <p:spPr bwMode="auto">
              <a:xfrm>
                <a:off x="463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3" name="Line 322"/>
              <p:cNvSpPr>
                <a:spLocks noChangeShapeType="1"/>
              </p:cNvSpPr>
              <p:nvPr userDrawn="1"/>
            </p:nvSpPr>
            <p:spPr bwMode="auto">
              <a:xfrm>
                <a:off x="463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4" name="Line 323"/>
              <p:cNvSpPr>
                <a:spLocks noChangeShapeType="1"/>
              </p:cNvSpPr>
              <p:nvPr userDrawn="1"/>
            </p:nvSpPr>
            <p:spPr bwMode="auto">
              <a:xfrm>
                <a:off x="463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5" name="Line 324"/>
              <p:cNvSpPr>
                <a:spLocks noChangeShapeType="1"/>
              </p:cNvSpPr>
              <p:nvPr userDrawn="1"/>
            </p:nvSpPr>
            <p:spPr bwMode="auto">
              <a:xfrm>
                <a:off x="463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6" name="Line 325"/>
              <p:cNvSpPr>
                <a:spLocks noChangeShapeType="1"/>
              </p:cNvSpPr>
              <p:nvPr userDrawn="1"/>
            </p:nvSpPr>
            <p:spPr bwMode="auto">
              <a:xfrm>
                <a:off x="463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7" name="Line 326"/>
              <p:cNvSpPr>
                <a:spLocks noChangeShapeType="1"/>
              </p:cNvSpPr>
              <p:nvPr userDrawn="1"/>
            </p:nvSpPr>
            <p:spPr bwMode="auto">
              <a:xfrm>
                <a:off x="488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8" name="Line 327"/>
              <p:cNvSpPr>
                <a:spLocks noChangeShapeType="1"/>
              </p:cNvSpPr>
              <p:nvPr userDrawn="1"/>
            </p:nvSpPr>
            <p:spPr bwMode="auto">
              <a:xfrm>
                <a:off x="488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9" name="Line 328"/>
              <p:cNvSpPr>
                <a:spLocks noChangeShapeType="1"/>
              </p:cNvSpPr>
              <p:nvPr userDrawn="1"/>
            </p:nvSpPr>
            <p:spPr bwMode="auto">
              <a:xfrm>
                <a:off x="488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0" name="Line 329"/>
              <p:cNvSpPr>
                <a:spLocks noChangeShapeType="1"/>
              </p:cNvSpPr>
              <p:nvPr userDrawn="1"/>
            </p:nvSpPr>
            <p:spPr bwMode="auto">
              <a:xfrm>
                <a:off x="488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1" name="Line 330"/>
              <p:cNvSpPr>
                <a:spLocks noChangeShapeType="1"/>
              </p:cNvSpPr>
              <p:nvPr userDrawn="1"/>
            </p:nvSpPr>
            <p:spPr bwMode="auto">
              <a:xfrm>
                <a:off x="488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2" name="Line 331"/>
              <p:cNvSpPr>
                <a:spLocks noChangeShapeType="1"/>
              </p:cNvSpPr>
              <p:nvPr userDrawn="1"/>
            </p:nvSpPr>
            <p:spPr bwMode="auto">
              <a:xfrm>
                <a:off x="488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3" name="Line 332"/>
              <p:cNvSpPr>
                <a:spLocks noChangeShapeType="1"/>
              </p:cNvSpPr>
              <p:nvPr userDrawn="1"/>
            </p:nvSpPr>
            <p:spPr bwMode="auto">
              <a:xfrm>
                <a:off x="488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4" name="Line 333"/>
              <p:cNvSpPr>
                <a:spLocks noChangeShapeType="1"/>
              </p:cNvSpPr>
              <p:nvPr userDrawn="1"/>
            </p:nvSpPr>
            <p:spPr bwMode="auto">
              <a:xfrm>
                <a:off x="488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5" name="Line 334"/>
              <p:cNvSpPr>
                <a:spLocks noChangeShapeType="1"/>
              </p:cNvSpPr>
              <p:nvPr userDrawn="1"/>
            </p:nvSpPr>
            <p:spPr bwMode="auto">
              <a:xfrm>
                <a:off x="488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6" name="Line 335"/>
              <p:cNvSpPr>
                <a:spLocks noChangeShapeType="1"/>
              </p:cNvSpPr>
              <p:nvPr userDrawn="1"/>
            </p:nvSpPr>
            <p:spPr bwMode="auto">
              <a:xfrm>
                <a:off x="488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7" name="Line 336"/>
              <p:cNvSpPr>
                <a:spLocks noChangeShapeType="1"/>
              </p:cNvSpPr>
              <p:nvPr userDrawn="1"/>
            </p:nvSpPr>
            <p:spPr bwMode="auto">
              <a:xfrm>
                <a:off x="488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8" name="Line 337"/>
              <p:cNvSpPr>
                <a:spLocks noChangeShapeType="1"/>
              </p:cNvSpPr>
              <p:nvPr userDrawn="1"/>
            </p:nvSpPr>
            <p:spPr bwMode="auto">
              <a:xfrm>
                <a:off x="488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9" name="Line 338"/>
              <p:cNvSpPr>
                <a:spLocks noChangeShapeType="1"/>
              </p:cNvSpPr>
              <p:nvPr userDrawn="1"/>
            </p:nvSpPr>
            <p:spPr bwMode="auto">
              <a:xfrm>
                <a:off x="488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0" name="Line 339"/>
              <p:cNvSpPr>
                <a:spLocks noChangeShapeType="1"/>
              </p:cNvSpPr>
              <p:nvPr userDrawn="1"/>
            </p:nvSpPr>
            <p:spPr bwMode="auto">
              <a:xfrm>
                <a:off x="514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1" name="Line 340"/>
              <p:cNvSpPr>
                <a:spLocks noChangeShapeType="1"/>
              </p:cNvSpPr>
              <p:nvPr userDrawn="1"/>
            </p:nvSpPr>
            <p:spPr bwMode="auto">
              <a:xfrm>
                <a:off x="514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2" name="Line 341"/>
              <p:cNvSpPr>
                <a:spLocks noChangeShapeType="1"/>
              </p:cNvSpPr>
              <p:nvPr userDrawn="1"/>
            </p:nvSpPr>
            <p:spPr bwMode="auto">
              <a:xfrm>
                <a:off x="514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3" name="Line 342"/>
              <p:cNvSpPr>
                <a:spLocks noChangeShapeType="1"/>
              </p:cNvSpPr>
              <p:nvPr userDrawn="1"/>
            </p:nvSpPr>
            <p:spPr bwMode="auto">
              <a:xfrm>
                <a:off x="514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4" name="Line 343"/>
              <p:cNvSpPr>
                <a:spLocks noChangeShapeType="1"/>
              </p:cNvSpPr>
              <p:nvPr userDrawn="1"/>
            </p:nvSpPr>
            <p:spPr bwMode="auto">
              <a:xfrm>
                <a:off x="514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5" name="Line 344"/>
              <p:cNvSpPr>
                <a:spLocks noChangeShapeType="1"/>
              </p:cNvSpPr>
              <p:nvPr userDrawn="1"/>
            </p:nvSpPr>
            <p:spPr bwMode="auto">
              <a:xfrm>
                <a:off x="514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6" name="Line 345"/>
              <p:cNvSpPr>
                <a:spLocks noChangeShapeType="1"/>
              </p:cNvSpPr>
              <p:nvPr userDrawn="1"/>
            </p:nvSpPr>
            <p:spPr bwMode="auto">
              <a:xfrm>
                <a:off x="514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7" name="Line 346"/>
              <p:cNvSpPr>
                <a:spLocks noChangeShapeType="1"/>
              </p:cNvSpPr>
              <p:nvPr userDrawn="1"/>
            </p:nvSpPr>
            <p:spPr bwMode="auto">
              <a:xfrm>
                <a:off x="514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8" name="Line 347"/>
              <p:cNvSpPr>
                <a:spLocks noChangeShapeType="1"/>
              </p:cNvSpPr>
              <p:nvPr userDrawn="1"/>
            </p:nvSpPr>
            <p:spPr bwMode="auto">
              <a:xfrm>
                <a:off x="514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9" name="Line 348"/>
              <p:cNvSpPr>
                <a:spLocks noChangeShapeType="1"/>
              </p:cNvSpPr>
              <p:nvPr userDrawn="1"/>
            </p:nvSpPr>
            <p:spPr bwMode="auto">
              <a:xfrm>
                <a:off x="514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0" name="Line 349"/>
              <p:cNvSpPr>
                <a:spLocks noChangeShapeType="1"/>
              </p:cNvSpPr>
              <p:nvPr userDrawn="1"/>
            </p:nvSpPr>
            <p:spPr bwMode="auto">
              <a:xfrm>
                <a:off x="514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1" name="Line 350"/>
              <p:cNvSpPr>
                <a:spLocks noChangeShapeType="1"/>
              </p:cNvSpPr>
              <p:nvPr userDrawn="1"/>
            </p:nvSpPr>
            <p:spPr bwMode="auto">
              <a:xfrm>
                <a:off x="514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2" name="Line 351"/>
              <p:cNvSpPr>
                <a:spLocks noChangeShapeType="1"/>
              </p:cNvSpPr>
              <p:nvPr userDrawn="1"/>
            </p:nvSpPr>
            <p:spPr bwMode="auto">
              <a:xfrm>
                <a:off x="514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3" name="Line 352"/>
              <p:cNvSpPr>
                <a:spLocks noChangeShapeType="1"/>
              </p:cNvSpPr>
              <p:nvPr userDrawn="1"/>
            </p:nvSpPr>
            <p:spPr bwMode="auto">
              <a:xfrm>
                <a:off x="539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4" name="Line 353"/>
              <p:cNvSpPr>
                <a:spLocks noChangeShapeType="1"/>
              </p:cNvSpPr>
              <p:nvPr userDrawn="1"/>
            </p:nvSpPr>
            <p:spPr bwMode="auto">
              <a:xfrm>
                <a:off x="539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5" name="Line 354"/>
              <p:cNvSpPr>
                <a:spLocks noChangeShapeType="1"/>
              </p:cNvSpPr>
              <p:nvPr userDrawn="1"/>
            </p:nvSpPr>
            <p:spPr bwMode="auto">
              <a:xfrm>
                <a:off x="539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6" name="Line 355"/>
              <p:cNvSpPr>
                <a:spLocks noChangeShapeType="1"/>
              </p:cNvSpPr>
              <p:nvPr userDrawn="1"/>
            </p:nvSpPr>
            <p:spPr bwMode="auto">
              <a:xfrm>
                <a:off x="539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7" name="Line 356"/>
              <p:cNvSpPr>
                <a:spLocks noChangeShapeType="1"/>
              </p:cNvSpPr>
              <p:nvPr userDrawn="1"/>
            </p:nvSpPr>
            <p:spPr bwMode="auto">
              <a:xfrm>
                <a:off x="539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8" name="Line 357"/>
              <p:cNvSpPr>
                <a:spLocks noChangeShapeType="1"/>
              </p:cNvSpPr>
              <p:nvPr userDrawn="1"/>
            </p:nvSpPr>
            <p:spPr bwMode="auto">
              <a:xfrm>
                <a:off x="539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9" name="Line 358"/>
              <p:cNvSpPr>
                <a:spLocks noChangeShapeType="1"/>
              </p:cNvSpPr>
              <p:nvPr userDrawn="1"/>
            </p:nvSpPr>
            <p:spPr bwMode="auto">
              <a:xfrm>
                <a:off x="539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0" name="Line 359"/>
              <p:cNvSpPr>
                <a:spLocks noChangeShapeType="1"/>
              </p:cNvSpPr>
              <p:nvPr userDrawn="1"/>
            </p:nvSpPr>
            <p:spPr bwMode="auto">
              <a:xfrm>
                <a:off x="539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1" name="Line 360"/>
              <p:cNvSpPr>
                <a:spLocks noChangeShapeType="1"/>
              </p:cNvSpPr>
              <p:nvPr userDrawn="1"/>
            </p:nvSpPr>
            <p:spPr bwMode="auto">
              <a:xfrm>
                <a:off x="539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2" name="Line 361"/>
              <p:cNvSpPr>
                <a:spLocks noChangeShapeType="1"/>
              </p:cNvSpPr>
              <p:nvPr userDrawn="1"/>
            </p:nvSpPr>
            <p:spPr bwMode="auto">
              <a:xfrm>
                <a:off x="539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3" name="Line 362"/>
              <p:cNvSpPr>
                <a:spLocks noChangeShapeType="1"/>
              </p:cNvSpPr>
              <p:nvPr userDrawn="1"/>
            </p:nvSpPr>
            <p:spPr bwMode="auto">
              <a:xfrm>
                <a:off x="539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4" name="Line 363"/>
              <p:cNvSpPr>
                <a:spLocks noChangeShapeType="1"/>
              </p:cNvSpPr>
              <p:nvPr userDrawn="1"/>
            </p:nvSpPr>
            <p:spPr bwMode="auto">
              <a:xfrm>
                <a:off x="539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5" name="Line 364"/>
              <p:cNvSpPr>
                <a:spLocks noChangeShapeType="1"/>
              </p:cNvSpPr>
              <p:nvPr userDrawn="1"/>
            </p:nvSpPr>
            <p:spPr bwMode="auto">
              <a:xfrm>
                <a:off x="539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6" name="Line 365"/>
              <p:cNvSpPr>
                <a:spLocks noChangeShapeType="1"/>
              </p:cNvSpPr>
              <p:nvPr userDrawn="1"/>
            </p:nvSpPr>
            <p:spPr bwMode="auto">
              <a:xfrm>
                <a:off x="565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7" name="Line 366"/>
              <p:cNvSpPr>
                <a:spLocks noChangeShapeType="1"/>
              </p:cNvSpPr>
              <p:nvPr userDrawn="1"/>
            </p:nvSpPr>
            <p:spPr bwMode="auto">
              <a:xfrm>
                <a:off x="565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8" name="Line 367"/>
              <p:cNvSpPr>
                <a:spLocks noChangeShapeType="1"/>
              </p:cNvSpPr>
              <p:nvPr userDrawn="1"/>
            </p:nvSpPr>
            <p:spPr bwMode="auto">
              <a:xfrm>
                <a:off x="565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9" name="Line 368"/>
              <p:cNvSpPr>
                <a:spLocks noChangeShapeType="1"/>
              </p:cNvSpPr>
              <p:nvPr userDrawn="1"/>
            </p:nvSpPr>
            <p:spPr bwMode="auto">
              <a:xfrm>
                <a:off x="565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0" name="Line 369"/>
              <p:cNvSpPr>
                <a:spLocks noChangeShapeType="1"/>
              </p:cNvSpPr>
              <p:nvPr userDrawn="1"/>
            </p:nvSpPr>
            <p:spPr bwMode="auto">
              <a:xfrm>
                <a:off x="565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1" name="Line 370"/>
              <p:cNvSpPr>
                <a:spLocks noChangeShapeType="1"/>
              </p:cNvSpPr>
              <p:nvPr userDrawn="1"/>
            </p:nvSpPr>
            <p:spPr bwMode="auto">
              <a:xfrm>
                <a:off x="565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2" name="Line 371"/>
              <p:cNvSpPr>
                <a:spLocks noChangeShapeType="1"/>
              </p:cNvSpPr>
              <p:nvPr userDrawn="1"/>
            </p:nvSpPr>
            <p:spPr bwMode="auto">
              <a:xfrm>
                <a:off x="565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3" name="Line 372"/>
              <p:cNvSpPr>
                <a:spLocks noChangeShapeType="1"/>
              </p:cNvSpPr>
              <p:nvPr userDrawn="1"/>
            </p:nvSpPr>
            <p:spPr bwMode="auto">
              <a:xfrm>
                <a:off x="565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4" name="Line 373"/>
              <p:cNvSpPr>
                <a:spLocks noChangeShapeType="1"/>
              </p:cNvSpPr>
              <p:nvPr userDrawn="1"/>
            </p:nvSpPr>
            <p:spPr bwMode="auto">
              <a:xfrm>
                <a:off x="565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5" name="Line 374"/>
              <p:cNvSpPr>
                <a:spLocks noChangeShapeType="1"/>
              </p:cNvSpPr>
              <p:nvPr userDrawn="1"/>
            </p:nvSpPr>
            <p:spPr bwMode="auto">
              <a:xfrm>
                <a:off x="565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6" name="Line 375"/>
              <p:cNvSpPr>
                <a:spLocks noChangeShapeType="1"/>
              </p:cNvSpPr>
              <p:nvPr userDrawn="1"/>
            </p:nvSpPr>
            <p:spPr bwMode="auto">
              <a:xfrm>
                <a:off x="565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7" name="Line 376"/>
              <p:cNvSpPr>
                <a:spLocks noChangeShapeType="1"/>
              </p:cNvSpPr>
              <p:nvPr userDrawn="1"/>
            </p:nvSpPr>
            <p:spPr bwMode="auto">
              <a:xfrm>
                <a:off x="565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8" name="Line 377"/>
              <p:cNvSpPr>
                <a:spLocks noChangeShapeType="1"/>
              </p:cNvSpPr>
              <p:nvPr userDrawn="1"/>
            </p:nvSpPr>
            <p:spPr bwMode="auto">
              <a:xfrm>
                <a:off x="565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9" name="Line 378"/>
              <p:cNvSpPr>
                <a:spLocks noChangeShapeType="1"/>
              </p:cNvSpPr>
              <p:nvPr userDrawn="1"/>
            </p:nvSpPr>
            <p:spPr bwMode="auto">
              <a:xfrm>
                <a:off x="590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0" name="Line 379"/>
              <p:cNvSpPr>
                <a:spLocks noChangeShapeType="1"/>
              </p:cNvSpPr>
              <p:nvPr userDrawn="1"/>
            </p:nvSpPr>
            <p:spPr bwMode="auto">
              <a:xfrm>
                <a:off x="590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1" name="Line 380"/>
              <p:cNvSpPr>
                <a:spLocks noChangeShapeType="1"/>
              </p:cNvSpPr>
              <p:nvPr userDrawn="1"/>
            </p:nvSpPr>
            <p:spPr bwMode="auto">
              <a:xfrm>
                <a:off x="590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2" name="Line 381"/>
              <p:cNvSpPr>
                <a:spLocks noChangeShapeType="1"/>
              </p:cNvSpPr>
              <p:nvPr userDrawn="1"/>
            </p:nvSpPr>
            <p:spPr bwMode="auto">
              <a:xfrm>
                <a:off x="590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3" name="Line 382"/>
              <p:cNvSpPr>
                <a:spLocks noChangeShapeType="1"/>
              </p:cNvSpPr>
              <p:nvPr userDrawn="1"/>
            </p:nvSpPr>
            <p:spPr bwMode="auto">
              <a:xfrm>
                <a:off x="590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4" name="Line 383"/>
              <p:cNvSpPr>
                <a:spLocks noChangeShapeType="1"/>
              </p:cNvSpPr>
              <p:nvPr userDrawn="1"/>
            </p:nvSpPr>
            <p:spPr bwMode="auto">
              <a:xfrm>
                <a:off x="590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5" name="Line 384"/>
              <p:cNvSpPr>
                <a:spLocks noChangeShapeType="1"/>
              </p:cNvSpPr>
              <p:nvPr userDrawn="1"/>
            </p:nvSpPr>
            <p:spPr bwMode="auto">
              <a:xfrm>
                <a:off x="590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6" name="Line 385"/>
              <p:cNvSpPr>
                <a:spLocks noChangeShapeType="1"/>
              </p:cNvSpPr>
              <p:nvPr userDrawn="1"/>
            </p:nvSpPr>
            <p:spPr bwMode="auto">
              <a:xfrm>
                <a:off x="590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7" name="Line 386"/>
              <p:cNvSpPr>
                <a:spLocks noChangeShapeType="1"/>
              </p:cNvSpPr>
              <p:nvPr userDrawn="1"/>
            </p:nvSpPr>
            <p:spPr bwMode="auto">
              <a:xfrm>
                <a:off x="590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8" name="Line 387"/>
              <p:cNvSpPr>
                <a:spLocks noChangeShapeType="1"/>
              </p:cNvSpPr>
              <p:nvPr userDrawn="1"/>
            </p:nvSpPr>
            <p:spPr bwMode="auto">
              <a:xfrm>
                <a:off x="590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9" name="Line 388"/>
              <p:cNvSpPr>
                <a:spLocks noChangeShapeType="1"/>
              </p:cNvSpPr>
              <p:nvPr userDrawn="1"/>
            </p:nvSpPr>
            <p:spPr bwMode="auto">
              <a:xfrm>
                <a:off x="590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0" name="Line 389"/>
              <p:cNvSpPr>
                <a:spLocks noChangeShapeType="1"/>
              </p:cNvSpPr>
              <p:nvPr userDrawn="1"/>
            </p:nvSpPr>
            <p:spPr bwMode="auto">
              <a:xfrm>
                <a:off x="590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1" name="Line 390"/>
              <p:cNvSpPr>
                <a:spLocks noChangeShapeType="1"/>
              </p:cNvSpPr>
              <p:nvPr userDrawn="1"/>
            </p:nvSpPr>
            <p:spPr bwMode="auto">
              <a:xfrm>
                <a:off x="590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2" name="Line 391"/>
              <p:cNvSpPr>
                <a:spLocks noChangeShapeType="1"/>
              </p:cNvSpPr>
              <p:nvPr userDrawn="1"/>
            </p:nvSpPr>
            <p:spPr bwMode="auto">
              <a:xfrm>
                <a:off x="615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3" name="Line 392"/>
              <p:cNvSpPr>
                <a:spLocks noChangeShapeType="1"/>
              </p:cNvSpPr>
              <p:nvPr userDrawn="1"/>
            </p:nvSpPr>
            <p:spPr bwMode="auto">
              <a:xfrm>
                <a:off x="615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4" name="Line 393"/>
              <p:cNvSpPr>
                <a:spLocks noChangeShapeType="1"/>
              </p:cNvSpPr>
              <p:nvPr userDrawn="1"/>
            </p:nvSpPr>
            <p:spPr bwMode="auto">
              <a:xfrm>
                <a:off x="615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5" name="Line 394"/>
              <p:cNvSpPr>
                <a:spLocks noChangeShapeType="1"/>
              </p:cNvSpPr>
              <p:nvPr userDrawn="1"/>
            </p:nvSpPr>
            <p:spPr bwMode="auto">
              <a:xfrm>
                <a:off x="615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6" name="Line 395"/>
              <p:cNvSpPr>
                <a:spLocks noChangeShapeType="1"/>
              </p:cNvSpPr>
              <p:nvPr userDrawn="1"/>
            </p:nvSpPr>
            <p:spPr bwMode="auto">
              <a:xfrm>
                <a:off x="615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7" name="Line 396"/>
              <p:cNvSpPr>
                <a:spLocks noChangeShapeType="1"/>
              </p:cNvSpPr>
              <p:nvPr userDrawn="1"/>
            </p:nvSpPr>
            <p:spPr bwMode="auto">
              <a:xfrm>
                <a:off x="615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8" name="Line 397"/>
              <p:cNvSpPr>
                <a:spLocks noChangeShapeType="1"/>
              </p:cNvSpPr>
              <p:nvPr userDrawn="1"/>
            </p:nvSpPr>
            <p:spPr bwMode="auto">
              <a:xfrm>
                <a:off x="615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9" name="Line 398"/>
              <p:cNvSpPr>
                <a:spLocks noChangeShapeType="1"/>
              </p:cNvSpPr>
              <p:nvPr userDrawn="1"/>
            </p:nvSpPr>
            <p:spPr bwMode="auto">
              <a:xfrm>
                <a:off x="615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0" name="Line 399"/>
              <p:cNvSpPr>
                <a:spLocks noChangeShapeType="1"/>
              </p:cNvSpPr>
              <p:nvPr userDrawn="1"/>
            </p:nvSpPr>
            <p:spPr bwMode="auto">
              <a:xfrm>
                <a:off x="615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1" name="Line 400"/>
              <p:cNvSpPr>
                <a:spLocks noChangeShapeType="1"/>
              </p:cNvSpPr>
              <p:nvPr userDrawn="1"/>
            </p:nvSpPr>
            <p:spPr bwMode="auto">
              <a:xfrm>
                <a:off x="615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2" name="Line 401"/>
              <p:cNvSpPr>
                <a:spLocks noChangeShapeType="1"/>
              </p:cNvSpPr>
              <p:nvPr userDrawn="1"/>
            </p:nvSpPr>
            <p:spPr bwMode="auto">
              <a:xfrm>
                <a:off x="615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3" name="Line 402"/>
              <p:cNvSpPr>
                <a:spLocks noChangeShapeType="1"/>
              </p:cNvSpPr>
              <p:nvPr userDrawn="1"/>
            </p:nvSpPr>
            <p:spPr bwMode="auto">
              <a:xfrm>
                <a:off x="615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4" name="Line 403"/>
              <p:cNvSpPr>
                <a:spLocks noChangeShapeType="1"/>
              </p:cNvSpPr>
              <p:nvPr userDrawn="1"/>
            </p:nvSpPr>
            <p:spPr bwMode="auto">
              <a:xfrm>
                <a:off x="615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5" name="Line 404"/>
              <p:cNvSpPr>
                <a:spLocks noChangeShapeType="1"/>
              </p:cNvSpPr>
              <p:nvPr userDrawn="1"/>
            </p:nvSpPr>
            <p:spPr bwMode="auto">
              <a:xfrm>
                <a:off x="641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6" name="Line 405"/>
              <p:cNvSpPr>
                <a:spLocks noChangeShapeType="1"/>
              </p:cNvSpPr>
              <p:nvPr userDrawn="1"/>
            </p:nvSpPr>
            <p:spPr bwMode="auto">
              <a:xfrm>
                <a:off x="641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19" name="Group 607"/>
            <p:cNvGrpSpPr>
              <a:grpSpLocks/>
            </p:cNvGrpSpPr>
            <p:nvPr userDrawn="1"/>
          </p:nvGrpSpPr>
          <p:grpSpPr bwMode="auto">
            <a:xfrm>
              <a:off x="4275138" y="414338"/>
              <a:ext cx="4464050" cy="4872038"/>
              <a:chOff x="3600" y="261"/>
              <a:chExt cx="2812" cy="3069"/>
            </a:xfrm>
          </p:grpSpPr>
          <p:sp>
            <p:nvSpPr>
              <p:cNvPr id="111" name="Line 407"/>
              <p:cNvSpPr>
                <a:spLocks noChangeShapeType="1"/>
              </p:cNvSpPr>
              <p:nvPr userDrawn="1"/>
            </p:nvSpPr>
            <p:spPr bwMode="auto">
              <a:xfrm>
                <a:off x="641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2" name="Line 408"/>
              <p:cNvSpPr>
                <a:spLocks noChangeShapeType="1"/>
              </p:cNvSpPr>
              <p:nvPr userDrawn="1"/>
            </p:nvSpPr>
            <p:spPr bwMode="auto">
              <a:xfrm>
                <a:off x="641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3" name="Line 409"/>
              <p:cNvSpPr>
                <a:spLocks noChangeShapeType="1"/>
              </p:cNvSpPr>
              <p:nvPr userDrawn="1"/>
            </p:nvSpPr>
            <p:spPr bwMode="auto">
              <a:xfrm>
                <a:off x="641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4" name="Line 410"/>
              <p:cNvSpPr>
                <a:spLocks noChangeShapeType="1"/>
              </p:cNvSpPr>
              <p:nvPr userDrawn="1"/>
            </p:nvSpPr>
            <p:spPr bwMode="auto">
              <a:xfrm>
                <a:off x="641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5" name="Line 411"/>
              <p:cNvSpPr>
                <a:spLocks noChangeShapeType="1"/>
              </p:cNvSpPr>
              <p:nvPr userDrawn="1"/>
            </p:nvSpPr>
            <p:spPr bwMode="auto">
              <a:xfrm>
                <a:off x="641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6" name="Line 412"/>
              <p:cNvSpPr>
                <a:spLocks noChangeShapeType="1"/>
              </p:cNvSpPr>
              <p:nvPr userDrawn="1"/>
            </p:nvSpPr>
            <p:spPr bwMode="auto">
              <a:xfrm>
                <a:off x="641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7" name="Line 413"/>
              <p:cNvSpPr>
                <a:spLocks noChangeShapeType="1"/>
              </p:cNvSpPr>
              <p:nvPr userDrawn="1"/>
            </p:nvSpPr>
            <p:spPr bwMode="auto">
              <a:xfrm>
                <a:off x="641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8" name="Line 414"/>
              <p:cNvSpPr>
                <a:spLocks noChangeShapeType="1"/>
              </p:cNvSpPr>
              <p:nvPr userDrawn="1"/>
            </p:nvSpPr>
            <p:spPr bwMode="auto">
              <a:xfrm>
                <a:off x="641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 name="Line 415"/>
              <p:cNvSpPr>
                <a:spLocks noChangeShapeType="1"/>
              </p:cNvSpPr>
              <p:nvPr userDrawn="1"/>
            </p:nvSpPr>
            <p:spPr bwMode="auto">
              <a:xfrm>
                <a:off x="641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 name="Line 416"/>
              <p:cNvSpPr>
                <a:spLocks noChangeShapeType="1"/>
              </p:cNvSpPr>
              <p:nvPr userDrawn="1"/>
            </p:nvSpPr>
            <p:spPr bwMode="auto">
              <a:xfrm>
                <a:off x="641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 name="Line 417"/>
              <p:cNvSpPr>
                <a:spLocks noChangeShapeType="1"/>
              </p:cNvSpPr>
              <p:nvPr userDrawn="1"/>
            </p:nvSpPr>
            <p:spPr bwMode="auto">
              <a:xfrm>
                <a:off x="641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 name="Line 470"/>
              <p:cNvSpPr>
                <a:spLocks noChangeShapeType="1"/>
              </p:cNvSpPr>
              <p:nvPr userDrawn="1"/>
            </p:nvSpPr>
            <p:spPr bwMode="auto">
              <a:xfrm flipH="1">
                <a:off x="3600"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 name="Line 471"/>
              <p:cNvSpPr>
                <a:spLocks noChangeShapeType="1"/>
              </p:cNvSpPr>
              <p:nvPr userDrawn="1"/>
            </p:nvSpPr>
            <p:spPr bwMode="auto">
              <a:xfrm flipH="1">
                <a:off x="3600"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 name="Line 472"/>
              <p:cNvSpPr>
                <a:spLocks noChangeShapeType="1"/>
              </p:cNvSpPr>
              <p:nvPr userDrawn="1"/>
            </p:nvSpPr>
            <p:spPr bwMode="auto">
              <a:xfrm flipH="1">
                <a:off x="3600"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 name="Line 473"/>
              <p:cNvSpPr>
                <a:spLocks noChangeShapeType="1"/>
              </p:cNvSpPr>
              <p:nvPr userDrawn="1"/>
            </p:nvSpPr>
            <p:spPr bwMode="auto">
              <a:xfrm flipH="1">
                <a:off x="3600"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 name="Line 474"/>
              <p:cNvSpPr>
                <a:spLocks noChangeShapeType="1"/>
              </p:cNvSpPr>
              <p:nvPr userDrawn="1"/>
            </p:nvSpPr>
            <p:spPr bwMode="auto">
              <a:xfrm flipH="1">
                <a:off x="3600"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 name="Line 475"/>
              <p:cNvSpPr>
                <a:spLocks noChangeShapeType="1"/>
              </p:cNvSpPr>
              <p:nvPr userDrawn="1"/>
            </p:nvSpPr>
            <p:spPr bwMode="auto">
              <a:xfrm flipH="1">
                <a:off x="3600"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 name="Line 476"/>
              <p:cNvSpPr>
                <a:spLocks noChangeShapeType="1"/>
              </p:cNvSpPr>
              <p:nvPr userDrawn="1"/>
            </p:nvSpPr>
            <p:spPr bwMode="auto">
              <a:xfrm flipH="1">
                <a:off x="3600"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 name="Line 477"/>
              <p:cNvSpPr>
                <a:spLocks noChangeShapeType="1"/>
              </p:cNvSpPr>
              <p:nvPr userDrawn="1"/>
            </p:nvSpPr>
            <p:spPr bwMode="auto">
              <a:xfrm flipH="1">
                <a:off x="3600"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 name="Line 478"/>
              <p:cNvSpPr>
                <a:spLocks noChangeShapeType="1"/>
              </p:cNvSpPr>
              <p:nvPr userDrawn="1"/>
            </p:nvSpPr>
            <p:spPr bwMode="auto">
              <a:xfrm flipH="1">
                <a:off x="3600"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 name="Line 479"/>
              <p:cNvSpPr>
                <a:spLocks noChangeShapeType="1"/>
              </p:cNvSpPr>
              <p:nvPr userDrawn="1"/>
            </p:nvSpPr>
            <p:spPr bwMode="auto">
              <a:xfrm flipH="1">
                <a:off x="3600"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 name="Line 480"/>
              <p:cNvSpPr>
                <a:spLocks noChangeShapeType="1"/>
              </p:cNvSpPr>
              <p:nvPr userDrawn="1"/>
            </p:nvSpPr>
            <p:spPr bwMode="auto">
              <a:xfrm flipH="1">
                <a:off x="3600"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 name="Line 481"/>
              <p:cNvSpPr>
                <a:spLocks noChangeShapeType="1"/>
              </p:cNvSpPr>
              <p:nvPr userDrawn="1"/>
            </p:nvSpPr>
            <p:spPr bwMode="auto">
              <a:xfrm flipH="1">
                <a:off x="3600"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 name="Line 482"/>
              <p:cNvSpPr>
                <a:spLocks noChangeShapeType="1"/>
              </p:cNvSpPr>
              <p:nvPr userDrawn="1"/>
            </p:nvSpPr>
            <p:spPr bwMode="auto">
              <a:xfrm flipH="1">
                <a:off x="3600"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 name="Line 483"/>
              <p:cNvSpPr>
                <a:spLocks noChangeShapeType="1"/>
              </p:cNvSpPr>
              <p:nvPr userDrawn="1"/>
            </p:nvSpPr>
            <p:spPr bwMode="auto">
              <a:xfrm flipH="1">
                <a:off x="3854"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 name="Line 484"/>
              <p:cNvSpPr>
                <a:spLocks noChangeShapeType="1"/>
              </p:cNvSpPr>
              <p:nvPr userDrawn="1"/>
            </p:nvSpPr>
            <p:spPr bwMode="auto">
              <a:xfrm flipH="1">
                <a:off x="3854"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 name="Line 485"/>
              <p:cNvSpPr>
                <a:spLocks noChangeShapeType="1"/>
              </p:cNvSpPr>
              <p:nvPr userDrawn="1"/>
            </p:nvSpPr>
            <p:spPr bwMode="auto">
              <a:xfrm flipH="1">
                <a:off x="3854"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 name="Line 486"/>
              <p:cNvSpPr>
                <a:spLocks noChangeShapeType="1"/>
              </p:cNvSpPr>
              <p:nvPr userDrawn="1"/>
            </p:nvSpPr>
            <p:spPr bwMode="auto">
              <a:xfrm flipH="1">
                <a:off x="3854"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 name="Line 487"/>
              <p:cNvSpPr>
                <a:spLocks noChangeShapeType="1"/>
              </p:cNvSpPr>
              <p:nvPr userDrawn="1"/>
            </p:nvSpPr>
            <p:spPr bwMode="auto">
              <a:xfrm flipH="1">
                <a:off x="3854"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 name="Line 488"/>
              <p:cNvSpPr>
                <a:spLocks noChangeShapeType="1"/>
              </p:cNvSpPr>
              <p:nvPr userDrawn="1"/>
            </p:nvSpPr>
            <p:spPr bwMode="auto">
              <a:xfrm flipH="1">
                <a:off x="3854"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 name="Line 489"/>
              <p:cNvSpPr>
                <a:spLocks noChangeShapeType="1"/>
              </p:cNvSpPr>
              <p:nvPr userDrawn="1"/>
            </p:nvSpPr>
            <p:spPr bwMode="auto">
              <a:xfrm flipH="1">
                <a:off x="3854"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 name="Line 490"/>
              <p:cNvSpPr>
                <a:spLocks noChangeShapeType="1"/>
              </p:cNvSpPr>
              <p:nvPr userDrawn="1"/>
            </p:nvSpPr>
            <p:spPr bwMode="auto">
              <a:xfrm flipH="1">
                <a:off x="3854"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 name="Line 491"/>
              <p:cNvSpPr>
                <a:spLocks noChangeShapeType="1"/>
              </p:cNvSpPr>
              <p:nvPr userDrawn="1"/>
            </p:nvSpPr>
            <p:spPr bwMode="auto">
              <a:xfrm flipH="1">
                <a:off x="3854"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 name="Line 492"/>
              <p:cNvSpPr>
                <a:spLocks noChangeShapeType="1"/>
              </p:cNvSpPr>
              <p:nvPr userDrawn="1"/>
            </p:nvSpPr>
            <p:spPr bwMode="auto">
              <a:xfrm flipH="1">
                <a:off x="3854"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 name="Line 493"/>
              <p:cNvSpPr>
                <a:spLocks noChangeShapeType="1"/>
              </p:cNvSpPr>
              <p:nvPr userDrawn="1"/>
            </p:nvSpPr>
            <p:spPr bwMode="auto">
              <a:xfrm flipH="1">
                <a:off x="3854"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 name="Line 494"/>
              <p:cNvSpPr>
                <a:spLocks noChangeShapeType="1"/>
              </p:cNvSpPr>
              <p:nvPr userDrawn="1"/>
            </p:nvSpPr>
            <p:spPr bwMode="auto">
              <a:xfrm flipH="1">
                <a:off x="3854"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 name="Line 495"/>
              <p:cNvSpPr>
                <a:spLocks noChangeShapeType="1"/>
              </p:cNvSpPr>
              <p:nvPr userDrawn="1"/>
            </p:nvSpPr>
            <p:spPr bwMode="auto">
              <a:xfrm flipH="1">
                <a:off x="3854"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 name="Line 496"/>
              <p:cNvSpPr>
                <a:spLocks noChangeShapeType="1"/>
              </p:cNvSpPr>
              <p:nvPr userDrawn="1"/>
            </p:nvSpPr>
            <p:spPr bwMode="auto">
              <a:xfrm flipH="1">
                <a:off x="4108"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 name="Line 497"/>
              <p:cNvSpPr>
                <a:spLocks noChangeShapeType="1"/>
              </p:cNvSpPr>
              <p:nvPr userDrawn="1"/>
            </p:nvSpPr>
            <p:spPr bwMode="auto">
              <a:xfrm flipH="1">
                <a:off x="4108"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 name="Line 498"/>
              <p:cNvSpPr>
                <a:spLocks noChangeShapeType="1"/>
              </p:cNvSpPr>
              <p:nvPr userDrawn="1"/>
            </p:nvSpPr>
            <p:spPr bwMode="auto">
              <a:xfrm flipH="1">
                <a:off x="4108"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 name="Line 499"/>
              <p:cNvSpPr>
                <a:spLocks noChangeShapeType="1"/>
              </p:cNvSpPr>
              <p:nvPr userDrawn="1"/>
            </p:nvSpPr>
            <p:spPr bwMode="auto">
              <a:xfrm flipH="1">
                <a:off x="4108"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 name="Line 500"/>
              <p:cNvSpPr>
                <a:spLocks noChangeShapeType="1"/>
              </p:cNvSpPr>
              <p:nvPr userDrawn="1"/>
            </p:nvSpPr>
            <p:spPr bwMode="auto">
              <a:xfrm flipH="1">
                <a:off x="4108"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 name="Line 501"/>
              <p:cNvSpPr>
                <a:spLocks noChangeShapeType="1"/>
              </p:cNvSpPr>
              <p:nvPr userDrawn="1"/>
            </p:nvSpPr>
            <p:spPr bwMode="auto">
              <a:xfrm flipH="1">
                <a:off x="4108"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 name="Line 502"/>
              <p:cNvSpPr>
                <a:spLocks noChangeShapeType="1"/>
              </p:cNvSpPr>
              <p:nvPr userDrawn="1"/>
            </p:nvSpPr>
            <p:spPr bwMode="auto">
              <a:xfrm flipH="1">
                <a:off x="4108"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 name="Line 503"/>
              <p:cNvSpPr>
                <a:spLocks noChangeShapeType="1"/>
              </p:cNvSpPr>
              <p:nvPr userDrawn="1"/>
            </p:nvSpPr>
            <p:spPr bwMode="auto">
              <a:xfrm flipH="1">
                <a:off x="4108"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 name="Line 504"/>
              <p:cNvSpPr>
                <a:spLocks noChangeShapeType="1"/>
              </p:cNvSpPr>
              <p:nvPr userDrawn="1"/>
            </p:nvSpPr>
            <p:spPr bwMode="auto">
              <a:xfrm flipH="1">
                <a:off x="4108"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 name="Line 505"/>
              <p:cNvSpPr>
                <a:spLocks noChangeShapeType="1"/>
              </p:cNvSpPr>
              <p:nvPr userDrawn="1"/>
            </p:nvSpPr>
            <p:spPr bwMode="auto">
              <a:xfrm flipH="1">
                <a:off x="4108"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 name="Line 506"/>
              <p:cNvSpPr>
                <a:spLocks noChangeShapeType="1"/>
              </p:cNvSpPr>
              <p:nvPr userDrawn="1"/>
            </p:nvSpPr>
            <p:spPr bwMode="auto">
              <a:xfrm flipH="1">
                <a:off x="4108"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 name="Line 507"/>
              <p:cNvSpPr>
                <a:spLocks noChangeShapeType="1"/>
              </p:cNvSpPr>
              <p:nvPr userDrawn="1"/>
            </p:nvSpPr>
            <p:spPr bwMode="auto">
              <a:xfrm flipH="1">
                <a:off x="4108"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 name="Line 508"/>
              <p:cNvSpPr>
                <a:spLocks noChangeShapeType="1"/>
              </p:cNvSpPr>
              <p:nvPr userDrawn="1"/>
            </p:nvSpPr>
            <p:spPr bwMode="auto">
              <a:xfrm flipH="1">
                <a:off x="4108"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 name="Line 509"/>
              <p:cNvSpPr>
                <a:spLocks noChangeShapeType="1"/>
              </p:cNvSpPr>
              <p:nvPr userDrawn="1"/>
            </p:nvSpPr>
            <p:spPr bwMode="auto">
              <a:xfrm flipH="1">
                <a:off x="4362"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 name="Line 510"/>
              <p:cNvSpPr>
                <a:spLocks noChangeShapeType="1"/>
              </p:cNvSpPr>
              <p:nvPr userDrawn="1"/>
            </p:nvSpPr>
            <p:spPr bwMode="auto">
              <a:xfrm flipH="1">
                <a:off x="4362"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 name="Line 511"/>
              <p:cNvSpPr>
                <a:spLocks noChangeShapeType="1"/>
              </p:cNvSpPr>
              <p:nvPr userDrawn="1"/>
            </p:nvSpPr>
            <p:spPr bwMode="auto">
              <a:xfrm flipH="1">
                <a:off x="4362"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 name="Line 512"/>
              <p:cNvSpPr>
                <a:spLocks noChangeShapeType="1"/>
              </p:cNvSpPr>
              <p:nvPr userDrawn="1"/>
            </p:nvSpPr>
            <p:spPr bwMode="auto">
              <a:xfrm flipH="1">
                <a:off x="4362"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 name="Line 513"/>
              <p:cNvSpPr>
                <a:spLocks noChangeShapeType="1"/>
              </p:cNvSpPr>
              <p:nvPr userDrawn="1"/>
            </p:nvSpPr>
            <p:spPr bwMode="auto">
              <a:xfrm flipH="1">
                <a:off x="4362"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 name="Line 514"/>
              <p:cNvSpPr>
                <a:spLocks noChangeShapeType="1"/>
              </p:cNvSpPr>
              <p:nvPr userDrawn="1"/>
            </p:nvSpPr>
            <p:spPr bwMode="auto">
              <a:xfrm flipH="1">
                <a:off x="4362"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 name="Line 515"/>
              <p:cNvSpPr>
                <a:spLocks noChangeShapeType="1"/>
              </p:cNvSpPr>
              <p:nvPr userDrawn="1"/>
            </p:nvSpPr>
            <p:spPr bwMode="auto">
              <a:xfrm flipH="1">
                <a:off x="4362"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 name="Line 516"/>
              <p:cNvSpPr>
                <a:spLocks noChangeShapeType="1"/>
              </p:cNvSpPr>
              <p:nvPr userDrawn="1"/>
            </p:nvSpPr>
            <p:spPr bwMode="auto">
              <a:xfrm flipH="1">
                <a:off x="4362"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 name="Line 517"/>
              <p:cNvSpPr>
                <a:spLocks noChangeShapeType="1"/>
              </p:cNvSpPr>
              <p:nvPr userDrawn="1"/>
            </p:nvSpPr>
            <p:spPr bwMode="auto">
              <a:xfrm flipH="1">
                <a:off x="4362"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 name="Line 518"/>
              <p:cNvSpPr>
                <a:spLocks noChangeShapeType="1"/>
              </p:cNvSpPr>
              <p:nvPr userDrawn="1"/>
            </p:nvSpPr>
            <p:spPr bwMode="auto">
              <a:xfrm flipH="1">
                <a:off x="4362"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 name="Line 519"/>
              <p:cNvSpPr>
                <a:spLocks noChangeShapeType="1"/>
              </p:cNvSpPr>
              <p:nvPr userDrawn="1"/>
            </p:nvSpPr>
            <p:spPr bwMode="auto">
              <a:xfrm flipH="1">
                <a:off x="4362"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 name="Line 520"/>
              <p:cNvSpPr>
                <a:spLocks noChangeShapeType="1"/>
              </p:cNvSpPr>
              <p:nvPr userDrawn="1"/>
            </p:nvSpPr>
            <p:spPr bwMode="auto">
              <a:xfrm flipH="1">
                <a:off x="4362"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 name="Line 521"/>
              <p:cNvSpPr>
                <a:spLocks noChangeShapeType="1"/>
              </p:cNvSpPr>
              <p:nvPr userDrawn="1"/>
            </p:nvSpPr>
            <p:spPr bwMode="auto">
              <a:xfrm flipH="1">
                <a:off x="4362"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 name="Line 522"/>
              <p:cNvSpPr>
                <a:spLocks noChangeShapeType="1"/>
              </p:cNvSpPr>
              <p:nvPr userDrawn="1"/>
            </p:nvSpPr>
            <p:spPr bwMode="auto">
              <a:xfrm flipH="1">
                <a:off x="4616"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 name="Line 523"/>
              <p:cNvSpPr>
                <a:spLocks noChangeShapeType="1"/>
              </p:cNvSpPr>
              <p:nvPr userDrawn="1"/>
            </p:nvSpPr>
            <p:spPr bwMode="auto">
              <a:xfrm flipH="1">
                <a:off x="4616"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6" name="Line 524"/>
              <p:cNvSpPr>
                <a:spLocks noChangeShapeType="1"/>
              </p:cNvSpPr>
              <p:nvPr userDrawn="1"/>
            </p:nvSpPr>
            <p:spPr bwMode="auto">
              <a:xfrm flipH="1">
                <a:off x="4616"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7" name="Line 525"/>
              <p:cNvSpPr>
                <a:spLocks noChangeShapeType="1"/>
              </p:cNvSpPr>
              <p:nvPr userDrawn="1"/>
            </p:nvSpPr>
            <p:spPr bwMode="auto">
              <a:xfrm flipH="1">
                <a:off x="4616"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8" name="Line 526"/>
              <p:cNvSpPr>
                <a:spLocks noChangeShapeType="1"/>
              </p:cNvSpPr>
              <p:nvPr userDrawn="1"/>
            </p:nvSpPr>
            <p:spPr bwMode="auto">
              <a:xfrm flipH="1">
                <a:off x="4616"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9" name="Line 527"/>
              <p:cNvSpPr>
                <a:spLocks noChangeShapeType="1"/>
              </p:cNvSpPr>
              <p:nvPr userDrawn="1"/>
            </p:nvSpPr>
            <p:spPr bwMode="auto">
              <a:xfrm flipH="1">
                <a:off x="4616"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0" name="Line 528"/>
              <p:cNvSpPr>
                <a:spLocks noChangeShapeType="1"/>
              </p:cNvSpPr>
              <p:nvPr userDrawn="1"/>
            </p:nvSpPr>
            <p:spPr bwMode="auto">
              <a:xfrm flipH="1">
                <a:off x="4616"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1" name="Line 529"/>
              <p:cNvSpPr>
                <a:spLocks noChangeShapeType="1"/>
              </p:cNvSpPr>
              <p:nvPr userDrawn="1"/>
            </p:nvSpPr>
            <p:spPr bwMode="auto">
              <a:xfrm flipH="1">
                <a:off x="4616"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2" name="Line 530"/>
              <p:cNvSpPr>
                <a:spLocks noChangeShapeType="1"/>
              </p:cNvSpPr>
              <p:nvPr userDrawn="1"/>
            </p:nvSpPr>
            <p:spPr bwMode="auto">
              <a:xfrm flipH="1">
                <a:off x="4616"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3" name="Line 531"/>
              <p:cNvSpPr>
                <a:spLocks noChangeShapeType="1"/>
              </p:cNvSpPr>
              <p:nvPr userDrawn="1"/>
            </p:nvSpPr>
            <p:spPr bwMode="auto">
              <a:xfrm flipH="1">
                <a:off x="4616"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4" name="Line 532"/>
              <p:cNvSpPr>
                <a:spLocks noChangeShapeType="1"/>
              </p:cNvSpPr>
              <p:nvPr userDrawn="1"/>
            </p:nvSpPr>
            <p:spPr bwMode="auto">
              <a:xfrm flipH="1">
                <a:off x="4616"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5" name="Line 533"/>
              <p:cNvSpPr>
                <a:spLocks noChangeShapeType="1"/>
              </p:cNvSpPr>
              <p:nvPr userDrawn="1"/>
            </p:nvSpPr>
            <p:spPr bwMode="auto">
              <a:xfrm flipH="1">
                <a:off x="4616"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6" name="Line 534"/>
              <p:cNvSpPr>
                <a:spLocks noChangeShapeType="1"/>
              </p:cNvSpPr>
              <p:nvPr userDrawn="1"/>
            </p:nvSpPr>
            <p:spPr bwMode="auto">
              <a:xfrm flipH="1">
                <a:off x="4616"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7" name="Line 535"/>
              <p:cNvSpPr>
                <a:spLocks noChangeShapeType="1"/>
              </p:cNvSpPr>
              <p:nvPr userDrawn="1"/>
            </p:nvSpPr>
            <p:spPr bwMode="auto">
              <a:xfrm flipH="1">
                <a:off x="4870"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8" name="Line 536"/>
              <p:cNvSpPr>
                <a:spLocks noChangeShapeType="1"/>
              </p:cNvSpPr>
              <p:nvPr userDrawn="1"/>
            </p:nvSpPr>
            <p:spPr bwMode="auto">
              <a:xfrm flipH="1">
                <a:off x="4870"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9" name="Line 537"/>
              <p:cNvSpPr>
                <a:spLocks noChangeShapeType="1"/>
              </p:cNvSpPr>
              <p:nvPr userDrawn="1"/>
            </p:nvSpPr>
            <p:spPr bwMode="auto">
              <a:xfrm flipH="1">
                <a:off x="4870"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0" name="Line 538"/>
              <p:cNvSpPr>
                <a:spLocks noChangeShapeType="1"/>
              </p:cNvSpPr>
              <p:nvPr userDrawn="1"/>
            </p:nvSpPr>
            <p:spPr bwMode="auto">
              <a:xfrm flipH="1">
                <a:off x="4870"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1" name="Line 539"/>
              <p:cNvSpPr>
                <a:spLocks noChangeShapeType="1"/>
              </p:cNvSpPr>
              <p:nvPr userDrawn="1"/>
            </p:nvSpPr>
            <p:spPr bwMode="auto">
              <a:xfrm flipH="1">
                <a:off x="4870"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2" name="Line 540"/>
              <p:cNvSpPr>
                <a:spLocks noChangeShapeType="1"/>
              </p:cNvSpPr>
              <p:nvPr userDrawn="1"/>
            </p:nvSpPr>
            <p:spPr bwMode="auto">
              <a:xfrm flipH="1">
                <a:off x="4870"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3" name="Line 541"/>
              <p:cNvSpPr>
                <a:spLocks noChangeShapeType="1"/>
              </p:cNvSpPr>
              <p:nvPr userDrawn="1"/>
            </p:nvSpPr>
            <p:spPr bwMode="auto">
              <a:xfrm flipH="1">
                <a:off x="4870"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4" name="Line 542"/>
              <p:cNvSpPr>
                <a:spLocks noChangeShapeType="1"/>
              </p:cNvSpPr>
              <p:nvPr userDrawn="1"/>
            </p:nvSpPr>
            <p:spPr bwMode="auto">
              <a:xfrm flipH="1">
                <a:off x="4870"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5" name="Line 543"/>
              <p:cNvSpPr>
                <a:spLocks noChangeShapeType="1"/>
              </p:cNvSpPr>
              <p:nvPr userDrawn="1"/>
            </p:nvSpPr>
            <p:spPr bwMode="auto">
              <a:xfrm flipH="1">
                <a:off x="4870"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6" name="Line 544"/>
              <p:cNvSpPr>
                <a:spLocks noChangeShapeType="1"/>
              </p:cNvSpPr>
              <p:nvPr userDrawn="1"/>
            </p:nvSpPr>
            <p:spPr bwMode="auto">
              <a:xfrm flipH="1">
                <a:off x="4870"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7" name="Line 545"/>
              <p:cNvSpPr>
                <a:spLocks noChangeShapeType="1"/>
              </p:cNvSpPr>
              <p:nvPr userDrawn="1"/>
            </p:nvSpPr>
            <p:spPr bwMode="auto">
              <a:xfrm flipH="1">
                <a:off x="4870"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8" name="Line 546"/>
              <p:cNvSpPr>
                <a:spLocks noChangeShapeType="1"/>
              </p:cNvSpPr>
              <p:nvPr userDrawn="1"/>
            </p:nvSpPr>
            <p:spPr bwMode="auto">
              <a:xfrm flipH="1">
                <a:off x="4870"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9" name="Line 547"/>
              <p:cNvSpPr>
                <a:spLocks noChangeShapeType="1"/>
              </p:cNvSpPr>
              <p:nvPr userDrawn="1"/>
            </p:nvSpPr>
            <p:spPr bwMode="auto">
              <a:xfrm flipH="1">
                <a:off x="4870"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0" name="Line 548"/>
              <p:cNvSpPr>
                <a:spLocks noChangeShapeType="1"/>
              </p:cNvSpPr>
              <p:nvPr userDrawn="1"/>
            </p:nvSpPr>
            <p:spPr bwMode="auto">
              <a:xfrm flipH="1">
                <a:off x="5124"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1" name="Line 549"/>
              <p:cNvSpPr>
                <a:spLocks noChangeShapeType="1"/>
              </p:cNvSpPr>
              <p:nvPr userDrawn="1"/>
            </p:nvSpPr>
            <p:spPr bwMode="auto">
              <a:xfrm flipH="1">
                <a:off x="5124"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2" name="Line 550"/>
              <p:cNvSpPr>
                <a:spLocks noChangeShapeType="1"/>
              </p:cNvSpPr>
              <p:nvPr userDrawn="1"/>
            </p:nvSpPr>
            <p:spPr bwMode="auto">
              <a:xfrm flipH="1">
                <a:off x="5124"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3" name="Line 551"/>
              <p:cNvSpPr>
                <a:spLocks noChangeShapeType="1"/>
              </p:cNvSpPr>
              <p:nvPr userDrawn="1"/>
            </p:nvSpPr>
            <p:spPr bwMode="auto">
              <a:xfrm flipH="1">
                <a:off x="5124"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4" name="Line 552"/>
              <p:cNvSpPr>
                <a:spLocks noChangeShapeType="1"/>
              </p:cNvSpPr>
              <p:nvPr userDrawn="1"/>
            </p:nvSpPr>
            <p:spPr bwMode="auto">
              <a:xfrm flipH="1">
                <a:off x="5124"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5" name="Line 553"/>
              <p:cNvSpPr>
                <a:spLocks noChangeShapeType="1"/>
              </p:cNvSpPr>
              <p:nvPr userDrawn="1"/>
            </p:nvSpPr>
            <p:spPr bwMode="auto">
              <a:xfrm flipH="1">
                <a:off x="5124"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6" name="Line 554"/>
              <p:cNvSpPr>
                <a:spLocks noChangeShapeType="1"/>
              </p:cNvSpPr>
              <p:nvPr userDrawn="1"/>
            </p:nvSpPr>
            <p:spPr bwMode="auto">
              <a:xfrm flipH="1">
                <a:off x="5124"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7" name="Line 555"/>
              <p:cNvSpPr>
                <a:spLocks noChangeShapeType="1"/>
              </p:cNvSpPr>
              <p:nvPr userDrawn="1"/>
            </p:nvSpPr>
            <p:spPr bwMode="auto">
              <a:xfrm flipH="1">
                <a:off x="5124"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8" name="Line 556"/>
              <p:cNvSpPr>
                <a:spLocks noChangeShapeType="1"/>
              </p:cNvSpPr>
              <p:nvPr userDrawn="1"/>
            </p:nvSpPr>
            <p:spPr bwMode="auto">
              <a:xfrm flipH="1">
                <a:off x="5124"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9" name="Line 557"/>
              <p:cNvSpPr>
                <a:spLocks noChangeShapeType="1"/>
              </p:cNvSpPr>
              <p:nvPr userDrawn="1"/>
            </p:nvSpPr>
            <p:spPr bwMode="auto">
              <a:xfrm flipH="1">
                <a:off x="5124"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0" name="Line 558"/>
              <p:cNvSpPr>
                <a:spLocks noChangeShapeType="1"/>
              </p:cNvSpPr>
              <p:nvPr userDrawn="1"/>
            </p:nvSpPr>
            <p:spPr bwMode="auto">
              <a:xfrm flipH="1">
                <a:off x="5124"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1" name="Line 559"/>
              <p:cNvSpPr>
                <a:spLocks noChangeShapeType="1"/>
              </p:cNvSpPr>
              <p:nvPr userDrawn="1"/>
            </p:nvSpPr>
            <p:spPr bwMode="auto">
              <a:xfrm flipH="1">
                <a:off x="5124"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2" name="Line 560"/>
              <p:cNvSpPr>
                <a:spLocks noChangeShapeType="1"/>
              </p:cNvSpPr>
              <p:nvPr userDrawn="1"/>
            </p:nvSpPr>
            <p:spPr bwMode="auto">
              <a:xfrm flipH="1">
                <a:off x="5124"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3" name="Line 561"/>
              <p:cNvSpPr>
                <a:spLocks noChangeShapeType="1"/>
              </p:cNvSpPr>
              <p:nvPr userDrawn="1"/>
            </p:nvSpPr>
            <p:spPr bwMode="auto">
              <a:xfrm flipH="1">
                <a:off x="5378"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4" name="Line 562"/>
              <p:cNvSpPr>
                <a:spLocks noChangeShapeType="1"/>
              </p:cNvSpPr>
              <p:nvPr userDrawn="1"/>
            </p:nvSpPr>
            <p:spPr bwMode="auto">
              <a:xfrm flipH="1">
                <a:off x="5378"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5" name="Line 563"/>
              <p:cNvSpPr>
                <a:spLocks noChangeShapeType="1"/>
              </p:cNvSpPr>
              <p:nvPr userDrawn="1"/>
            </p:nvSpPr>
            <p:spPr bwMode="auto">
              <a:xfrm flipH="1">
                <a:off x="5378"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6" name="Line 564"/>
              <p:cNvSpPr>
                <a:spLocks noChangeShapeType="1"/>
              </p:cNvSpPr>
              <p:nvPr userDrawn="1"/>
            </p:nvSpPr>
            <p:spPr bwMode="auto">
              <a:xfrm flipH="1">
                <a:off x="5378"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7" name="Line 565"/>
              <p:cNvSpPr>
                <a:spLocks noChangeShapeType="1"/>
              </p:cNvSpPr>
              <p:nvPr userDrawn="1"/>
            </p:nvSpPr>
            <p:spPr bwMode="auto">
              <a:xfrm flipH="1">
                <a:off x="5378"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8" name="Line 566"/>
              <p:cNvSpPr>
                <a:spLocks noChangeShapeType="1"/>
              </p:cNvSpPr>
              <p:nvPr userDrawn="1"/>
            </p:nvSpPr>
            <p:spPr bwMode="auto">
              <a:xfrm flipH="1">
                <a:off x="5378"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9" name="Line 567"/>
              <p:cNvSpPr>
                <a:spLocks noChangeShapeType="1"/>
              </p:cNvSpPr>
              <p:nvPr userDrawn="1"/>
            </p:nvSpPr>
            <p:spPr bwMode="auto">
              <a:xfrm flipH="1">
                <a:off x="5378"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0" name="Line 568"/>
              <p:cNvSpPr>
                <a:spLocks noChangeShapeType="1"/>
              </p:cNvSpPr>
              <p:nvPr userDrawn="1"/>
            </p:nvSpPr>
            <p:spPr bwMode="auto">
              <a:xfrm flipH="1">
                <a:off x="5378"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1" name="Line 569"/>
              <p:cNvSpPr>
                <a:spLocks noChangeShapeType="1"/>
              </p:cNvSpPr>
              <p:nvPr userDrawn="1"/>
            </p:nvSpPr>
            <p:spPr bwMode="auto">
              <a:xfrm flipH="1">
                <a:off x="5378"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2" name="Line 570"/>
              <p:cNvSpPr>
                <a:spLocks noChangeShapeType="1"/>
              </p:cNvSpPr>
              <p:nvPr userDrawn="1"/>
            </p:nvSpPr>
            <p:spPr bwMode="auto">
              <a:xfrm flipH="1">
                <a:off x="5378"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3" name="Line 571"/>
              <p:cNvSpPr>
                <a:spLocks noChangeShapeType="1"/>
              </p:cNvSpPr>
              <p:nvPr userDrawn="1"/>
            </p:nvSpPr>
            <p:spPr bwMode="auto">
              <a:xfrm flipH="1">
                <a:off x="5378"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4" name="Line 572"/>
              <p:cNvSpPr>
                <a:spLocks noChangeShapeType="1"/>
              </p:cNvSpPr>
              <p:nvPr userDrawn="1"/>
            </p:nvSpPr>
            <p:spPr bwMode="auto">
              <a:xfrm flipH="1">
                <a:off x="5378"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5" name="Line 573"/>
              <p:cNvSpPr>
                <a:spLocks noChangeShapeType="1"/>
              </p:cNvSpPr>
              <p:nvPr userDrawn="1"/>
            </p:nvSpPr>
            <p:spPr bwMode="auto">
              <a:xfrm flipH="1">
                <a:off x="5378"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6" name="Line 574"/>
              <p:cNvSpPr>
                <a:spLocks noChangeShapeType="1"/>
              </p:cNvSpPr>
              <p:nvPr userDrawn="1"/>
            </p:nvSpPr>
            <p:spPr bwMode="auto">
              <a:xfrm flipH="1">
                <a:off x="5632"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7" name="Line 575"/>
              <p:cNvSpPr>
                <a:spLocks noChangeShapeType="1"/>
              </p:cNvSpPr>
              <p:nvPr userDrawn="1"/>
            </p:nvSpPr>
            <p:spPr bwMode="auto">
              <a:xfrm flipH="1">
                <a:off x="5632"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8" name="Line 576"/>
              <p:cNvSpPr>
                <a:spLocks noChangeShapeType="1"/>
              </p:cNvSpPr>
              <p:nvPr userDrawn="1"/>
            </p:nvSpPr>
            <p:spPr bwMode="auto">
              <a:xfrm flipH="1">
                <a:off x="5632"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9" name="Line 577"/>
              <p:cNvSpPr>
                <a:spLocks noChangeShapeType="1"/>
              </p:cNvSpPr>
              <p:nvPr userDrawn="1"/>
            </p:nvSpPr>
            <p:spPr bwMode="auto">
              <a:xfrm flipH="1">
                <a:off x="5632"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0" name="Line 578"/>
              <p:cNvSpPr>
                <a:spLocks noChangeShapeType="1"/>
              </p:cNvSpPr>
              <p:nvPr userDrawn="1"/>
            </p:nvSpPr>
            <p:spPr bwMode="auto">
              <a:xfrm flipH="1">
                <a:off x="5632"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1" name="Line 579"/>
              <p:cNvSpPr>
                <a:spLocks noChangeShapeType="1"/>
              </p:cNvSpPr>
              <p:nvPr userDrawn="1"/>
            </p:nvSpPr>
            <p:spPr bwMode="auto">
              <a:xfrm flipH="1">
                <a:off x="5632"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2" name="Line 580"/>
              <p:cNvSpPr>
                <a:spLocks noChangeShapeType="1"/>
              </p:cNvSpPr>
              <p:nvPr userDrawn="1"/>
            </p:nvSpPr>
            <p:spPr bwMode="auto">
              <a:xfrm flipH="1">
                <a:off x="5632"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3" name="Line 581"/>
              <p:cNvSpPr>
                <a:spLocks noChangeShapeType="1"/>
              </p:cNvSpPr>
              <p:nvPr userDrawn="1"/>
            </p:nvSpPr>
            <p:spPr bwMode="auto">
              <a:xfrm flipH="1">
                <a:off x="5632"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4" name="Line 582"/>
              <p:cNvSpPr>
                <a:spLocks noChangeShapeType="1"/>
              </p:cNvSpPr>
              <p:nvPr userDrawn="1"/>
            </p:nvSpPr>
            <p:spPr bwMode="auto">
              <a:xfrm flipH="1">
                <a:off x="5632"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5" name="Line 583"/>
              <p:cNvSpPr>
                <a:spLocks noChangeShapeType="1"/>
              </p:cNvSpPr>
              <p:nvPr userDrawn="1"/>
            </p:nvSpPr>
            <p:spPr bwMode="auto">
              <a:xfrm flipH="1">
                <a:off x="5632"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6" name="Line 584"/>
              <p:cNvSpPr>
                <a:spLocks noChangeShapeType="1"/>
              </p:cNvSpPr>
              <p:nvPr userDrawn="1"/>
            </p:nvSpPr>
            <p:spPr bwMode="auto">
              <a:xfrm flipH="1">
                <a:off x="5632"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7" name="Line 585"/>
              <p:cNvSpPr>
                <a:spLocks noChangeShapeType="1"/>
              </p:cNvSpPr>
              <p:nvPr userDrawn="1"/>
            </p:nvSpPr>
            <p:spPr bwMode="auto">
              <a:xfrm flipH="1">
                <a:off x="5632"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8" name="Line 586"/>
              <p:cNvSpPr>
                <a:spLocks noChangeShapeType="1"/>
              </p:cNvSpPr>
              <p:nvPr userDrawn="1"/>
            </p:nvSpPr>
            <p:spPr bwMode="auto">
              <a:xfrm flipH="1">
                <a:off x="5632"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9" name="Line 587"/>
              <p:cNvSpPr>
                <a:spLocks noChangeShapeType="1"/>
              </p:cNvSpPr>
              <p:nvPr userDrawn="1"/>
            </p:nvSpPr>
            <p:spPr bwMode="auto">
              <a:xfrm flipH="1">
                <a:off x="5886"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0" name="Line 588"/>
              <p:cNvSpPr>
                <a:spLocks noChangeShapeType="1"/>
              </p:cNvSpPr>
              <p:nvPr userDrawn="1"/>
            </p:nvSpPr>
            <p:spPr bwMode="auto">
              <a:xfrm flipH="1">
                <a:off x="5886"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1" name="Line 589"/>
              <p:cNvSpPr>
                <a:spLocks noChangeShapeType="1"/>
              </p:cNvSpPr>
              <p:nvPr userDrawn="1"/>
            </p:nvSpPr>
            <p:spPr bwMode="auto">
              <a:xfrm flipH="1">
                <a:off x="5886"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2" name="Line 590"/>
              <p:cNvSpPr>
                <a:spLocks noChangeShapeType="1"/>
              </p:cNvSpPr>
              <p:nvPr userDrawn="1"/>
            </p:nvSpPr>
            <p:spPr bwMode="auto">
              <a:xfrm flipH="1">
                <a:off x="5886"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3" name="Line 591"/>
              <p:cNvSpPr>
                <a:spLocks noChangeShapeType="1"/>
              </p:cNvSpPr>
              <p:nvPr userDrawn="1"/>
            </p:nvSpPr>
            <p:spPr bwMode="auto">
              <a:xfrm flipH="1">
                <a:off x="5886"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4" name="Line 592"/>
              <p:cNvSpPr>
                <a:spLocks noChangeShapeType="1"/>
              </p:cNvSpPr>
              <p:nvPr userDrawn="1"/>
            </p:nvSpPr>
            <p:spPr bwMode="auto">
              <a:xfrm flipH="1">
                <a:off x="5886"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5" name="Line 593"/>
              <p:cNvSpPr>
                <a:spLocks noChangeShapeType="1"/>
              </p:cNvSpPr>
              <p:nvPr userDrawn="1"/>
            </p:nvSpPr>
            <p:spPr bwMode="auto">
              <a:xfrm flipH="1">
                <a:off x="5886"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6" name="Line 594"/>
              <p:cNvSpPr>
                <a:spLocks noChangeShapeType="1"/>
              </p:cNvSpPr>
              <p:nvPr userDrawn="1"/>
            </p:nvSpPr>
            <p:spPr bwMode="auto">
              <a:xfrm flipH="1">
                <a:off x="5886"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7" name="Line 595"/>
              <p:cNvSpPr>
                <a:spLocks noChangeShapeType="1"/>
              </p:cNvSpPr>
              <p:nvPr userDrawn="1"/>
            </p:nvSpPr>
            <p:spPr bwMode="auto">
              <a:xfrm flipH="1">
                <a:off x="5886"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8" name="Line 596"/>
              <p:cNvSpPr>
                <a:spLocks noChangeShapeType="1"/>
              </p:cNvSpPr>
              <p:nvPr userDrawn="1"/>
            </p:nvSpPr>
            <p:spPr bwMode="auto">
              <a:xfrm flipH="1">
                <a:off x="5886"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9" name="Line 597"/>
              <p:cNvSpPr>
                <a:spLocks noChangeShapeType="1"/>
              </p:cNvSpPr>
              <p:nvPr userDrawn="1"/>
            </p:nvSpPr>
            <p:spPr bwMode="auto">
              <a:xfrm flipH="1">
                <a:off x="5886"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0" name="Line 598"/>
              <p:cNvSpPr>
                <a:spLocks noChangeShapeType="1"/>
              </p:cNvSpPr>
              <p:nvPr userDrawn="1"/>
            </p:nvSpPr>
            <p:spPr bwMode="auto">
              <a:xfrm flipH="1">
                <a:off x="5886"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1" name="Line 599"/>
              <p:cNvSpPr>
                <a:spLocks noChangeShapeType="1"/>
              </p:cNvSpPr>
              <p:nvPr userDrawn="1"/>
            </p:nvSpPr>
            <p:spPr bwMode="auto">
              <a:xfrm flipH="1">
                <a:off x="5886"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2" name="Line 600"/>
              <p:cNvSpPr>
                <a:spLocks noChangeShapeType="1"/>
              </p:cNvSpPr>
              <p:nvPr userDrawn="1"/>
            </p:nvSpPr>
            <p:spPr bwMode="auto">
              <a:xfrm flipH="1">
                <a:off x="6140" y="261"/>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3" name="Line 601"/>
              <p:cNvSpPr>
                <a:spLocks noChangeShapeType="1"/>
              </p:cNvSpPr>
              <p:nvPr userDrawn="1"/>
            </p:nvSpPr>
            <p:spPr bwMode="auto">
              <a:xfrm flipH="1">
                <a:off x="6140" y="515"/>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4" name="Line 602"/>
              <p:cNvSpPr>
                <a:spLocks noChangeShapeType="1"/>
              </p:cNvSpPr>
              <p:nvPr userDrawn="1"/>
            </p:nvSpPr>
            <p:spPr bwMode="auto">
              <a:xfrm flipH="1">
                <a:off x="6140" y="769"/>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5" name="Line 603"/>
              <p:cNvSpPr>
                <a:spLocks noChangeShapeType="1"/>
              </p:cNvSpPr>
              <p:nvPr userDrawn="1"/>
            </p:nvSpPr>
            <p:spPr bwMode="auto">
              <a:xfrm flipH="1">
                <a:off x="6140" y="1024"/>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6" name="Line 604"/>
              <p:cNvSpPr>
                <a:spLocks noChangeShapeType="1"/>
              </p:cNvSpPr>
              <p:nvPr userDrawn="1"/>
            </p:nvSpPr>
            <p:spPr bwMode="auto">
              <a:xfrm flipH="1">
                <a:off x="6140" y="1278"/>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7" name="Line 605"/>
              <p:cNvSpPr>
                <a:spLocks noChangeShapeType="1"/>
              </p:cNvSpPr>
              <p:nvPr userDrawn="1"/>
            </p:nvSpPr>
            <p:spPr bwMode="auto">
              <a:xfrm flipH="1">
                <a:off x="6140" y="1532"/>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8" name="Line 606"/>
              <p:cNvSpPr>
                <a:spLocks noChangeShapeType="1"/>
              </p:cNvSpPr>
              <p:nvPr userDrawn="1"/>
            </p:nvSpPr>
            <p:spPr bwMode="auto">
              <a:xfrm flipH="1">
                <a:off x="6140" y="1786"/>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20" name="Line 608"/>
            <p:cNvSpPr>
              <a:spLocks noChangeShapeType="1"/>
            </p:cNvSpPr>
            <p:nvPr userDrawn="1"/>
          </p:nvSpPr>
          <p:spPr bwMode="auto">
            <a:xfrm flipH="1">
              <a:off x="8307388" y="32385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 name="Line 609"/>
            <p:cNvSpPr>
              <a:spLocks noChangeShapeType="1"/>
            </p:cNvSpPr>
            <p:nvPr userDrawn="1"/>
          </p:nvSpPr>
          <p:spPr bwMode="auto">
            <a:xfrm flipH="1">
              <a:off x="8307388" y="364172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 name="Line 610"/>
            <p:cNvSpPr>
              <a:spLocks noChangeShapeType="1"/>
            </p:cNvSpPr>
            <p:nvPr userDrawn="1"/>
          </p:nvSpPr>
          <p:spPr bwMode="auto">
            <a:xfrm flipH="1">
              <a:off x="8307388" y="40449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 name="Line 611"/>
            <p:cNvSpPr>
              <a:spLocks noChangeShapeType="1"/>
            </p:cNvSpPr>
            <p:nvPr userDrawn="1"/>
          </p:nvSpPr>
          <p:spPr bwMode="auto">
            <a:xfrm flipH="1">
              <a:off x="8307388" y="44481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 name="Line 612"/>
            <p:cNvSpPr>
              <a:spLocks noChangeShapeType="1"/>
            </p:cNvSpPr>
            <p:nvPr userDrawn="1"/>
          </p:nvSpPr>
          <p:spPr bwMode="auto">
            <a:xfrm flipH="1">
              <a:off x="8307388" y="48514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 name="Line 613"/>
            <p:cNvSpPr>
              <a:spLocks noChangeShapeType="1"/>
            </p:cNvSpPr>
            <p:nvPr userDrawn="1"/>
          </p:nvSpPr>
          <p:spPr bwMode="auto">
            <a:xfrm flipH="1">
              <a:off x="8307388" y="52578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 name="Line 614"/>
            <p:cNvSpPr>
              <a:spLocks noChangeShapeType="1"/>
            </p:cNvSpPr>
            <p:nvPr userDrawn="1"/>
          </p:nvSpPr>
          <p:spPr bwMode="auto">
            <a:xfrm flipH="1">
              <a:off x="8710613" y="414338"/>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 name="Line 615"/>
            <p:cNvSpPr>
              <a:spLocks noChangeShapeType="1"/>
            </p:cNvSpPr>
            <p:nvPr userDrawn="1"/>
          </p:nvSpPr>
          <p:spPr bwMode="auto">
            <a:xfrm flipH="1">
              <a:off x="8710613" y="817563"/>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 name="Line 616"/>
            <p:cNvSpPr>
              <a:spLocks noChangeShapeType="1"/>
            </p:cNvSpPr>
            <p:nvPr userDrawn="1"/>
          </p:nvSpPr>
          <p:spPr bwMode="auto">
            <a:xfrm flipH="1">
              <a:off x="8710613" y="1220788"/>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 name="Line 617"/>
            <p:cNvSpPr>
              <a:spLocks noChangeShapeType="1"/>
            </p:cNvSpPr>
            <p:nvPr userDrawn="1"/>
          </p:nvSpPr>
          <p:spPr bwMode="auto">
            <a:xfrm flipH="1">
              <a:off x="8710613" y="16256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 name="Line 618"/>
            <p:cNvSpPr>
              <a:spLocks noChangeShapeType="1"/>
            </p:cNvSpPr>
            <p:nvPr userDrawn="1"/>
          </p:nvSpPr>
          <p:spPr bwMode="auto">
            <a:xfrm flipH="1">
              <a:off x="8710613" y="202882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 name="Line 619"/>
            <p:cNvSpPr>
              <a:spLocks noChangeShapeType="1"/>
            </p:cNvSpPr>
            <p:nvPr userDrawn="1"/>
          </p:nvSpPr>
          <p:spPr bwMode="auto">
            <a:xfrm flipH="1">
              <a:off x="8710613" y="24320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 name="Line 620"/>
            <p:cNvSpPr>
              <a:spLocks noChangeShapeType="1"/>
            </p:cNvSpPr>
            <p:nvPr userDrawn="1"/>
          </p:nvSpPr>
          <p:spPr bwMode="auto">
            <a:xfrm flipH="1">
              <a:off x="8710613" y="28352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 name="Line 621"/>
            <p:cNvSpPr>
              <a:spLocks noChangeShapeType="1"/>
            </p:cNvSpPr>
            <p:nvPr userDrawn="1"/>
          </p:nvSpPr>
          <p:spPr bwMode="auto">
            <a:xfrm flipH="1">
              <a:off x="8710613" y="32385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 name="Line 622"/>
            <p:cNvSpPr>
              <a:spLocks noChangeShapeType="1"/>
            </p:cNvSpPr>
            <p:nvPr userDrawn="1"/>
          </p:nvSpPr>
          <p:spPr bwMode="auto">
            <a:xfrm flipH="1">
              <a:off x="8710613" y="364172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 name="Line 623"/>
            <p:cNvSpPr>
              <a:spLocks noChangeShapeType="1"/>
            </p:cNvSpPr>
            <p:nvPr userDrawn="1"/>
          </p:nvSpPr>
          <p:spPr bwMode="auto">
            <a:xfrm flipH="1">
              <a:off x="8710613" y="40449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 name="Line 624"/>
            <p:cNvSpPr>
              <a:spLocks noChangeShapeType="1"/>
            </p:cNvSpPr>
            <p:nvPr userDrawn="1"/>
          </p:nvSpPr>
          <p:spPr bwMode="auto">
            <a:xfrm flipH="1">
              <a:off x="8710613" y="44481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 name="Line 625"/>
            <p:cNvSpPr>
              <a:spLocks noChangeShapeType="1"/>
            </p:cNvSpPr>
            <p:nvPr userDrawn="1"/>
          </p:nvSpPr>
          <p:spPr bwMode="auto">
            <a:xfrm flipH="1">
              <a:off x="8710613" y="48514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 name="Line 626"/>
            <p:cNvSpPr>
              <a:spLocks noChangeShapeType="1"/>
            </p:cNvSpPr>
            <p:nvPr userDrawn="1"/>
          </p:nvSpPr>
          <p:spPr bwMode="auto">
            <a:xfrm flipH="1">
              <a:off x="8710613" y="52578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 name="Line 679"/>
            <p:cNvSpPr>
              <a:spLocks noChangeShapeType="1"/>
            </p:cNvSpPr>
            <p:nvPr userDrawn="1"/>
          </p:nvSpPr>
          <p:spPr bwMode="auto">
            <a:xfrm>
              <a:off x="43037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 name="Line 680"/>
            <p:cNvSpPr>
              <a:spLocks noChangeShapeType="1"/>
            </p:cNvSpPr>
            <p:nvPr userDrawn="1"/>
          </p:nvSpPr>
          <p:spPr bwMode="auto">
            <a:xfrm>
              <a:off x="43037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 name="Line 681"/>
            <p:cNvSpPr>
              <a:spLocks noChangeShapeType="1"/>
            </p:cNvSpPr>
            <p:nvPr userDrawn="1"/>
          </p:nvSpPr>
          <p:spPr bwMode="auto">
            <a:xfrm>
              <a:off x="47069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 name="Line 682"/>
            <p:cNvSpPr>
              <a:spLocks noChangeShapeType="1"/>
            </p:cNvSpPr>
            <p:nvPr userDrawn="1"/>
          </p:nvSpPr>
          <p:spPr bwMode="auto">
            <a:xfrm>
              <a:off x="47069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 name="Line 683"/>
            <p:cNvSpPr>
              <a:spLocks noChangeShapeType="1"/>
            </p:cNvSpPr>
            <p:nvPr userDrawn="1"/>
          </p:nvSpPr>
          <p:spPr bwMode="auto">
            <a:xfrm>
              <a:off x="51101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 name="Line 684"/>
            <p:cNvSpPr>
              <a:spLocks noChangeShapeType="1"/>
            </p:cNvSpPr>
            <p:nvPr userDrawn="1"/>
          </p:nvSpPr>
          <p:spPr bwMode="auto">
            <a:xfrm>
              <a:off x="51101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 name="Line 685"/>
            <p:cNvSpPr>
              <a:spLocks noChangeShapeType="1"/>
            </p:cNvSpPr>
            <p:nvPr userDrawn="1"/>
          </p:nvSpPr>
          <p:spPr bwMode="auto">
            <a:xfrm>
              <a:off x="55133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 name="Line 686"/>
            <p:cNvSpPr>
              <a:spLocks noChangeShapeType="1"/>
            </p:cNvSpPr>
            <p:nvPr userDrawn="1"/>
          </p:nvSpPr>
          <p:spPr bwMode="auto">
            <a:xfrm>
              <a:off x="55133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 name="Line 687"/>
            <p:cNvSpPr>
              <a:spLocks noChangeShapeType="1"/>
            </p:cNvSpPr>
            <p:nvPr userDrawn="1"/>
          </p:nvSpPr>
          <p:spPr bwMode="auto">
            <a:xfrm>
              <a:off x="59166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 name="Line 688"/>
            <p:cNvSpPr>
              <a:spLocks noChangeShapeType="1"/>
            </p:cNvSpPr>
            <p:nvPr userDrawn="1"/>
          </p:nvSpPr>
          <p:spPr bwMode="auto">
            <a:xfrm>
              <a:off x="59166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 name="Line 689"/>
            <p:cNvSpPr>
              <a:spLocks noChangeShapeType="1"/>
            </p:cNvSpPr>
            <p:nvPr userDrawn="1"/>
          </p:nvSpPr>
          <p:spPr bwMode="auto">
            <a:xfrm>
              <a:off x="63198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 name="Line 690"/>
            <p:cNvSpPr>
              <a:spLocks noChangeShapeType="1"/>
            </p:cNvSpPr>
            <p:nvPr userDrawn="1"/>
          </p:nvSpPr>
          <p:spPr bwMode="auto">
            <a:xfrm>
              <a:off x="63198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 name="Line 691"/>
            <p:cNvSpPr>
              <a:spLocks noChangeShapeType="1"/>
            </p:cNvSpPr>
            <p:nvPr userDrawn="1"/>
          </p:nvSpPr>
          <p:spPr bwMode="auto">
            <a:xfrm>
              <a:off x="67230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 name="Line 692"/>
            <p:cNvSpPr>
              <a:spLocks noChangeShapeType="1"/>
            </p:cNvSpPr>
            <p:nvPr userDrawn="1"/>
          </p:nvSpPr>
          <p:spPr bwMode="auto">
            <a:xfrm>
              <a:off x="67230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 name="Line 693"/>
            <p:cNvSpPr>
              <a:spLocks noChangeShapeType="1"/>
            </p:cNvSpPr>
            <p:nvPr userDrawn="1"/>
          </p:nvSpPr>
          <p:spPr bwMode="auto">
            <a:xfrm>
              <a:off x="71262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 name="Line 694"/>
            <p:cNvSpPr>
              <a:spLocks noChangeShapeType="1"/>
            </p:cNvSpPr>
            <p:nvPr userDrawn="1"/>
          </p:nvSpPr>
          <p:spPr bwMode="auto">
            <a:xfrm>
              <a:off x="71262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 name="Line 695"/>
            <p:cNvSpPr>
              <a:spLocks noChangeShapeType="1"/>
            </p:cNvSpPr>
            <p:nvPr userDrawn="1"/>
          </p:nvSpPr>
          <p:spPr bwMode="auto">
            <a:xfrm>
              <a:off x="75295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 name="Line 696"/>
            <p:cNvSpPr>
              <a:spLocks noChangeShapeType="1"/>
            </p:cNvSpPr>
            <p:nvPr userDrawn="1"/>
          </p:nvSpPr>
          <p:spPr bwMode="auto">
            <a:xfrm>
              <a:off x="75295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 name="Line 697"/>
            <p:cNvSpPr>
              <a:spLocks noChangeShapeType="1"/>
            </p:cNvSpPr>
            <p:nvPr userDrawn="1"/>
          </p:nvSpPr>
          <p:spPr bwMode="auto">
            <a:xfrm>
              <a:off x="79327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 name="Line 698"/>
            <p:cNvSpPr>
              <a:spLocks noChangeShapeType="1"/>
            </p:cNvSpPr>
            <p:nvPr userDrawn="1"/>
          </p:nvSpPr>
          <p:spPr bwMode="auto">
            <a:xfrm>
              <a:off x="79327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 name="Line 699"/>
            <p:cNvSpPr>
              <a:spLocks noChangeShapeType="1"/>
            </p:cNvSpPr>
            <p:nvPr userDrawn="1"/>
          </p:nvSpPr>
          <p:spPr bwMode="auto">
            <a:xfrm>
              <a:off x="83359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0" name="Line 700"/>
            <p:cNvSpPr>
              <a:spLocks noChangeShapeType="1"/>
            </p:cNvSpPr>
            <p:nvPr userDrawn="1"/>
          </p:nvSpPr>
          <p:spPr bwMode="auto">
            <a:xfrm>
              <a:off x="83359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1" name="Line 701"/>
            <p:cNvSpPr>
              <a:spLocks noChangeShapeType="1"/>
            </p:cNvSpPr>
            <p:nvPr userDrawn="1"/>
          </p:nvSpPr>
          <p:spPr bwMode="auto">
            <a:xfrm>
              <a:off x="87391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2" name="Line 702"/>
            <p:cNvSpPr>
              <a:spLocks noChangeShapeType="1"/>
            </p:cNvSpPr>
            <p:nvPr userDrawn="1"/>
          </p:nvSpPr>
          <p:spPr bwMode="auto">
            <a:xfrm>
              <a:off x="87391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3" name="Line 711"/>
            <p:cNvSpPr>
              <a:spLocks noChangeShapeType="1"/>
            </p:cNvSpPr>
            <p:nvPr userDrawn="1"/>
          </p:nvSpPr>
          <p:spPr bwMode="auto">
            <a:xfrm>
              <a:off x="43037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4" name="Line 712"/>
            <p:cNvSpPr>
              <a:spLocks noChangeShapeType="1"/>
            </p:cNvSpPr>
            <p:nvPr userDrawn="1"/>
          </p:nvSpPr>
          <p:spPr bwMode="auto">
            <a:xfrm>
              <a:off x="43037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5" name="Line 713"/>
            <p:cNvSpPr>
              <a:spLocks noChangeShapeType="1"/>
            </p:cNvSpPr>
            <p:nvPr userDrawn="1"/>
          </p:nvSpPr>
          <p:spPr bwMode="auto">
            <a:xfrm>
              <a:off x="47069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6" name="Line 714"/>
            <p:cNvSpPr>
              <a:spLocks noChangeShapeType="1"/>
            </p:cNvSpPr>
            <p:nvPr userDrawn="1"/>
          </p:nvSpPr>
          <p:spPr bwMode="auto">
            <a:xfrm>
              <a:off x="47069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7" name="Line 715"/>
            <p:cNvSpPr>
              <a:spLocks noChangeShapeType="1"/>
            </p:cNvSpPr>
            <p:nvPr userDrawn="1"/>
          </p:nvSpPr>
          <p:spPr bwMode="auto">
            <a:xfrm>
              <a:off x="51101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8" name="Line 716"/>
            <p:cNvSpPr>
              <a:spLocks noChangeShapeType="1"/>
            </p:cNvSpPr>
            <p:nvPr userDrawn="1"/>
          </p:nvSpPr>
          <p:spPr bwMode="auto">
            <a:xfrm>
              <a:off x="51101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9" name="Line 717"/>
            <p:cNvSpPr>
              <a:spLocks noChangeShapeType="1"/>
            </p:cNvSpPr>
            <p:nvPr userDrawn="1"/>
          </p:nvSpPr>
          <p:spPr bwMode="auto">
            <a:xfrm>
              <a:off x="55133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0" name="Line 718"/>
            <p:cNvSpPr>
              <a:spLocks noChangeShapeType="1"/>
            </p:cNvSpPr>
            <p:nvPr userDrawn="1"/>
          </p:nvSpPr>
          <p:spPr bwMode="auto">
            <a:xfrm>
              <a:off x="55133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1" name="Line 719"/>
            <p:cNvSpPr>
              <a:spLocks noChangeShapeType="1"/>
            </p:cNvSpPr>
            <p:nvPr userDrawn="1"/>
          </p:nvSpPr>
          <p:spPr bwMode="auto">
            <a:xfrm>
              <a:off x="59166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2" name="Line 720"/>
            <p:cNvSpPr>
              <a:spLocks noChangeShapeType="1"/>
            </p:cNvSpPr>
            <p:nvPr userDrawn="1"/>
          </p:nvSpPr>
          <p:spPr bwMode="auto">
            <a:xfrm>
              <a:off x="59166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3" name="Line 721"/>
            <p:cNvSpPr>
              <a:spLocks noChangeShapeType="1"/>
            </p:cNvSpPr>
            <p:nvPr userDrawn="1"/>
          </p:nvSpPr>
          <p:spPr bwMode="auto">
            <a:xfrm>
              <a:off x="63198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4" name="Line 722"/>
            <p:cNvSpPr>
              <a:spLocks noChangeShapeType="1"/>
            </p:cNvSpPr>
            <p:nvPr userDrawn="1"/>
          </p:nvSpPr>
          <p:spPr bwMode="auto">
            <a:xfrm>
              <a:off x="63198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5" name="Line 723"/>
            <p:cNvSpPr>
              <a:spLocks noChangeShapeType="1"/>
            </p:cNvSpPr>
            <p:nvPr userDrawn="1"/>
          </p:nvSpPr>
          <p:spPr bwMode="auto">
            <a:xfrm>
              <a:off x="67230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6" name="Line 724"/>
            <p:cNvSpPr>
              <a:spLocks noChangeShapeType="1"/>
            </p:cNvSpPr>
            <p:nvPr userDrawn="1"/>
          </p:nvSpPr>
          <p:spPr bwMode="auto">
            <a:xfrm>
              <a:off x="67230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7" name="Line 725"/>
            <p:cNvSpPr>
              <a:spLocks noChangeShapeType="1"/>
            </p:cNvSpPr>
            <p:nvPr userDrawn="1"/>
          </p:nvSpPr>
          <p:spPr bwMode="auto">
            <a:xfrm>
              <a:off x="71262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8" name="Line 726"/>
            <p:cNvSpPr>
              <a:spLocks noChangeShapeType="1"/>
            </p:cNvSpPr>
            <p:nvPr userDrawn="1"/>
          </p:nvSpPr>
          <p:spPr bwMode="auto">
            <a:xfrm>
              <a:off x="71262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9" name="Line 727"/>
            <p:cNvSpPr>
              <a:spLocks noChangeShapeType="1"/>
            </p:cNvSpPr>
            <p:nvPr userDrawn="1"/>
          </p:nvSpPr>
          <p:spPr bwMode="auto">
            <a:xfrm>
              <a:off x="75295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0" name="Line 728"/>
            <p:cNvSpPr>
              <a:spLocks noChangeShapeType="1"/>
            </p:cNvSpPr>
            <p:nvPr userDrawn="1"/>
          </p:nvSpPr>
          <p:spPr bwMode="auto">
            <a:xfrm>
              <a:off x="75295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1" name="Line 729"/>
            <p:cNvSpPr>
              <a:spLocks noChangeShapeType="1"/>
            </p:cNvSpPr>
            <p:nvPr userDrawn="1"/>
          </p:nvSpPr>
          <p:spPr bwMode="auto">
            <a:xfrm>
              <a:off x="79327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2" name="Line 730"/>
            <p:cNvSpPr>
              <a:spLocks noChangeShapeType="1"/>
            </p:cNvSpPr>
            <p:nvPr userDrawn="1"/>
          </p:nvSpPr>
          <p:spPr bwMode="auto">
            <a:xfrm>
              <a:off x="79327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3" name="Line 731"/>
            <p:cNvSpPr>
              <a:spLocks noChangeShapeType="1"/>
            </p:cNvSpPr>
            <p:nvPr userDrawn="1"/>
          </p:nvSpPr>
          <p:spPr bwMode="auto">
            <a:xfrm>
              <a:off x="83359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4" name="Line 732"/>
            <p:cNvSpPr>
              <a:spLocks noChangeShapeType="1"/>
            </p:cNvSpPr>
            <p:nvPr userDrawn="1"/>
          </p:nvSpPr>
          <p:spPr bwMode="auto">
            <a:xfrm>
              <a:off x="83359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5" name="Line 733"/>
            <p:cNvSpPr>
              <a:spLocks noChangeShapeType="1"/>
            </p:cNvSpPr>
            <p:nvPr userDrawn="1"/>
          </p:nvSpPr>
          <p:spPr bwMode="auto">
            <a:xfrm>
              <a:off x="87391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6" name="Line 734"/>
            <p:cNvSpPr>
              <a:spLocks noChangeShapeType="1"/>
            </p:cNvSpPr>
            <p:nvPr userDrawn="1"/>
          </p:nvSpPr>
          <p:spPr bwMode="auto">
            <a:xfrm>
              <a:off x="87391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7" name="Line 743"/>
            <p:cNvSpPr>
              <a:spLocks noChangeShapeType="1"/>
            </p:cNvSpPr>
            <p:nvPr userDrawn="1"/>
          </p:nvSpPr>
          <p:spPr bwMode="auto">
            <a:xfrm flipH="1">
              <a:off x="4271963" y="60642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8" name="Line 744"/>
            <p:cNvSpPr>
              <a:spLocks noChangeShapeType="1"/>
            </p:cNvSpPr>
            <p:nvPr userDrawn="1"/>
          </p:nvSpPr>
          <p:spPr bwMode="auto">
            <a:xfrm flipH="1">
              <a:off x="4271963" y="64674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9" name="Line 745"/>
            <p:cNvSpPr>
              <a:spLocks noChangeShapeType="1"/>
            </p:cNvSpPr>
            <p:nvPr userDrawn="1"/>
          </p:nvSpPr>
          <p:spPr bwMode="auto">
            <a:xfrm flipH="1">
              <a:off x="467836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0" name="Line 746"/>
            <p:cNvSpPr>
              <a:spLocks noChangeShapeType="1"/>
            </p:cNvSpPr>
            <p:nvPr userDrawn="1"/>
          </p:nvSpPr>
          <p:spPr bwMode="auto">
            <a:xfrm flipH="1">
              <a:off x="467836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1" name="Line 747"/>
            <p:cNvSpPr>
              <a:spLocks noChangeShapeType="1"/>
            </p:cNvSpPr>
            <p:nvPr userDrawn="1"/>
          </p:nvSpPr>
          <p:spPr bwMode="auto">
            <a:xfrm flipH="1">
              <a:off x="508158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2" name="Line 748"/>
            <p:cNvSpPr>
              <a:spLocks noChangeShapeType="1"/>
            </p:cNvSpPr>
            <p:nvPr userDrawn="1"/>
          </p:nvSpPr>
          <p:spPr bwMode="auto">
            <a:xfrm flipH="1">
              <a:off x="508158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3" name="Line 749"/>
            <p:cNvSpPr>
              <a:spLocks noChangeShapeType="1"/>
            </p:cNvSpPr>
            <p:nvPr userDrawn="1"/>
          </p:nvSpPr>
          <p:spPr bwMode="auto">
            <a:xfrm flipH="1">
              <a:off x="548481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4" name="Line 750"/>
            <p:cNvSpPr>
              <a:spLocks noChangeShapeType="1"/>
            </p:cNvSpPr>
            <p:nvPr userDrawn="1"/>
          </p:nvSpPr>
          <p:spPr bwMode="auto">
            <a:xfrm flipH="1">
              <a:off x="548481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5" name="Line 751"/>
            <p:cNvSpPr>
              <a:spLocks noChangeShapeType="1"/>
            </p:cNvSpPr>
            <p:nvPr userDrawn="1"/>
          </p:nvSpPr>
          <p:spPr bwMode="auto">
            <a:xfrm flipH="1">
              <a:off x="588803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6" name="Line 752"/>
            <p:cNvSpPr>
              <a:spLocks noChangeShapeType="1"/>
            </p:cNvSpPr>
            <p:nvPr userDrawn="1"/>
          </p:nvSpPr>
          <p:spPr bwMode="auto">
            <a:xfrm flipH="1">
              <a:off x="588803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7" name="Line 753"/>
            <p:cNvSpPr>
              <a:spLocks noChangeShapeType="1"/>
            </p:cNvSpPr>
            <p:nvPr userDrawn="1"/>
          </p:nvSpPr>
          <p:spPr bwMode="auto">
            <a:xfrm flipH="1">
              <a:off x="629126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8" name="Line 754"/>
            <p:cNvSpPr>
              <a:spLocks noChangeShapeType="1"/>
            </p:cNvSpPr>
            <p:nvPr userDrawn="1"/>
          </p:nvSpPr>
          <p:spPr bwMode="auto">
            <a:xfrm flipH="1">
              <a:off x="629126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9" name="Line 755"/>
            <p:cNvSpPr>
              <a:spLocks noChangeShapeType="1"/>
            </p:cNvSpPr>
            <p:nvPr userDrawn="1"/>
          </p:nvSpPr>
          <p:spPr bwMode="auto">
            <a:xfrm flipH="1">
              <a:off x="669448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0" name="Line 756"/>
            <p:cNvSpPr>
              <a:spLocks noChangeShapeType="1"/>
            </p:cNvSpPr>
            <p:nvPr userDrawn="1"/>
          </p:nvSpPr>
          <p:spPr bwMode="auto">
            <a:xfrm flipH="1">
              <a:off x="669448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1" name="Line 757"/>
            <p:cNvSpPr>
              <a:spLocks noChangeShapeType="1"/>
            </p:cNvSpPr>
            <p:nvPr userDrawn="1"/>
          </p:nvSpPr>
          <p:spPr bwMode="auto">
            <a:xfrm flipH="1">
              <a:off x="709771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2" name="Line 758"/>
            <p:cNvSpPr>
              <a:spLocks noChangeShapeType="1"/>
            </p:cNvSpPr>
            <p:nvPr userDrawn="1"/>
          </p:nvSpPr>
          <p:spPr bwMode="auto">
            <a:xfrm flipH="1">
              <a:off x="709771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3" name="Line 759"/>
            <p:cNvSpPr>
              <a:spLocks noChangeShapeType="1"/>
            </p:cNvSpPr>
            <p:nvPr userDrawn="1"/>
          </p:nvSpPr>
          <p:spPr bwMode="auto">
            <a:xfrm flipH="1">
              <a:off x="750093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4" name="Line 760"/>
            <p:cNvSpPr>
              <a:spLocks noChangeShapeType="1"/>
            </p:cNvSpPr>
            <p:nvPr userDrawn="1"/>
          </p:nvSpPr>
          <p:spPr bwMode="auto">
            <a:xfrm flipH="1">
              <a:off x="750093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5" name="Line 761"/>
            <p:cNvSpPr>
              <a:spLocks noChangeShapeType="1"/>
            </p:cNvSpPr>
            <p:nvPr userDrawn="1"/>
          </p:nvSpPr>
          <p:spPr bwMode="auto">
            <a:xfrm flipH="1">
              <a:off x="790416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6" name="Line 762"/>
            <p:cNvSpPr>
              <a:spLocks noChangeShapeType="1"/>
            </p:cNvSpPr>
            <p:nvPr userDrawn="1"/>
          </p:nvSpPr>
          <p:spPr bwMode="auto">
            <a:xfrm flipH="1">
              <a:off x="790416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7" name="Line 763"/>
            <p:cNvSpPr>
              <a:spLocks noChangeShapeType="1"/>
            </p:cNvSpPr>
            <p:nvPr userDrawn="1"/>
          </p:nvSpPr>
          <p:spPr bwMode="auto">
            <a:xfrm flipH="1">
              <a:off x="830738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8" name="Line 764"/>
            <p:cNvSpPr>
              <a:spLocks noChangeShapeType="1"/>
            </p:cNvSpPr>
            <p:nvPr userDrawn="1"/>
          </p:nvSpPr>
          <p:spPr bwMode="auto">
            <a:xfrm flipH="1">
              <a:off x="830738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9" name="Line 765"/>
            <p:cNvSpPr>
              <a:spLocks noChangeShapeType="1"/>
            </p:cNvSpPr>
            <p:nvPr userDrawn="1"/>
          </p:nvSpPr>
          <p:spPr bwMode="auto">
            <a:xfrm flipH="1">
              <a:off x="8710613" y="60642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0" name="Line 766"/>
            <p:cNvSpPr>
              <a:spLocks noChangeShapeType="1"/>
            </p:cNvSpPr>
            <p:nvPr userDrawn="1"/>
          </p:nvSpPr>
          <p:spPr bwMode="auto">
            <a:xfrm flipH="1">
              <a:off x="8710613" y="64674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pic>
        <p:nvPicPr>
          <p:cNvPr id="15" name="Picture 1572"/>
          <p:cNvPicPr>
            <a:picLocks noChangeAspect="1"/>
          </p:cNvPicPr>
          <p:nvPr userDrawn="1"/>
        </p:nvPicPr>
        <p:blipFill rotWithShape="1">
          <a:blip r:embed="rId3"/>
          <a:srcRect r="24020"/>
          <a:stretch/>
        </p:blipFill>
        <p:spPr bwMode="hidden">
          <a:xfrm>
            <a:off x="5429774" y="235055"/>
            <a:ext cx="3578353" cy="4703171"/>
          </a:xfrm>
          <a:prstGeom prst="rect">
            <a:avLst/>
          </a:prstGeom>
        </p:spPr>
      </p:pic>
      <p:pic>
        <p:nvPicPr>
          <p:cNvPr id="600" name="Picture 1573"/>
          <p:cNvPicPr/>
          <p:nvPr userDrawn="1"/>
        </p:nvPicPr>
        <p:blipFill>
          <a:blip r:embed="rId4" cstate="print">
            <a:extLst>
              <a:ext uri="{28A0092B-C50C-407E-A947-70E740481C1C}">
                <a14:useLocalDpi xmlns:a14="http://schemas.microsoft.com/office/drawing/2010/main"/>
              </a:ext>
            </a:extLst>
          </a:blip>
          <a:srcRect/>
          <a:stretch>
            <a:fillRect/>
          </a:stretch>
        </p:blipFill>
        <p:spPr bwMode="auto">
          <a:xfrm>
            <a:off x="370952" y="4483216"/>
            <a:ext cx="1919288" cy="416334"/>
          </a:xfrm>
          <a:prstGeom prst="rect">
            <a:avLst/>
          </a:prstGeom>
          <a:noFill/>
          <a:ln>
            <a:noFill/>
          </a:ln>
        </p:spPr>
      </p:pic>
      <p:pic>
        <p:nvPicPr>
          <p:cNvPr id="595" name="Picture 3"/>
          <p:cNvPicPr>
            <a:picLocks noChangeAspect="1" noChangeArrowheads="1"/>
          </p:cNvPicPr>
          <p:nvPr userDrawn="1"/>
        </p:nvPicPr>
        <p:blipFill rotWithShape="1">
          <a:blip r:embed="rId2">
            <a:extLst>
              <a:ext uri="{28A0092B-C50C-407E-A947-70E740481C1C}">
                <a14:useLocalDpi xmlns:a14="http://schemas.microsoft.com/office/drawing/2010/main"/>
              </a:ext>
            </a:extLst>
          </a:blip>
          <a:srcRect l="26214" t="29209" r="65834" b="59570"/>
          <a:stretch/>
        </p:blipFill>
        <p:spPr bwMode="auto">
          <a:xfrm>
            <a:off x="5677249" y="1493044"/>
            <a:ext cx="622995" cy="578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6" name="Picture 3"/>
          <p:cNvPicPr>
            <a:picLocks noChangeAspect="1" noChangeArrowheads="1"/>
          </p:cNvPicPr>
          <p:nvPr userDrawn="1"/>
        </p:nvPicPr>
        <p:blipFill rotWithShape="1">
          <a:blip r:embed="rId2">
            <a:extLst>
              <a:ext uri="{28A0092B-C50C-407E-A947-70E740481C1C}">
                <a14:useLocalDpi xmlns:a14="http://schemas.microsoft.com/office/drawing/2010/main"/>
              </a:ext>
            </a:extLst>
          </a:blip>
          <a:srcRect l="65949" t="42093" r="29327" b="40452"/>
          <a:stretch/>
        </p:blipFill>
        <p:spPr bwMode="auto">
          <a:xfrm>
            <a:off x="8780206" y="2157412"/>
            <a:ext cx="370122"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7" name="Picture 3"/>
          <p:cNvPicPr>
            <a:picLocks noChangeAspect="1" noChangeArrowheads="1"/>
          </p:cNvPicPr>
          <p:nvPr userDrawn="1"/>
        </p:nvPicPr>
        <p:blipFill rotWithShape="1">
          <a:blip r:embed="rId2">
            <a:extLst>
              <a:ext uri="{28A0092B-C50C-407E-A947-70E740481C1C}">
                <a14:useLocalDpi xmlns:a14="http://schemas.microsoft.com/office/drawing/2010/main"/>
              </a:ext>
            </a:extLst>
          </a:blip>
          <a:srcRect l="44010" t="40984" r="35560" b="43362"/>
          <a:stretch/>
        </p:blipFill>
        <p:spPr bwMode="auto">
          <a:xfrm>
            <a:off x="7093821" y="2100263"/>
            <a:ext cx="1600454" cy="807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1" name="図 1"/>
          <p:cNvPicPr>
            <a:picLocks noChangeAspect="1"/>
          </p:cNvPicPr>
          <p:nvPr userDrawn="1"/>
        </p:nvPicPr>
        <p:blipFill>
          <a:blip r:embed="rId5">
            <a:extLst>
              <a:ext uri="{28A0092B-C50C-407E-A947-70E740481C1C}">
                <a14:useLocalDpi xmlns:a14="http://schemas.microsoft.com/office/drawing/2010/main"/>
              </a:ext>
            </a:extLst>
          </a:blip>
          <a:srcRect/>
          <a:stretch>
            <a:fillRect/>
          </a:stretch>
        </p:blipFill>
        <p:spPr bwMode="auto">
          <a:xfrm>
            <a:off x="2465413" y="4584226"/>
            <a:ext cx="12239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6714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
    <p:bg>
      <p:bgPr>
        <a:solidFill>
          <a:schemeClr val="bg2"/>
        </a:solidFill>
        <a:effectLst/>
      </p:bgPr>
    </p:bg>
    <p:spTree>
      <p:nvGrpSpPr>
        <p:cNvPr id="1" name=""/>
        <p:cNvGrpSpPr/>
        <p:nvPr/>
      </p:nvGrpSpPr>
      <p:grpSpPr>
        <a:xfrm>
          <a:off x="0" y="0"/>
          <a:ext cx="0" cy="0"/>
          <a:chOff x="0" y="0"/>
          <a:chExt cx="0" cy="0"/>
        </a:xfrm>
      </p:grpSpPr>
      <p:sp>
        <p:nvSpPr>
          <p:cNvPr id="1568" name="Title 1"/>
          <p:cNvSpPr>
            <a:spLocks noGrp="1"/>
          </p:cNvSpPr>
          <p:nvPr>
            <p:ph type="ctrTitle"/>
          </p:nvPr>
        </p:nvSpPr>
        <p:spPr>
          <a:xfrm>
            <a:off x="396001" y="1117948"/>
            <a:ext cx="3740308" cy="1453802"/>
          </a:xfrm>
        </p:spPr>
        <p:txBody>
          <a:bodyPr anchor="t" anchorCtr="0">
            <a:normAutofit/>
          </a:bodyPr>
          <a:lstStyle>
            <a:lvl1pPr algn="l">
              <a:lnSpc>
                <a:spcPct val="95000"/>
              </a:lnSpc>
              <a:defRPr sz="3200">
                <a:solidFill>
                  <a:schemeClr val="tx2"/>
                </a:solidFill>
              </a:defRPr>
            </a:lvl1pPr>
          </a:lstStyle>
          <a:p>
            <a:r>
              <a:rPr lang="ja-JP" altLang="en-US"/>
              <a:t>マスター タイトルの書式設定</a:t>
            </a:r>
            <a:endParaRPr lang="en-GB" dirty="0"/>
          </a:p>
        </p:txBody>
      </p:sp>
      <p:sp>
        <p:nvSpPr>
          <p:cNvPr id="1569" name="Subtitle 2"/>
          <p:cNvSpPr>
            <a:spLocks noGrp="1"/>
          </p:cNvSpPr>
          <p:nvPr>
            <p:ph type="subTitle" idx="1"/>
          </p:nvPr>
        </p:nvSpPr>
        <p:spPr>
          <a:xfrm>
            <a:off x="396000" y="2979682"/>
            <a:ext cx="3740309" cy="945932"/>
          </a:xfrm>
        </p:spPr>
        <p:txBody>
          <a:bodyPr>
            <a:noAutofit/>
          </a:bodyPr>
          <a:lstStyle>
            <a:lvl1pPr marL="0" indent="0" algn="l">
              <a:lnSpc>
                <a:spcPct val="120000"/>
              </a:lnSpc>
              <a:spcBef>
                <a:spcPts val="0"/>
              </a:spcBef>
              <a:buNone/>
              <a:defRPr sz="11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dirty="0"/>
          </a:p>
        </p:txBody>
      </p:sp>
      <p:sp>
        <p:nvSpPr>
          <p:cNvPr id="3123" name="Slide Number Placeholder 5"/>
          <p:cNvSpPr>
            <a:spLocks noGrp="1"/>
          </p:cNvSpPr>
          <p:nvPr>
            <p:ph type="sldNum" sz="quarter" idx="4"/>
          </p:nvPr>
        </p:nvSpPr>
        <p:spPr>
          <a:xfrm>
            <a:off x="7530413" y="4665373"/>
            <a:ext cx="1236216" cy="281231"/>
          </a:xfrm>
          <a:prstGeom prst="rect">
            <a:avLst/>
          </a:prstGeom>
        </p:spPr>
        <p:txBody>
          <a:bodyPr vert="horz" lIns="0" tIns="0" rIns="0" bIns="0" rtlCol="0" anchor="t" anchorCtr="0"/>
          <a:lstStyle>
            <a:lvl1pPr algn="r">
              <a:defRPr sz="1800">
                <a:solidFill>
                  <a:schemeClr val="tx1"/>
                </a:solidFill>
              </a:defRPr>
            </a:lvl1pPr>
          </a:lstStyle>
          <a:p>
            <a:fld id="{A3381702-59A5-4643-AE93-D7BF7F78153B}" type="slidenum">
              <a:rPr lang="en-GB" smtClean="0"/>
              <a:pPr/>
              <a:t>‹#›</a:t>
            </a:fld>
            <a:endParaRPr lang="en-GB" dirty="0"/>
          </a:p>
        </p:txBody>
      </p:sp>
      <p:sp>
        <p:nvSpPr>
          <p:cNvPr id="3124" name="Footer Placeholder 4"/>
          <p:cNvSpPr>
            <a:spLocks noGrp="1"/>
          </p:cNvSpPr>
          <p:nvPr>
            <p:ph type="ftr" sz="quarter" idx="3"/>
          </p:nvPr>
        </p:nvSpPr>
        <p:spPr>
          <a:xfrm>
            <a:off x="5888507" y="4946603"/>
            <a:ext cx="2878123" cy="162000"/>
          </a:xfrm>
          <a:prstGeom prst="rect">
            <a:avLst/>
          </a:prstGeom>
        </p:spPr>
        <p:txBody>
          <a:bodyPr vert="horz" lIns="0" tIns="0" rIns="0" bIns="0" rtlCol="0" anchor="t" anchorCtr="0"/>
          <a:lstStyle>
            <a:lvl1pPr algn="r">
              <a:defRPr sz="700">
                <a:solidFill>
                  <a:schemeClr val="tx1"/>
                </a:solidFill>
                <a:latin typeface="+mn-lt"/>
              </a:defRPr>
            </a:lvl1pPr>
          </a:lstStyle>
          <a:p>
            <a:endParaRPr lang="en-GB" dirty="0"/>
          </a:p>
        </p:txBody>
      </p:sp>
      <p:pic>
        <p:nvPicPr>
          <p:cNvPr id="591" name="Picture 1573"/>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370952" y="4483216"/>
            <a:ext cx="1919288" cy="416334"/>
          </a:xfrm>
          <a:prstGeom prst="rect">
            <a:avLst/>
          </a:prstGeom>
          <a:noFill/>
          <a:ln>
            <a:noFill/>
          </a:ln>
        </p:spPr>
      </p:pic>
      <p:grpSp>
        <p:nvGrpSpPr>
          <p:cNvPr id="1176" name="グループ化 1175"/>
          <p:cNvGrpSpPr/>
          <p:nvPr userDrawn="1"/>
        </p:nvGrpSpPr>
        <p:grpSpPr>
          <a:xfrm>
            <a:off x="5429568" y="233199"/>
            <a:ext cx="3618548" cy="4705027"/>
            <a:chOff x="4183063" y="314325"/>
            <a:chExt cx="4826635" cy="6275846"/>
          </a:xfrm>
        </p:grpSpPr>
        <p:pic>
          <p:nvPicPr>
            <p:cNvPr id="1177" name="Picture 798"/>
            <p:cNvPicPr>
              <a:picLocks noChangeAspect="1"/>
            </p:cNvPicPr>
            <p:nvPr userDrawn="1"/>
          </p:nvPicPr>
          <p:blipFill rotWithShape="1">
            <a:blip r:embed="rId3"/>
            <a:srcRect r="23171"/>
            <a:stretch/>
          </p:blipFill>
          <p:spPr bwMode="hidden">
            <a:xfrm>
              <a:off x="4183338" y="316800"/>
              <a:ext cx="4826360" cy="6273371"/>
            </a:xfrm>
            <a:prstGeom prst="rect">
              <a:avLst/>
            </a:prstGeom>
          </p:spPr>
        </p:pic>
        <p:grpSp>
          <p:nvGrpSpPr>
            <p:cNvPr id="1178" name="グループ化 1177"/>
            <p:cNvGrpSpPr/>
            <p:nvPr userDrawn="1"/>
          </p:nvGrpSpPr>
          <p:grpSpPr>
            <a:xfrm>
              <a:off x="4183063" y="314325"/>
              <a:ext cx="4826635" cy="6273800"/>
              <a:chOff x="4183063" y="314325"/>
              <a:chExt cx="4826635" cy="6273800"/>
            </a:xfrm>
          </p:grpSpPr>
          <p:sp>
            <p:nvSpPr>
              <p:cNvPr id="1180" name="AutoShape 3"/>
              <p:cNvSpPr>
                <a:spLocks noChangeAspect="1" noChangeArrowheads="1" noTextEdit="1"/>
              </p:cNvSpPr>
              <p:nvPr userDrawn="1"/>
            </p:nvSpPr>
            <p:spPr bwMode="auto">
              <a:xfrm>
                <a:off x="4183063" y="314325"/>
                <a:ext cx="4826635" cy="6273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1181" name="Group 205"/>
              <p:cNvGrpSpPr>
                <a:grpSpLocks/>
              </p:cNvGrpSpPr>
              <p:nvPr userDrawn="1"/>
            </p:nvGrpSpPr>
            <p:grpSpPr bwMode="auto">
              <a:xfrm>
                <a:off x="4275138" y="385763"/>
                <a:ext cx="4495800" cy="5303838"/>
                <a:chOff x="3600" y="243"/>
                <a:chExt cx="2832" cy="3341"/>
              </a:xfrm>
            </p:grpSpPr>
            <p:sp>
              <p:nvSpPr>
                <p:cNvPr id="1574" name="Line 5"/>
                <p:cNvSpPr>
                  <a:spLocks noChangeShapeType="1"/>
                </p:cNvSpPr>
                <p:nvPr userDrawn="1"/>
              </p:nvSpPr>
              <p:spPr bwMode="auto">
                <a:xfrm>
                  <a:off x="361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5" name="Line 6"/>
                <p:cNvSpPr>
                  <a:spLocks noChangeShapeType="1"/>
                </p:cNvSpPr>
                <p:nvPr userDrawn="1"/>
              </p:nvSpPr>
              <p:spPr bwMode="auto">
                <a:xfrm>
                  <a:off x="387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6" name="Line 7"/>
                <p:cNvSpPr>
                  <a:spLocks noChangeShapeType="1"/>
                </p:cNvSpPr>
                <p:nvPr userDrawn="1"/>
              </p:nvSpPr>
              <p:spPr bwMode="auto">
                <a:xfrm>
                  <a:off x="412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7" name="Line 8"/>
                <p:cNvSpPr>
                  <a:spLocks noChangeShapeType="1"/>
                </p:cNvSpPr>
                <p:nvPr userDrawn="1"/>
              </p:nvSpPr>
              <p:spPr bwMode="auto">
                <a:xfrm>
                  <a:off x="438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8" name="Line 9"/>
                <p:cNvSpPr>
                  <a:spLocks noChangeShapeType="1"/>
                </p:cNvSpPr>
                <p:nvPr userDrawn="1"/>
              </p:nvSpPr>
              <p:spPr bwMode="auto">
                <a:xfrm>
                  <a:off x="463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9" name="Line 10"/>
                <p:cNvSpPr>
                  <a:spLocks noChangeShapeType="1"/>
                </p:cNvSpPr>
                <p:nvPr userDrawn="1"/>
              </p:nvSpPr>
              <p:spPr bwMode="auto">
                <a:xfrm>
                  <a:off x="488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0" name="Line 11"/>
                <p:cNvSpPr>
                  <a:spLocks noChangeShapeType="1"/>
                </p:cNvSpPr>
                <p:nvPr userDrawn="1"/>
              </p:nvSpPr>
              <p:spPr bwMode="auto">
                <a:xfrm>
                  <a:off x="514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1" name="Line 12"/>
                <p:cNvSpPr>
                  <a:spLocks noChangeShapeType="1"/>
                </p:cNvSpPr>
                <p:nvPr userDrawn="1"/>
              </p:nvSpPr>
              <p:spPr bwMode="auto">
                <a:xfrm>
                  <a:off x="539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2" name="Line 13"/>
                <p:cNvSpPr>
                  <a:spLocks noChangeShapeType="1"/>
                </p:cNvSpPr>
                <p:nvPr userDrawn="1"/>
              </p:nvSpPr>
              <p:spPr bwMode="auto">
                <a:xfrm>
                  <a:off x="565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3" name="Line 14"/>
                <p:cNvSpPr>
                  <a:spLocks noChangeShapeType="1"/>
                </p:cNvSpPr>
                <p:nvPr userDrawn="1"/>
              </p:nvSpPr>
              <p:spPr bwMode="auto">
                <a:xfrm>
                  <a:off x="590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4" name="Line 15"/>
                <p:cNvSpPr>
                  <a:spLocks noChangeShapeType="1"/>
                </p:cNvSpPr>
                <p:nvPr userDrawn="1"/>
              </p:nvSpPr>
              <p:spPr bwMode="auto">
                <a:xfrm>
                  <a:off x="615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5" name="Line 16"/>
                <p:cNvSpPr>
                  <a:spLocks noChangeShapeType="1"/>
                </p:cNvSpPr>
                <p:nvPr userDrawn="1"/>
              </p:nvSpPr>
              <p:spPr bwMode="auto">
                <a:xfrm>
                  <a:off x="641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6" name="Line 21"/>
                <p:cNvSpPr>
                  <a:spLocks noChangeShapeType="1"/>
                </p:cNvSpPr>
                <p:nvPr userDrawn="1"/>
              </p:nvSpPr>
              <p:spPr bwMode="auto">
                <a:xfrm>
                  <a:off x="361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7" name="Line 22"/>
                <p:cNvSpPr>
                  <a:spLocks noChangeShapeType="1"/>
                </p:cNvSpPr>
                <p:nvPr userDrawn="1"/>
              </p:nvSpPr>
              <p:spPr bwMode="auto">
                <a:xfrm>
                  <a:off x="387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8" name="Line 23"/>
                <p:cNvSpPr>
                  <a:spLocks noChangeShapeType="1"/>
                </p:cNvSpPr>
                <p:nvPr userDrawn="1"/>
              </p:nvSpPr>
              <p:spPr bwMode="auto">
                <a:xfrm>
                  <a:off x="412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9" name="Line 24"/>
                <p:cNvSpPr>
                  <a:spLocks noChangeShapeType="1"/>
                </p:cNvSpPr>
                <p:nvPr userDrawn="1"/>
              </p:nvSpPr>
              <p:spPr bwMode="auto">
                <a:xfrm>
                  <a:off x="438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0" name="Line 25"/>
                <p:cNvSpPr>
                  <a:spLocks noChangeShapeType="1"/>
                </p:cNvSpPr>
                <p:nvPr userDrawn="1"/>
              </p:nvSpPr>
              <p:spPr bwMode="auto">
                <a:xfrm>
                  <a:off x="463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1" name="Line 26"/>
                <p:cNvSpPr>
                  <a:spLocks noChangeShapeType="1"/>
                </p:cNvSpPr>
                <p:nvPr userDrawn="1"/>
              </p:nvSpPr>
              <p:spPr bwMode="auto">
                <a:xfrm>
                  <a:off x="488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2" name="Line 27"/>
                <p:cNvSpPr>
                  <a:spLocks noChangeShapeType="1"/>
                </p:cNvSpPr>
                <p:nvPr userDrawn="1"/>
              </p:nvSpPr>
              <p:spPr bwMode="auto">
                <a:xfrm>
                  <a:off x="514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3" name="Line 28"/>
                <p:cNvSpPr>
                  <a:spLocks noChangeShapeType="1"/>
                </p:cNvSpPr>
                <p:nvPr userDrawn="1"/>
              </p:nvSpPr>
              <p:spPr bwMode="auto">
                <a:xfrm>
                  <a:off x="539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4" name="Line 29"/>
                <p:cNvSpPr>
                  <a:spLocks noChangeShapeType="1"/>
                </p:cNvSpPr>
                <p:nvPr userDrawn="1"/>
              </p:nvSpPr>
              <p:spPr bwMode="auto">
                <a:xfrm>
                  <a:off x="565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5" name="Line 30"/>
                <p:cNvSpPr>
                  <a:spLocks noChangeShapeType="1"/>
                </p:cNvSpPr>
                <p:nvPr userDrawn="1"/>
              </p:nvSpPr>
              <p:spPr bwMode="auto">
                <a:xfrm>
                  <a:off x="590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6" name="Line 31"/>
                <p:cNvSpPr>
                  <a:spLocks noChangeShapeType="1"/>
                </p:cNvSpPr>
                <p:nvPr userDrawn="1"/>
              </p:nvSpPr>
              <p:spPr bwMode="auto">
                <a:xfrm>
                  <a:off x="615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7" name="Line 32"/>
                <p:cNvSpPr>
                  <a:spLocks noChangeShapeType="1"/>
                </p:cNvSpPr>
                <p:nvPr userDrawn="1"/>
              </p:nvSpPr>
              <p:spPr bwMode="auto">
                <a:xfrm>
                  <a:off x="641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8" name="Line 37"/>
                <p:cNvSpPr>
                  <a:spLocks noChangeShapeType="1"/>
                </p:cNvSpPr>
                <p:nvPr userDrawn="1"/>
              </p:nvSpPr>
              <p:spPr bwMode="auto">
                <a:xfrm flipH="1">
                  <a:off x="3600"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9" name="Line 38"/>
                <p:cNvSpPr>
                  <a:spLocks noChangeShapeType="1"/>
                </p:cNvSpPr>
                <p:nvPr userDrawn="1"/>
              </p:nvSpPr>
              <p:spPr bwMode="auto">
                <a:xfrm flipH="1">
                  <a:off x="3854"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0" name="Line 39"/>
                <p:cNvSpPr>
                  <a:spLocks noChangeShapeType="1"/>
                </p:cNvSpPr>
                <p:nvPr userDrawn="1"/>
              </p:nvSpPr>
              <p:spPr bwMode="auto">
                <a:xfrm flipH="1">
                  <a:off x="4108"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1" name="Line 40"/>
                <p:cNvSpPr>
                  <a:spLocks noChangeShapeType="1"/>
                </p:cNvSpPr>
                <p:nvPr userDrawn="1"/>
              </p:nvSpPr>
              <p:spPr bwMode="auto">
                <a:xfrm flipH="1">
                  <a:off x="4362"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2" name="Line 41"/>
                <p:cNvSpPr>
                  <a:spLocks noChangeShapeType="1"/>
                </p:cNvSpPr>
                <p:nvPr userDrawn="1"/>
              </p:nvSpPr>
              <p:spPr bwMode="auto">
                <a:xfrm flipH="1">
                  <a:off x="4616"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3" name="Line 42"/>
                <p:cNvSpPr>
                  <a:spLocks noChangeShapeType="1"/>
                </p:cNvSpPr>
                <p:nvPr userDrawn="1"/>
              </p:nvSpPr>
              <p:spPr bwMode="auto">
                <a:xfrm flipH="1">
                  <a:off x="4870"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4" name="Line 43"/>
                <p:cNvSpPr>
                  <a:spLocks noChangeShapeType="1"/>
                </p:cNvSpPr>
                <p:nvPr userDrawn="1"/>
              </p:nvSpPr>
              <p:spPr bwMode="auto">
                <a:xfrm flipH="1">
                  <a:off x="5124"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5" name="Line 44"/>
                <p:cNvSpPr>
                  <a:spLocks noChangeShapeType="1"/>
                </p:cNvSpPr>
                <p:nvPr userDrawn="1"/>
              </p:nvSpPr>
              <p:spPr bwMode="auto">
                <a:xfrm flipH="1">
                  <a:off x="5378"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6" name="Line 45"/>
                <p:cNvSpPr>
                  <a:spLocks noChangeShapeType="1"/>
                </p:cNvSpPr>
                <p:nvPr userDrawn="1"/>
              </p:nvSpPr>
              <p:spPr bwMode="auto">
                <a:xfrm flipH="1">
                  <a:off x="5632"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7" name="Line 46"/>
                <p:cNvSpPr>
                  <a:spLocks noChangeShapeType="1"/>
                </p:cNvSpPr>
                <p:nvPr userDrawn="1"/>
              </p:nvSpPr>
              <p:spPr bwMode="auto">
                <a:xfrm flipH="1">
                  <a:off x="5886"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8" name="Line 47"/>
                <p:cNvSpPr>
                  <a:spLocks noChangeShapeType="1"/>
                </p:cNvSpPr>
                <p:nvPr userDrawn="1"/>
              </p:nvSpPr>
              <p:spPr bwMode="auto">
                <a:xfrm flipH="1">
                  <a:off x="6140" y="3566"/>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9" name="Line 48"/>
                <p:cNvSpPr>
                  <a:spLocks noChangeShapeType="1"/>
                </p:cNvSpPr>
                <p:nvPr userDrawn="1"/>
              </p:nvSpPr>
              <p:spPr bwMode="auto">
                <a:xfrm flipH="1">
                  <a:off x="6394" y="3566"/>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0" name="Line 52"/>
                <p:cNvSpPr>
                  <a:spLocks noChangeShapeType="1"/>
                </p:cNvSpPr>
                <p:nvPr userDrawn="1"/>
              </p:nvSpPr>
              <p:spPr bwMode="auto">
                <a:xfrm>
                  <a:off x="361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1" name="Line 53"/>
                <p:cNvSpPr>
                  <a:spLocks noChangeShapeType="1"/>
                </p:cNvSpPr>
                <p:nvPr userDrawn="1"/>
              </p:nvSpPr>
              <p:spPr bwMode="auto">
                <a:xfrm>
                  <a:off x="361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2" name="Line 54"/>
                <p:cNvSpPr>
                  <a:spLocks noChangeShapeType="1"/>
                </p:cNvSpPr>
                <p:nvPr userDrawn="1"/>
              </p:nvSpPr>
              <p:spPr bwMode="auto">
                <a:xfrm>
                  <a:off x="361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3" name="Line 55"/>
                <p:cNvSpPr>
                  <a:spLocks noChangeShapeType="1"/>
                </p:cNvSpPr>
                <p:nvPr userDrawn="1"/>
              </p:nvSpPr>
              <p:spPr bwMode="auto">
                <a:xfrm>
                  <a:off x="361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4" name="Line 56"/>
                <p:cNvSpPr>
                  <a:spLocks noChangeShapeType="1"/>
                </p:cNvSpPr>
                <p:nvPr userDrawn="1"/>
              </p:nvSpPr>
              <p:spPr bwMode="auto">
                <a:xfrm>
                  <a:off x="361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5" name="Line 57"/>
                <p:cNvSpPr>
                  <a:spLocks noChangeShapeType="1"/>
                </p:cNvSpPr>
                <p:nvPr userDrawn="1"/>
              </p:nvSpPr>
              <p:spPr bwMode="auto">
                <a:xfrm>
                  <a:off x="361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6" name="Line 58"/>
                <p:cNvSpPr>
                  <a:spLocks noChangeShapeType="1"/>
                </p:cNvSpPr>
                <p:nvPr userDrawn="1"/>
              </p:nvSpPr>
              <p:spPr bwMode="auto">
                <a:xfrm>
                  <a:off x="361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7" name="Line 59"/>
                <p:cNvSpPr>
                  <a:spLocks noChangeShapeType="1"/>
                </p:cNvSpPr>
                <p:nvPr userDrawn="1"/>
              </p:nvSpPr>
              <p:spPr bwMode="auto">
                <a:xfrm>
                  <a:off x="361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8" name="Line 60"/>
                <p:cNvSpPr>
                  <a:spLocks noChangeShapeType="1"/>
                </p:cNvSpPr>
                <p:nvPr userDrawn="1"/>
              </p:nvSpPr>
              <p:spPr bwMode="auto">
                <a:xfrm>
                  <a:off x="361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9" name="Line 61"/>
                <p:cNvSpPr>
                  <a:spLocks noChangeShapeType="1"/>
                </p:cNvSpPr>
                <p:nvPr userDrawn="1"/>
              </p:nvSpPr>
              <p:spPr bwMode="auto">
                <a:xfrm>
                  <a:off x="361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0" name="Line 62"/>
                <p:cNvSpPr>
                  <a:spLocks noChangeShapeType="1"/>
                </p:cNvSpPr>
                <p:nvPr userDrawn="1"/>
              </p:nvSpPr>
              <p:spPr bwMode="auto">
                <a:xfrm>
                  <a:off x="361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1" name="Line 63"/>
                <p:cNvSpPr>
                  <a:spLocks noChangeShapeType="1"/>
                </p:cNvSpPr>
                <p:nvPr userDrawn="1"/>
              </p:nvSpPr>
              <p:spPr bwMode="auto">
                <a:xfrm>
                  <a:off x="361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2" name="Line 64"/>
                <p:cNvSpPr>
                  <a:spLocks noChangeShapeType="1"/>
                </p:cNvSpPr>
                <p:nvPr userDrawn="1"/>
              </p:nvSpPr>
              <p:spPr bwMode="auto">
                <a:xfrm>
                  <a:off x="361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3" name="Line 65"/>
                <p:cNvSpPr>
                  <a:spLocks noChangeShapeType="1"/>
                </p:cNvSpPr>
                <p:nvPr userDrawn="1"/>
              </p:nvSpPr>
              <p:spPr bwMode="auto">
                <a:xfrm>
                  <a:off x="387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4" name="Line 66"/>
                <p:cNvSpPr>
                  <a:spLocks noChangeShapeType="1"/>
                </p:cNvSpPr>
                <p:nvPr userDrawn="1"/>
              </p:nvSpPr>
              <p:spPr bwMode="auto">
                <a:xfrm>
                  <a:off x="387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5" name="Line 67"/>
                <p:cNvSpPr>
                  <a:spLocks noChangeShapeType="1"/>
                </p:cNvSpPr>
                <p:nvPr userDrawn="1"/>
              </p:nvSpPr>
              <p:spPr bwMode="auto">
                <a:xfrm>
                  <a:off x="387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6" name="Line 68"/>
                <p:cNvSpPr>
                  <a:spLocks noChangeShapeType="1"/>
                </p:cNvSpPr>
                <p:nvPr userDrawn="1"/>
              </p:nvSpPr>
              <p:spPr bwMode="auto">
                <a:xfrm>
                  <a:off x="387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7" name="Line 69"/>
                <p:cNvSpPr>
                  <a:spLocks noChangeShapeType="1"/>
                </p:cNvSpPr>
                <p:nvPr userDrawn="1"/>
              </p:nvSpPr>
              <p:spPr bwMode="auto">
                <a:xfrm>
                  <a:off x="387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8" name="Line 70"/>
                <p:cNvSpPr>
                  <a:spLocks noChangeShapeType="1"/>
                </p:cNvSpPr>
                <p:nvPr userDrawn="1"/>
              </p:nvSpPr>
              <p:spPr bwMode="auto">
                <a:xfrm>
                  <a:off x="387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9" name="Line 71"/>
                <p:cNvSpPr>
                  <a:spLocks noChangeShapeType="1"/>
                </p:cNvSpPr>
                <p:nvPr userDrawn="1"/>
              </p:nvSpPr>
              <p:spPr bwMode="auto">
                <a:xfrm>
                  <a:off x="387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0" name="Line 72"/>
                <p:cNvSpPr>
                  <a:spLocks noChangeShapeType="1"/>
                </p:cNvSpPr>
                <p:nvPr userDrawn="1"/>
              </p:nvSpPr>
              <p:spPr bwMode="auto">
                <a:xfrm>
                  <a:off x="387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1" name="Line 73"/>
                <p:cNvSpPr>
                  <a:spLocks noChangeShapeType="1"/>
                </p:cNvSpPr>
                <p:nvPr userDrawn="1"/>
              </p:nvSpPr>
              <p:spPr bwMode="auto">
                <a:xfrm>
                  <a:off x="387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2" name="Line 74"/>
                <p:cNvSpPr>
                  <a:spLocks noChangeShapeType="1"/>
                </p:cNvSpPr>
                <p:nvPr userDrawn="1"/>
              </p:nvSpPr>
              <p:spPr bwMode="auto">
                <a:xfrm>
                  <a:off x="387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3" name="Line 75"/>
                <p:cNvSpPr>
                  <a:spLocks noChangeShapeType="1"/>
                </p:cNvSpPr>
                <p:nvPr userDrawn="1"/>
              </p:nvSpPr>
              <p:spPr bwMode="auto">
                <a:xfrm>
                  <a:off x="387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4" name="Line 76"/>
                <p:cNvSpPr>
                  <a:spLocks noChangeShapeType="1"/>
                </p:cNvSpPr>
                <p:nvPr userDrawn="1"/>
              </p:nvSpPr>
              <p:spPr bwMode="auto">
                <a:xfrm>
                  <a:off x="387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5" name="Line 77"/>
                <p:cNvSpPr>
                  <a:spLocks noChangeShapeType="1"/>
                </p:cNvSpPr>
                <p:nvPr userDrawn="1"/>
              </p:nvSpPr>
              <p:spPr bwMode="auto">
                <a:xfrm>
                  <a:off x="387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6" name="Line 78"/>
                <p:cNvSpPr>
                  <a:spLocks noChangeShapeType="1"/>
                </p:cNvSpPr>
                <p:nvPr userDrawn="1"/>
              </p:nvSpPr>
              <p:spPr bwMode="auto">
                <a:xfrm>
                  <a:off x="412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7" name="Line 79"/>
                <p:cNvSpPr>
                  <a:spLocks noChangeShapeType="1"/>
                </p:cNvSpPr>
                <p:nvPr userDrawn="1"/>
              </p:nvSpPr>
              <p:spPr bwMode="auto">
                <a:xfrm>
                  <a:off x="412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8" name="Line 80"/>
                <p:cNvSpPr>
                  <a:spLocks noChangeShapeType="1"/>
                </p:cNvSpPr>
                <p:nvPr userDrawn="1"/>
              </p:nvSpPr>
              <p:spPr bwMode="auto">
                <a:xfrm>
                  <a:off x="412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9" name="Line 81"/>
                <p:cNvSpPr>
                  <a:spLocks noChangeShapeType="1"/>
                </p:cNvSpPr>
                <p:nvPr userDrawn="1"/>
              </p:nvSpPr>
              <p:spPr bwMode="auto">
                <a:xfrm>
                  <a:off x="412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0" name="Line 82"/>
                <p:cNvSpPr>
                  <a:spLocks noChangeShapeType="1"/>
                </p:cNvSpPr>
                <p:nvPr userDrawn="1"/>
              </p:nvSpPr>
              <p:spPr bwMode="auto">
                <a:xfrm>
                  <a:off x="412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1" name="Line 83"/>
                <p:cNvSpPr>
                  <a:spLocks noChangeShapeType="1"/>
                </p:cNvSpPr>
                <p:nvPr userDrawn="1"/>
              </p:nvSpPr>
              <p:spPr bwMode="auto">
                <a:xfrm>
                  <a:off x="412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2" name="Line 84"/>
                <p:cNvSpPr>
                  <a:spLocks noChangeShapeType="1"/>
                </p:cNvSpPr>
                <p:nvPr userDrawn="1"/>
              </p:nvSpPr>
              <p:spPr bwMode="auto">
                <a:xfrm>
                  <a:off x="412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3" name="Line 85"/>
                <p:cNvSpPr>
                  <a:spLocks noChangeShapeType="1"/>
                </p:cNvSpPr>
                <p:nvPr userDrawn="1"/>
              </p:nvSpPr>
              <p:spPr bwMode="auto">
                <a:xfrm>
                  <a:off x="412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4" name="Line 86"/>
                <p:cNvSpPr>
                  <a:spLocks noChangeShapeType="1"/>
                </p:cNvSpPr>
                <p:nvPr userDrawn="1"/>
              </p:nvSpPr>
              <p:spPr bwMode="auto">
                <a:xfrm>
                  <a:off x="412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5" name="Line 87"/>
                <p:cNvSpPr>
                  <a:spLocks noChangeShapeType="1"/>
                </p:cNvSpPr>
                <p:nvPr userDrawn="1"/>
              </p:nvSpPr>
              <p:spPr bwMode="auto">
                <a:xfrm>
                  <a:off x="412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6" name="Line 88"/>
                <p:cNvSpPr>
                  <a:spLocks noChangeShapeType="1"/>
                </p:cNvSpPr>
                <p:nvPr userDrawn="1"/>
              </p:nvSpPr>
              <p:spPr bwMode="auto">
                <a:xfrm>
                  <a:off x="412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7" name="Line 89"/>
                <p:cNvSpPr>
                  <a:spLocks noChangeShapeType="1"/>
                </p:cNvSpPr>
                <p:nvPr userDrawn="1"/>
              </p:nvSpPr>
              <p:spPr bwMode="auto">
                <a:xfrm>
                  <a:off x="412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8" name="Line 90"/>
                <p:cNvSpPr>
                  <a:spLocks noChangeShapeType="1"/>
                </p:cNvSpPr>
                <p:nvPr userDrawn="1"/>
              </p:nvSpPr>
              <p:spPr bwMode="auto">
                <a:xfrm>
                  <a:off x="412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9" name="Line 91"/>
                <p:cNvSpPr>
                  <a:spLocks noChangeShapeType="1"/>
                </p:cNvSpPr>
                <p:nvPr userDrawn="1"/>
              </p:nvSpPr>
              <p:spPr bwMode="auto">
                <a:xfrm>
                  <a:off x="438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0" name="Line 92"/>
                <p:cNvSpPr>
                  <a:spLocks noChangeShapeType="1"/>
                </p:cNvSpPr>
                <p:nvPr userDrawn="1"/>
              </p:nvSpPr>
              <p:spPr bwMode="auto">
                <a:xfrm>
                  <a:off x="438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1" name="Line 93"/>
                <p:cNvSpPr>
                  <a:spLocks noChangeShapeType="1"/>
                </p:cNvSpPr>
                <p:nvPr userDrawn="1"/>
              </p:nvSpPr>
              <p:spPr bwMode="auto">
                <a:xfrm>
                  <a:off x="438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2" name="Line 94"/>
                <p:cNvSpPr>
                  <a:spLocks noChangeShapeType="1"/>
                </p:cNvSpPr>
                <p:nvPr userDrawn="1"/>
              </p:nvSpPr>
              <p:spPr bwMode="auto">
                <a:xfrm>
                  <a:off x="438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3" name="Line 95"/>
                <p:cNvSpPr>
                  <a:spLocks noChangeShapeType="1"/>
                </p:cNvSpPr>
                <p:nvPr userDrawn="1"/>
              </p:nvSpPr>
              <p:spPr bwMode="auto">
                <a:xfrm>
                  <a:off x="438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4" name="Line 96"/>
                <p:cNvSpPr>
                  <a:spLocks noChangeShapeType="1"/>
                </p:cNvSpPr>
                <p:nvPr userDrawn="1"/>
              </p:nvSpPr>
              <p:spPr bwMode="auto">
                <a:xfrm>
                  <a:off x="438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5" name="Line 97"/>
                <p:cNvSpPr>
                  <a:spLocks noChangeShapeType="1"/>
                </p:cNvSpPr>
                <p:nvPr userDrawn="1"/>
              </p:nvSpPr>
              <p:spPr bwMode="auto">
                <a:xfrm>
                  <a:off x="438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6" name="Line 98"/>
                <p:cNvSpPr>
                  <a:spLocks noChangeShapeType="1"/>
                </p:cNvSpPr>
                <p:nvPr userDrawn="1"/>
              </p:nvSpPr>
              <p:spPr bwMode="auto">
                <a:xfrm>
                  <a:off x="438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7" name="Line 99"/>
                <p:cNvSpPr>
                  <a:spLocks noChangeShapeType="1"/>
                </p:cNvSpPr>
                <p:nvPr userDrawn="1"/>
              </p:nvSpPr>
              <p:spPr bwMode="auto">
                <a:xfrm>
                  <a:off x="438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8" name="Line 100"/>
                <p:cNvSpPr>
                  <a:spLocks noChangeShapeType="1"/>
                </p:cNvSpPr>
                <p:nvPr userDrawn="1"/>
              </p:nvSpPr>
              <p:spPr bwMode="auto">
                <a:xfrm>
                  <a:off x="438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9" name="Line 101"/>
                <p:cNvSpPr>
                  <a:spLocks noChangeShapeType="1"/>
                </p:cNvSpPr>
                <p:nvPr userDrawn="1"/>
              </p:nvSpPr>
              <p:spPr bwMode="auto">
                <a:xfrm>
                  <a:off x="438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0" name="Line 102"/>
                <p:cNvSpPr>
                  <a:spLocks noChangeShapeType="1"/>
                </p:cNvSpPr>
                <p:nvPr userDrawn="1"/>
              </p:nvSpPr>
              <p:spPr bwMode="auto">
                <a:xfrm>
                  <a:off x="438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1" name="Line 103"/>
                <p:cNvSpPr>
                  <a:spLocks noChangeShapeType="1"/>
                </p:cNvSpPr>
                <p:nvPr userDrawn="1"/>
              </p:nvSpPr>
              <p:spPr bwMode="auto">
                <a:xfrm>
                  <a:off x="438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2" name="Line 104"/>
                <p:cNvSpPr>
                  <a:spLocks noChangeShapeType="1"/>
                </p:cNvSpPr>
                <p:nvPr userDrawn="1"/>
              </p:nvSpPr>
              <p:spPr bwMode="auto">
                <a:xfrm>
                  <a:off x="463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3" name="Line 105"/>
                <p:cNvSpPr>
                  <a:spLocks noChangeShapeType="1"/>
                </p:cNvSpPr>
                <p:nvPr userDrawn="1"/>
              </p:nvSpPr>
              <p:spPr bwMode="auto">
                <a:xfrm>
                  <a:off x="463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4" name="Line 106"/>
                <p:cNvSpPr>
                  <a:spLocks noChangeShapeType="1"/>
                </p:cNvSpPr>
                <p:nvPr userDrawn="1"/>
              </p:nvSpPr>
              <p:spPr bwMode="auto">
                <a:xfrm>
                  <a:off x="463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5" name="Line 107"/>
                <p:cNvSpPr>
                  <a:spLocks noChangeShapeType="1"/>
                </p:cNvSpPr>
                <p:nvPr userDrawn="1"/>
              </p:nvSpPr>
              <p:spPr bwMode="auto">
                <a:xfrm>
                  <a:off x="463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6" name="Line 108"/>
                <p:cNvSpPr>
                  <a:spLocks noChangeShapeType="1"/>
                </p:cNvSpPr>
                <p:nvPr userDrawn="1"/>
              </p:nvSpPr>
              <p:spPr bwMode="auto">
                <a:xfrm>
                  <a:off x="463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7" name="Line 109"/>
                <p:cNvSpPr>
                  <a:spLocks noChangeShapeType="1"/>
                </p:cNvSpPr>
                <p:nvPr userDrawn="1"/>
              </p:nvSpPr>
              <p:spPr bwMode="auto">
                <a:xfrm>
                  <a:off x="463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8" name="Line 110"/>
                <p:cNvSpPr>
                  <a:spLocks noChangeShapeType="1"/>
                </p:cNvSpPr>
                <p:nvPr userDrawn="1"/>
              </p:nvSpPr>
              <p:spPr bwMode="auto">
                <a:xfrm>
                  <a:off x="463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9" name="Line 111"/>
                <p:cNvSpPr>
                  <a:spLocks noChangeShapeType="1"/>
                </p:cNvSpPr>
                <p:nvPr userDrawn="1"/>
              </p:nvSpPr>
              <p:spPr bwMode="auto">
                <a:xfrm>
                  <a:off x="463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0" name="Line 112"/>
                <p:cNvSpPr>
                  <a:spLocks noChangeShapeType="1"/>
                </p:cNvSpPr>
                <p:nvPr userDrawn="1"/>
              </p:nvSpPr>
              <p:spPr bwMode="auto">
                <a:xfrm>
                  <a:off x="463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1" name="Line 113"/>
                <p:cNvSpPr>
                  <a:spLocks noChangeShapeType="1"/>
                </p:cNvSpPr>
                <p:nvPr userDrawn="1"/>
              </p:nvSpPr>
              <p:spPr bwMode="auto">
                <a:xfrm>
                  <a:off x="463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2" name="Line 114"/>
                <p:cNvSpPr>
                  <a:spLocks noChangeShapeType="1"/>
                </p:cNvSpPr>
                <p:nvPr userDrawn="1"/>
              </p:nvSpPr>
              <p:spPr bwMode="auto">
                <a:xfrm>
                  <a:off x="463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3" name="Line 115"/>
                <p:cNvSpPr>
                  <a:spLocks noChangeShapeType="1"/>
                </p:cNvSpPr>
                <p:nvPr userDrawn="1"/>
              </p:nvSpPr>
              <p:spPr bwMode="auto">
                <a:xfrm>
                  <a:off x="463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4" name="Line 116"/>
                <p:cNvSpPr>
                  <a:spLocks noChangeShapeType="1"/>
                </p:cNvSpPr>
                <p:nvPr userDrawn="1"/>
              </p:nvSpPr>
              <p:spPr bwMode="auto">
                <a:xfrm>
                  <a:off x="463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5" name="Line 117"/>
                <p:cNvSpPr>
                  <a:spLocks noChangeShapeType="1"/>
                </p:cNvSpPr>
                <p:nvPr userDrawn="1"/>
              </p:nvSpPr>
              <p:spPr bwMode="auto">
                <a:xfrm>
                  <a:off x="488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6" name="Line 118"/>
                <p:cNvSpPr>
                  <a:spLocks noChangeShapeType="1"/>
                </p:cNvSpPr>
                <p:nvPr userDrawn="1"/>
              </p:nvSpPr>
              <p:spPr bwMode="auto">
                <a:xfrm>
                  <a:off x="488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7" name="Line 119"/>
                <p:cNvSpPr>
                  <a:spLocks noChangeShapeType="1"/>
                </p:cNvSpPr>
                <p:nvPr userDrawn="1"/>
              </p:nvSpPr>
              <p:spPr bwMode="auto">
                <a:xfrm>
                  <a:off x="488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8" name="Line 120"/>
                <p:cNvSpPr>
                  <a:spLocks noChangeShapeType="1"/>
                </p:cNvSpPr>
                <p:nvPr userDrawn="1"/>
              </p:nvSpPr>
              <p:spPr bwMode="auto">
                <a:xfrm>
                  <a:off x="488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9" name="Line 121"/>
                <p:cNvSpPr>
                  <a:spLocks noChangeShapeType="1"/>
                </p:cNvSpPr>
                <p:nvPr userDrawn="1"/>
              </p:nvSpPr>
              <p:spPr bwMode="auto">
                <a:xfrm>
                  <a:off x="488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0" name="Line 122"/>
                <p:cNvSpPr>
                  <a:spLocks noChangeShapeType="1"/>
                </p:cNvSpPr>
                <p:nvPr userDrawn="1"/>
              </p:nvSpPr>
              <p:spPr bwMode="auto">
                <a:xfrm>
                  <a:off x="488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1" name="Line 123"/>
                <p:cNvSpPr>
                  <a:spLocks noChangeShapeType="1"/>
                </p:cNvSpPr>
                <p:nvPr userDrawn="1"/>
              </p:nvSpPr>
              <p:spPr bwMode="auto">
                <a:xfrm>
                  <a:off x="488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2" name="Line 124"/>
                <p:cNvSpPr>
                  <a:spLocks noChangeShapeType="1"/>
                </p:cNvSpPr>
                <p:nvPr userDrawn="1"/>
              </p:nvSpPr>
              <p:spPr bwMode="auto">
                <a:xfrm>
                  <a:off x="488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3" name="Line 125"/>
                <p:cNvSpPr>
                  <a:spLocks noChangeShapeType="1"/>
                </p:cNvSpPr>
                <p:nvPr userDrawn="1"/>
              </p:nvSpPr>
              <p:spPr bwMode="auto">
                <a:xfrm>
                  <a:off x="488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4" name="Line 126"/>
                <p:cNvSpPr>
                  <a:spLocks noChangeShapeType="1"/>
                </p:cNvSpPr>
                <p:nvPr userDrawn="1"/>
              </p:nvSpPr>
              <p:spPr bwMode="auto">
                <a:xfrm>
                  <a:off x="488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5" name="Line 127"/>
                <p:cNvSpPr>
                  <a:spLocks noChangeShapeType="1"/>
                </p:cNvSpPr>
                <p:nvPr userDrawn="1"/>
              </p:nvSpPr>
              <p:spPr bwMode="auto">
                <a:xfrm>
                  <a:off x="488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6" name="Line 128"/>
                <p:cNvSpPr>
                  <a:spLocks noChangeShapeType="1"/>
                </p:cNvSpPr>
                <p:nvPr userDrawn="1"/>
              </p:nvSpPr>
              <p:spPr bwMode="auto">
                <a:xfrm>
                  <a:off x="488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7" name="Line 129"/>
                <p:cNvSpPr>
                  <a:spLocks noChangeShapeType="1"/>
                </p:cNvSpPr>
                <p:nvPr userDrawn="1"/>
              </p:nvSpPr>
              <p:spPr bwMode="auto">
                <a:xfrm>
                  <a:off x="488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8" name="Line 130"/>
                <p:cNvSpPr>
                  <a:spLocks noChangeShapeType="1"/>
                </p:cNvSpPr>
                <p:nvPr userDrawn="1"/>
              </p:nvSpPr>
              <p:spPr bwMode="auto">
                <a:xfrm>
                  <a:off x="514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9" name="Line 131"/>
                <p:cNvSpPr>
                  <a:spLocks noChangeShapeType="1"/>
                </p:cNvSpPr>
                <p:nvPr userDrawn="1"/>
              </p:nvSpPr>
              <p:spPr bwMode="auto">
                <a:xfrm>
                  <a:off x="514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0" name="Line 132"/>
                <p:cNvSpPr>
                  <a:spLocks noChangeShapeType="1"/>
                </p:cNvSpPr>
                <p:nvPr userDrawn="1"/>
              </p:nvSpPr>
              <p:spPr bwMode="auto">
                <a:xfrm>
                  <a:off x="514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1" name="Line 133"/>
                <p:cNvSpPr>
                  <a:spLocks noChangeShapeType="1"/>
                </p:cNvSpPr>
                <p:nvPr userDrawn="1"/>
              </p:nvSpPr>
              <p:spPr bwMode="auto">
                <a:xfrm>
                  <a:off x="514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2" name="Line 134"/>
                <p:cNvSpPr>
                  <a:spLocks noChangeShapeType="1"/>
                </p:cNvSpPr>
                <p:nvPr userDrawn="1"/>
              </p:nvSpPr>
              <p:spPr bwMode="auto">
                <a:xfrm>
                  <a:off x="514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3" name="Line 135"/>
                <p:cNvSpPr>
                  <a:spLocks noChangeShapeType="1"/>
                </p:cNvSpPr>
                <p:nvPr userDrawn="1"/>
              </p:nvSpPr>
              <p:spPr bwMode="auto">
                <a:xfrm>
                  <a:off x="514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4" name="Line 136"/>
                <p:cNvSpPr>
                  <a:spLocks noChangeShapeType="1"/>
                </p:cNvSpPr>
                <p:nvPr userDrawn="1"/>
              </p:nvSpPr>
              <p:spPr bwMode="auto">
                <a:xfrm>
                  <a:off x="514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5" name="Line 137"/>
                <p:cNvSpPr>
                  <a:spLocks noChangeShapeType="1"/>
                </p:cNvSpPr>
                <p:nvPr userDrawn="1"/>
              </p:nvSpPr>
              <p:spPr bwMode="auto">
                <a:xfrm>
                  <a:off x="514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6" name="Line 138"/>
                <p:cNvSpPr>
                  <a:spLocks noChangeShapeType="1"/>
                </p:cNvSpPr>
                <p:nvPr userDrawn="1"/>
              </p:nvSpPr>
              <p:spPr bwMode="auto">
                <a:xfrm>
                  <a:off x="514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7" name="Line 139"/>
                <p:cNvSpPr>
                  <a:spLocks noChangeShapeType="1"/>
                </p:cNvSpPr>
                <p:nvPr userDrawn="1"/>
              </p:nvSpPr>
              <p:spPr bwMode="auto">
                <a:xfrm>
                  <a:off x="514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8" name="Line 140"/>
                <p:cNvSpPr>
                  <a:spLocks noChangeShapeType="1"/>
                </p:cNvSpPr>
                <p:nvPr userDrawn="1"/>
              </p:nvSpPr>
              <p:spPr bwMode="auto">
                <a:xfrm>
                  <a:off x="514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9" name="Line 141"/>
                <p:cNvSpPr>
                  <a:spLocks noChangeShapeType="1"/>
                </p:cNvSpPr>
                <p:nvPr userDrawn="1"/>
              </p:nvSpPr>
              <p:spPr bwMode="auto">
                <a:xfrm>
                  <a:off x="514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0" name="Line 142"/>
                <p:cNvSpPr>
                  <a:spLocks noChangeShapeType="1"/>
                </p:cNvSpPr>
                <p:nvPr userDrawn="1"/>
              </p:nvSpPr>
              <p:spPr bwMode="auto">
                <a:xfrm>
                  <a:off x="514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1" name="Line 143"/>
                <p:cNvSpPr>
                  <a:spLocks noChangeShapeType="1"/>
                </p:cNvSpPr>
                <p:nvPr userDrawn="1"/>
              </p:nvSpPr>
              <p:spPr bwMode="auto">
                <a:xfrm>
                  <a:off x="539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2" name="Line 144"/>
                <p:cNvSpPr>
                  <a:spLocks noChangeShapeType="1"/>
                </p:cNvSpPr>
                <p:nvPr userDrawn="1"/>
              </p:nvSpPr>
              <p:spPr bwMode="auto">
                <a:xfrm>
                  <a:off x="539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3" name="Line 145"/>
                <p:cNvSpPr>
                  <a:spLocks noChangeShapeType="1"/>
                </p:cNvSpPr>
                <p:nvPr userDrawn="1"/>
              </p:nvSpPr>
              <p:spPr bwMode="auto">
                <a:xfrm>
                  <a:off x="539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4" name="Line 146"/>
                <p:cNvSpPr>
                  <a:spLocks noChangeShapeType="1"/>
                </p:cNvSpPr>
                <p:nvPr userDrawn="1"/>
              </p:nvSpPr>
              <p:spPr bwMode="auto">
                <a:xfrm>
                  <a:off x="539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5" name="Line 147"/>
                <p:cNvSpPr>
                  <a:spLocks noChangeShapeType="1"/>
                </p:cNvSpPr>
                <p:nvPr userDrawn="1"/>
              </p:nvSpPr>
              <p:spPr bwMode="auto">
                <a:xfrm>
                  <a:off x="539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6" name="Line 148"/>
                <p:cNvSpPr>
                  <a:spLocks noChangeShapeType="1"/>
                </p:cNvSpPr>
                <p:nvPr userDrawn="1"/>
              </p:nvSpPr>
              <p:spPr bwMode="auto">
                <a:xfrm>
                  <a:off x="539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7" name="Line 149"/>
                <p:cNvSpPr>
                  <a:spLocks noChangeShapeType="1"/>
                </p:cNvSpPr>
                <p:nvPr userDrawn="1"/>
              </p:nvSpPr>
              <p:spPr bwMode="auto">
                <a:xfrm>
                  <a:off x="539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8" name="Line 150"/>
                <p:cNvSpPr>
                  <a:spLocks noChangeShapeType="1"/>
                </p:cNvSpPr>
                <p:nvPr userDrawn="1"/>
              </p:nvSpPr>
              <p:spPr bwMode="auto">
                <a:xfrm>
                  <a:off x="539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9" name="Line 151"/>
                <p:cNvSpPr>
                  <a:spLocks noChangeShapeType="1"/>
                </p:cNvSpPr>
                <p:nvPr userDrawn="1"/>
              </p:nvSpPr>
              <p:spPr bwMode="auto">
                <a:xfrm>
                  <a:off x="539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0" name="Line 152"/>
                <p:cNvSpPr>
                  <a:spLocks noChangeShapeType="1"/>
                </p:cNvSpPr>
                <p:nvPr userDrawn="1"/>
              </p:nvSpPr>
              <p:spPr bwMode="auto">
                <a:xfrm>
                  <a:off x="539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1" name="Line 153"/>
                <p:cNvSpPr>
                  <a:spLocks noChangeShapeType="1"/>
                </p:cNvSpPr>
                <p:nvPr userDrawn="1"/>
              </p:nvSpPr>
              <p:spPr bwMode="auto">
                <a:xfrm>
                  <a:off x="539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2" name="Line 154"/>
                <p:cNvSpPr>
                  <a:spLocks noChangeShapeType="1"/>
                </p:cNvSpPr>
                <p:nvPr userDrawn="1"/>
              </p:nvSpPr>
              <p:spPr bwMode="auto">
                <a:xfrm>
                  <a:off x="539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3" name="Line 155"/>
                <p:cNvSpPr>
                  <a:spLocks noChangeShapeType="1"/>
                </p:cNvSpPr>
                <p:nvPr userDrawn="1"/>
              </p:nvSpPr>
              <p:spPr bwMode="auto">
                <a:xfrm>
                  <a:off x="539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4" name="Line 156"/>
                <p:cNvSpPr>
                  <a:spLocks noChangeShapeType="1"/>
                </p:cNvSpPr>
                <p:nvPr userDrawn="1"/>
              </p:nvSpPr>
              <p:spPr bwMode="auto">
                <a:xfrm>
                  <a:off x="565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5" name="Line 157"/>
                <p:cNvSpPr>
                  <a:spLocks noChangeShapeType="1"/>
                </p:cNvSpPr>
                <p:nvPr userDrawn="1"/>
              </p:nvSpPr>
              <p:spPr bwMode="auto">
                <a:xfrm>
                  <a:off x="565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6" name="Line 158"/>
                <p:cNvSpPr>
                  <a:spLocks noChangeShapeType="1"/>
                </p:cNvSpPr>
                <p:nvPr userDrawn="1"/>
              </p:nvSpPr>
              <p:spPr bwMode="auto">
                <a:xfrm>
                  <a:off x="565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7" name="Line 159"/>
                <p:cNvSpPr>
                  <a:spLocks noChangeShapeType="1"/>
                </p:cNvSpPr>
                <p:nvPr userDrawn="1"/>
              </p:nvSpPr>
              <p:spPr bwMode="auto">
                <a:xfrm>
                  <a:off x="565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8" name="Line 160"/>
                <p:cNvSpPr>
                  <a:spLocks noChangeShapeType="1"/>
                </p:cNvSpPr>
                <p:nvPr userDrawn="1"/>
              </p:nvSpPr>
              <p:spPr bwMode="auto">
                <a:xfrm>
                  <a:off x="565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9" name="Line 161"/>
                <p:cNvSpPr>
                  <a:spLocks noChangeShapeType="1"/>
                </p:cNvSpPr>
                <p:nvPr userDrawn="1"/>
              </p:nvSpPr>
              <p:spPr bwMode="auto">
                <a:xfrm>
                  <a:off x="565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0" name="Line 162"/>
                <p:cNvSpPr>
                  <a:spLocks noChangeShapeType="1"/>
                </p:cNvSpPr>
                <p:nvPr userDrawn="1"/>
              </p:nvSpPr>
              <p:spPr bwMode="auto">
                <a:xfrm>
                  <a:off x="565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1" name="Line 163"/>
                <p:cNvSpPr>
                  <a:spLocks noChangeShapeType="1"/>
                </p:cNvSpPr>
                <p:nvPr userDrawn="1"/>
              </p:nvSpPr>
              <p:spPr bwMode="auto">
                <a:xfrm>
                  <a:off x="565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2" name="Line 164"/>
                <p:cNvSpPr>
                  <a:spLocks noChangeShapeType="1"/>
                </p:cNvSpPr>
                <p:nvPr userDrawn="1"/>
              </p:nvSpPr>
              <p:spPr bwMode="auto">
                <a:xfrm>
                  <a:off x="565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3" name="Line 165"/>
                <p:cNvSpPr>
                  <a:spLocks noChangeShapeType="1"/>
                </p:cNvSpPr>
                <p:nvPr userDrawn="1"/>
              </p:nvSpPr>
              <p:spPr bwMode="auto">
                <a:xfrm>
                  <a:off x="565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4" name="Line 166"/>
                <p:cNvSpPr>
                  <a:spLocks noChangeShapeType="1"/>
                </p:cNvSpPr>
                <p:nvPr userDrawn="1"/>
              </p:nvSpPr>
              <p:spPr bwMode="auto">
                <a:xfrm>
                  <a:off x="565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5" name="Line 167"/>
                <p:cNvSpPr>
                  <a:spLocks noChangeShapeType="1"/>
                </p:cNvSpPr>
                <p:nvPr userDrawn="1"/>
              </p:nvSpPr>
              <p:spPr bwMode="auto">
                <a:xfrm>
                  <a:off x="565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6" name="Line 168"/>
                <p:cNvSpPr>
                  <a:spLocks noChangeShapeType="1"/>
                </p:cNvSpPr>
                <p:nvPr userDrawn="1"/>
              </p:nvSpPr>
              <p:spPr bwMode="auto">
                <a:xfrm>
                  <a:off x="565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7" name="Line 169"/>
                <p:cNvSpPr>
                  <a:spLocks noChangeShapeType="1"/>
                </p:cNvSpPr>
                <p:nvPr userDrawn="1"/>
              </p:nvSpPr>
              <p:spPr bwMode="auto">
                <a:xfrm>
                  <a:off x="590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8" name="Line 170"/>
                <p:cNvSpPr>
                  <a:spLocks noChangeShapeType="1"/>
                </p:cNvSpPr>
                <p:nvPr userDrawn="1"/>
              </p:nvSpPr>
              <p:spPr bwMode="auto">
                <a:xfrm>
                  <a:off x="590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9" name="Line 171"/>
                <p:cNvSpPr>
                  <a:spLocks noChangeShapeType="1"/>
                </p:cNvSpPr>
                <p:nvPr userDrawn="1"/>
              </p:nvSpPr>
              <p:spPr bwMode="auto">
                <a:xfrm>
                  <a:off x="590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0" name="Line 172"/>
                <p:cNvSpPr>
                  <a:spLocks noChangeShapeType="1"/>
                </p:cNvSpPr>
                <p:nvPr userDrawn="1"/>
              </p:nvSpPr>
              <p:spPr bwMode="auto">
                <a:xfrm>
                  <a:off x="590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1" name="Line 173"/>
                <p:cNvSpPr>
                  <a:spLocks noChangeShapeType="1"/>
                </p:cNvSpPr>
                <p:nvPr userDrawn="1"/>
              </p:nvSpPr>
              <p:spPr bwMode="auto">
                <a:xfrm>
                  <a:off x="590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2" name="Line 174"/>
                <p:cNvSpPr>
                  <a:spLocks noChangeShapeType="1"/>
                </p:cNvSpPr>
                <p:nvPr userDrawn="1"/>
              </p:nvSpPr>
              <p:spPr bwMode="auto">
                <a:xfrm>
                  <a:off x="590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3" name="Line 175"/>
                <p:cNvSpPr>
                  <a:spLocks noChangeShapeType="1"/>
                </p:cNvSpPr>
                <p:nvPr userDrawn="1"/>
              </p:nvSpPr>
              <p:spPr bwMode="auto">
                <a:xfrm>
                  <a:off x="590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4" name="Line 176"/>
                <p:cNvSpPr>
                  <a:spLocks noChangeShapeType="1"/>
                </p:cNvSpPr>
                <p:nvPr userDrawn="1"/>
              </p:nvSpPr>
              <p:spPr bwMode="auto">
                <a:xfrm>
                  <a:off x="590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5" name="Line 177"/>
                <p:cNvSpPr>
                  <a:spLocks noChangeShapeType="1"/>
                </p:cNvSpPr>
                <p:nvPr userDrawn="1"/>
              </p:nvSpPr>
              <p:spPr bwMode="auto">
                <a:xfrm>
                  <a:off x="590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6" name="Line 178"/>
                <p:cNvSpPr>
                  <a:spLocks noChangeShapeType="1"/>
                </p:cNvSpPr>
                <p:nvPr userDrawn="1"/>
              </p:nvSpPr>
              <p:spPr bwMode="auto">
                <a:xfrm>
                  <a:off x="590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7" name="Line 179"/>
                <p:cNvSpPr>
                  <a:spLocks noChangeShapeType="1"/>
                </p:cNvSpPr>
                <p:nvPr userDrawn="1"/>
              </p:nvSpPr>
              <p:spPr bwMode="auto">
                <a:xfrm>
                  <a:off x="590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8" name="Line 180"/>
                <p:cNvSpPr>
                  <a:spLocks noChangeShapeType="1"/>
                </p:cNvSpPr>
                <p:nvPr userDrawn="1"/>
              </p:nvSpPr>
              <p:spPr bwMode="auto">
                <a:xfrm>
                  <a:off x="590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9" name="Line 181"/>
                <p:cNvSpPr>
                  <a:spLocks noChangeShapeType="1"/>
                </p:cNvSpPr>
                <p:nvPr userDrawn="1"/>
              </p:nvSpPr>
              <p:spPr bwMode="auto">
                <a:xfrm>
                  <a:off x="590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0" name="Line 182"/>
                <p:cNvSpPr>
                  <a:spLocks noChangeShapeType="1"/>
                </p:cNvSpPr>
                <p:nvPr userDrawn="1"/>
              </p:nvSpPr>
              <p:spPr bwMode="auto">
                <a:xfrm>
                  <a:off x="615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1" name="Line 183"/>
                <p:cNvSpPr>
                  <a:spLocks noChangeShapeType="1"/>
                </p:cNvSpPr>
                <p:nvPr userDrawn="1"/>
              </p:nvSpPr>
              <p:spPr bwMode="auto">
                <a:xfrm>
                  <a:off x="615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2" name="Line 184"/>
                <p:cNvSpPr>
                  <a:spLocks noChangeShapeType="1"/>
                </p:cNvSpPr>
                <p:nvPr userDrawn="1"/>
              </p:nvSpPr>
              <p:spPr bwMode="auto">
                <a:xfrm>
                  <a:off x="615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3" name="Line 185"/>
                <p:cNvSpPr>
                  <a:spLocks noChangeShapeType="1"/>
                </p:cNvSpPr>
                <p:nvPr userDrawn="1"/>
              </p:nvSpPr>
              <p:spPr bwMode="auto">
                <a:xfrm>
                  <a:off x="615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4" name="Line 186"/>
                <p:cNvSpPr>
                  <a:spLocks noChangeShapeType="1"/>
                </p:cNvSpPr>
                <p:nvPr userDrawn="1"/>
              </p:nvSpPr>
              <p:spPr bwMode="auto">
                <a:xfrm>
                  <a:off x="615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5" name="Line 187"/>
                <p:cNvSpPr>
                  <a:spLocks noChangeShapeType="1"/>
                </p:cNvSpPr>
                <p:nvPr userDrawn="1"/>
              </p:nvSpPr>
              <p:spPr bwMode="auto">
                <a:xfrm>
                  <a:off x="615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6" name="Line 188"/>
                <p:cNvSpPr>
                  <a:spLocks noChangeShapeType="1"/>
                </p:cNvSpPr>
                <p:nvPr userDrawn="1"/>
              </p:nvSpPr>
              <p:spPr bwMode="auto">
                <a:xfrm>
                  <a:off x="615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7" name="Line 189"/>
                <p:cNvSpPr>
                  <a:spLocks noChangeShapeType="1"/>
                </p:cNvSpPr>
                <p:nvPr userDrawn="1"/>
              </p:nvSpPr>
              <p:spPr bwMode="auto">
                <a:xfrm>
                  <a:off x="615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8" name="Line 190"/>
                <p:cNvSpPr>
                  <a:spLocks noChangeShapeType="1"/>
                </p:cNvSpPr>
                <p:nvPr userDrawn="1"/>
              </p:nvSpPr>
              <p:spPr bwMode="auto">
                <a:xfrm>
                  <a:off x="615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9" name="Line 191"/>
                <p:cNvSpPr>
                  <a:spLocks noChangeShapeType="1"/>
                </p:cNvSpPr>
                <p:nvPr userDrawn="1"/>
              </p:nvSpPr>
              <p:spPr bwMode="auto">
                <a:xfrm>
                  <a:off x="615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0" name="Line 192"/>
                <p:cNvSpPr>
                  <a:spLocks noChangeShapeType="1"/>
                </p:cNvSpPr>
                <p:nvPr userDrawn="1"/>
              </p:nvSpPr>
              <p:spPr bwMode="auto">
                <a:xfrm>
                  <a:off x="615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1" name="Line 193"/>
                <p:cNvSpPr>
                  <a:spLocks noChangeShapeType="1"/>
                </p:cNvSpPr>
                <p:nvPr userDrawn="1"/>
              </p:nvSpPr>
              <p:spPr bwMode="auto">
                <a:xfrm>
                  <a:off x="615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2" name="Line 194"/>
                <p:cNvSpPr>
                  <a:spLocks noChangeShapeType="1"/>
                </p:cNvSpPr>
                <p:nvPr userDrawn="1"/>
              </p:nvSpPr>
              <p:spPr bwMode="auto">
                <a:xfrm>
                  <a:off x="615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3" name="Line 195"/>
                <p:cNvSpPr>
                  <a:spLocks noChangeShapeType="1"/>
                </p:cNvSpPr>
                <p:nvPr userDrawn="1"/>
              </p:nvSpPr>
              <p:spPr bwMode="auto">
                <a:xfrm>
                  <a:off x="641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4" name="Line 196"/>
                <p:cNvSpPr>
                  <a:spLocks noChangeShapeType="1"/>
                </p:cNvSpPr>
                <p:nvPr userDrawn="1"/>
              </p:nvSpPr>
              <p:spPr bwMode="auto">
                <a:xfrm>
                  <a:off x="641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5" name="Line 197"/>
                <p:cNvSpPr>
                  <a:spLocks noChangeShapeType="1"/>
                </p:cNvSpPr>
                <p:nvPr userDrawn="1"/>
              </p:nvSpPr>
              <p:spPr bwMode="auto">
                <a:xfrm>
                  <a:off x="641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6" name="Line 198"/>
                <p:cNvSpPr>
                  <a:spLocks noChangeShapeType="1"/>
                </p:cNvSpPr>
                <p:nvPr userDrawn="1"/>
              </p:nvSpPr>
              <p:spPr bwMode="auto">
                <a:xfrm>
                  <a:off x="641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7" name="Line 199"/>
                <p:cNvSpPr>
                  <a:spLocks noChangeShapeType="1"/>
                </p:cNvSpPr>
                <p:nvPr userDrawn="1"/>
              </p:nvSpPr>
              <p:spPr bwMode="auto">
                <a:xfrm>
                  <a:off x="641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8" name="Line 200"/>
                <p:cNvSpPr>
                  <a:spLocks noChangeShapeType="1"/>
                </p:cNvSpPr>
                <p:nvPr userDrawn="1"/>
              </p:nvSpPr>
              <p:spPr bwMode="auto">
                <a:xfrm>
                  <a:off x="641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9" name="Line 201"/>
                <p:cNvSpPr>
                  <a:spLocks noChangeShapeType="1"/>
                </p:cNvSpPr>
                <p:nvPr userDrawn="1"/>
              </p:nvSpPr>
              <p:spPr bwMode="auto">
                <a:xfrm>
                  <a:off x="641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60" name="Line 202"/>
                <p:cNvSpPr>
                  <a:spLocks noChangeShapeType="1"/>
                </p:cNvSpPr>
                <p:nvPr userDrawn="1"/>
              </p:nvSpPr>
              <p:spPr bwMode="auto">
                <a:xfrm>
                  <a:off x="641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61" name="Line 203"/>
                <p:cNvSpPr>
                  <a:spLocks noChangeShapeType="1"/>
                </p:cNvSpPr>
                <p:nvPr userDrawn="1"/>
              </p:nvSpPr>
              <p:spPr bwMode="auto">
                <a:xfrm>
                  <a:off x="641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62" name="Line 204"/>
                <p:cNvSpPr>
                  <a:spLocks noChangeShapeType="1"/>
                </p:cNvSpPr>
                <p:nvPr userDrawn="1"/>
              </p:nvSpPr>
              <p:spPr bwMode="auto">
                <a:xfrm>
                  <a:off x="641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1182" name="Group 406"/>
              <p:cNvGrpSpPr>
                <a:grpSpLocks/>
              </p:cNvGrpSpPr>
              <p:nvPr userDrawn="1"/>
            </p:nvGrpSpPr>
            <p:grpSpPr bwMode="auto">
              <a:xfrm>
                <a:off x="4303713" y="385763"/>
                <a:ext cx="4435475" cy="4900613"/>
                <a:chOff x="3618" y="243"/>
                <a:chExt cx="2794" cy="3087"/>
              </a:xfrm>
            </p:grpSpPr>
            <p:sp>
              <p:nvSpPr>
                <p:cNvPr id="1423" name="Line 206"/>
                <p:cNvSpPr>
                  <a:spLocks noChangeShapeType="1"/>
                </p:cNvSpPr>
                <p:nvPr userDrawn="1"/>
              </p:nvSpPr>
              <p:spPr bwMode="auto">
                <a:xfrm>
                  <a:off x="641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4" name="Line 207"/>
                <p:cNvSpPr>
                  <a:spLocks noChangeShapeType="1"/>
                </p:cNvSpPr>
                <p:nvPr userDrawn="1"/>
              </p:nvSpPr>
              <p:spPr bwMode="auto">
                <a:xfrm>
                  <a:off x="641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5" name="Line 208"/>
                <p:cNvSpPr>
                  <a:spLocks noChangeShapeType="1"/>
                </p:cNvSpPr>
                <p:nvPr userDrawn="1"/>
              </p:nvSpPr>
              <p:spPr bwMode="auto">
                <a:xfrm>
                  <a:off x="641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6" name="Line 261"/>
                <p:cNvSpPr>
                  <a:spLocks noChangeShapeType="1"/>
                </p:cNvSpPr>
                <p:nvPr userDrawn="1"/>
              </p:nvSpPr>
              <p:spPr bwMode="auto">
                <a:xfrm>
                  <a:off x="361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7" name="Line 262"/>
                <p:cNvSpPr>
                  <a:spLocks noChangeShapeType="1"/>
                </p:cNvSpPr>
                <p:nvPr userDrawn="1"/>
              </p:nvSpPr>
              <p:spPr bwMode="auto">
                <a:xfrm>
                  <a:off x="361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8" name="Line 263"/>
                <p:cNvSpPr>
                  <a:spLocks noChangeShapeType="1"/>
                </p:cNvSpPr>
                <p:nvPr userDrawn="1"/>
              </p:nvSpPr>
              <p:spPr bwMode="auto">
                <a:xfrm>
                  <a:off x="361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9" name="Line 264"/>
                <p:cNvSpPr>
                  <a:spLocks noChangeShapeType="1"/>
                </p:cNvSpPr>
                <p:nvPr userDrawn="1"/>
              </p:nvSpPr>
              <p:spPr bwMode="auto">
                <a:xfrm>
                  <a:off x="361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0" name="Line 265"/>
                <p:cNvSpPr>
                  <a:spLocks noChangeShapeType="1"/>
                </p:cNvSpPr>
                <p:nvPr userDrawn="1"/>
              </p:nvSpPr>
              <p:spPr bwMode="auto">
                <a:xfrm>
                  <a:off x="361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1" name="Line 266"/>
                <p:cNvSpPr>
                  <a:spLocks noChangeShapeType="1"/>
                </p:cNvSpPr>
                <p:nvPr userDrawn="1"/>
              </p:nvSpPr>
              <p:spPr bwMode="auto">
                <a:xfrm>
                  <a:off x="361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2" name="Line 267"/>
                <p:cNvSpPr>
                  <a:spLocks noChangeShapeType="1"/>
                </p:cNvSpPr>
                <p:nvPr userDrawn="1"/>
              </p:nvSpPr>
              <p:spPr bwMode="auto">
                <a:xfrm>
                  <a:off x="361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3" name="Line 268"/>
                <p:cNvSpPr>
                  <a:spLocks noChangeShapeType="1"/>
                </p:cNvSpPr>
                <p:nvPr userDrawn="1"/>
              </p:nvSpPr>
              <p:spPr bwMode="auto">
                <a:xfrm>
                  <a:off x="361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4" name="Line 269"/>
                <p:cNvSpPr>
                  <a:spLocks noChangeShapeType="1"/>
                </p:cNvSpPr>
                <p:nvPr userDrawn="1"/>
              </p:nvSpPr>
              <p:spPr bwMode="auto">
                <a:xfrm>
                  <a:off x="361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5" name="Line 270"/>
                <p:cNvSpPr>
                  <a:spLocks noChangeShapeType="1"/>
                </p:cNvSpPr>
                <p:nvPr userDrawn="1"/>
              </p:nvSpPr>
              <p:spPr bwMode="auto">
                <a:xfrm>
                  <a:off x="361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6" name="Line 271"/>
                <p:cNvSpPr>
                  <a:spLocks noChangeShapeType="1"/>
                </p:cNvSpPr>
                <p:nvPr userDrawn="1"/>
              </p:nvSpPr>
              <p:spPr bwMode="auto">
                <a:xfrm>
                  <a:off x="361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7" name="Line 272"/>
                <p:cNvSpPr>
                  <a:spLocks noChangeShapeType="1"/>
                </p:cNvSpPr>
                <p:nvPr userDrawn="1"/>
              </p:nvSpPr>
              <p:spPr bwMode="auto">
                <a:xfrm>
                  <a:off x="361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8" name="Line 273"/>
                <p:cNvSpPr>
                  <a:spLocks noChangeShapeType="1"/>
                </p:cNvSpPr>
                <p:nvPr userDrawn="1"/>
              </p:nvSpPr>
              <p:spPr bwMode="auto">
                <a:xfrm>
                  <a:off x="361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9" name="Line 274"/>
                <p:cNvSpPr>
                  <a:spLocks noChangeShapeType="1"/>
                </p:cNvSpPr>
                <p:nvPr userDrawn="1"/>
              </p:nvSpPr>
              <p:spPr bwMode="auto">
                <a:xfrm>
                  <a:off x="387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0" name="Line 275"/>
                <p:cNvSpPr>
                  <a:spLocks noChangeShapeType="1"/>
                </p:cNvSpPr>
                <p:nvPr userDrawn="1"/>
              </p:nvSpPr>
              <p:spPr bwMode="auto">
                <a:xfrm>
                  <a:off x="387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1" name="Line 276"/>
                <p:cNvSpPr>
                  <a:spLocks noChangeShapeType="1"/>
                </p:cNvSpPr>
                <p:nvPr userDrawn="1"/>
              </p:nvSpPr>
              <p:spPr bwMode="auto">
                <a:xfrm>
                  <a:off x="387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2" name="Line 277"/>
                <p:cNvSpPr>
                  <a:spLocks noChangeShapeType="1"/>
                </p:cNvSpPr>
                <p:nvPr userDrawn="1"/>
              </p:nvSpPr>
              <p:spPr bwMode="auto">
                <a:xfrm>
                  <a:off x="387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3" name="Line 278"/>
                <p:cNvSpPr>
                  <a:spLocks noChangeShapeType="1"/>
                </p:cNvSpPr>
                <p:nvPr userDrawn="1"/>
              </p:nvSpPr>
              <p:spPr bwMode="auto">
                <a:xfrm>
                  <a:off x="387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4" name="Line 279"/>
                <p:cNvSpPr>
                  <a:spLocks noChangeShapeType="1"/>
                </p:cNvSpPr>
                <p:nvPr userDrawn="1"/>
              </p:nvSpPr>
              <p:spPr bwMode="auto">
                <a:xfrm>
                  <a:off x="387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5" name="Line 280"/>
                <p:cNvSpPr>
                  <a:spLocks noChangeShapeType="1"/>
                </p:cNvSpPr>
                <p:nvPr userDrawn="1"/>
              </p:nvSpPr>
              <p:spPr bwMode="auto">
                <a:xfrm>
                  <a:off x="387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6" name="Line 281"/>
                <p:cNvSpPr>
                  <a:spLocks noChangeShapeType="1"/>
                </p:cNvSpPr>
                <p:nvPr userDrawn="1"/>
              </p:nvSpPr>
              <p:spPr bwMode="auto">
                <a:xfrm>
                  <a:off x="387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7" name="Line 282"/>
                <p:cNvSpPr>
                  <a:spLocks noChangeShapeType="1"/>
                </p:cNvSpPr>
                <p:nvPr userDrawn="1"/>
              </p:nvSpPr>
              <p:spPr bwMode="auto">
                <a:xfrm>
                  <a:off x="387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8" name="Line 283"/>
                <p:cNvSpPr>
                  <a:spLocks noChangeShapeType="1"/>
                </p:cNvSpPr>
                <p:nvPr userDrawn="1"/>
              </p:nvSpPr>
              <p:spPr bwMode="auto">
                <a:xfrm>
                  <a:off x="387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9" name="Line 284"/>
                <p:cNvSpPr>
                  <a:spLocks noChangeShapeType="1"/>
                </p:cNvSpPr>
                <p:nvPr userDrawn="1"/>
              </p:nvSpPr>
              <p:spPr bwMode="auto">
                <a:xfrm>
                  <a:off x="387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0" name="Line 285"/>
                <p:cNvSpPr>
                  <a:spLocks noChangeShapeType="1"/>
                </p:cNvSpPr>
                <p:nvPr userDrawn="1"/>
              </p:nvSpPr>
              <p:spPr bwMode="auto">
                <a:xfrm>
                  <a:off x="387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1" name="Line 286"/>
                <p:cNvSpPr>
                  <a:spLocks noChangeShapeType="1"/>
                </p:cNvSpPr>
                <p:nvPr userDrawn="1"/>
              </p:nvSpPr>
              <p:spPr bwMode="auto">
                <a:xfrm>
                  <a:off x="387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2" name="Line 287"/>
                <p:cNvSpPr>
                  <a:spLocks noChangeShapeType="1"/>
                </p:cNvSpPr>
                <p:nvPr userDrawn="1"/>
              </p:nvSpPr>
              <p:spPr bwMode="auto">
                <a:xfrm>
                  <a:off x="412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3" name="Line 288"/>
                <p:cNvSpPr>
                  <a:spLocks noChangeShapeType="1"/>
                </p:cNvSpPr>
                <p:nvPr userDrawn="1"/>
              </p:nvSpPr>
              <p:spPr bwMode="auto">
                <a:xfrm>
                  <a:off x="412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4" name="Line 289"/>
                <p:cNvSpPr>
                  <a:spLocks noChangeShapeType="1"/>
                </p:cNvSpPr>
                <p:nvPr userDrawn="1"/>
              </p:nvSpPr>
              <p:spPr bwMode="auto">
                <a:xfrm>
                  <a:off x="412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5" name="Line 290"/>
                <p:cNvSpPr>
                  <a:spLocks noChangeShapeType="1"/>
                </p:cNvSpPr>
                <p:nvPr userDrawn="1"/>
              </p:nvSpPr>
              <p:spPr bwMode="auto">
                <a:xfrm>
                  <a:off x="412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6" name="Line 291"/>
                <p:cNvSpPr>
                  <a:spLocks noChangeShapeType="1"/>
                </p:cNvSpPr>
                <p:nvPr userDrawn="1"/>
              </p:nvSpPr>
              <p:spPr bwMode="auto">
                <a:xfrm>
                  <a:off x="412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7" name="Line 292"/>
                <p:cNvSpPr>
                  <a:spLocks noChangeShapeType="1"/>
                </p:cNvSpPr>
                <p:nvPr userDrawn="1"/>
              </p:nvSpPr>
              <p:spPr bwMode="auto">
                <a:xfrm>
                  <a:off x="412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8" name="Line 293"/>
                <p:cNvSpPr>
                  <a:spLocks noChangeShapeType="1"/>
                </p:cNvSpPr>
                <p:nvPr userDrawn="1"/>
              </p:nvSpPr>
              <p:spPr bwMode="auto">
                <a:xfrm>
                  <a:off x="412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9" name="Line 294"/>
                <p:cNvSpPr>
                  <a:spLocks noChangeShapeType="1"/>
                </p:cNvSpPr>
                <p:nvPr userDrawn="1"/>
              </p:nvSpPr>
              <p:spPr bwMode="auto">
                <a:xfrm>
                  <a:off x="412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0" name="Line 295"/>
                <p:cNvSpPr>
                  <a:spLocks noChangeShapeType="1"/>
                </p:cNvSpPr>
                <p:nvPr userDrawn="1"/>
              </p:nvSpPr>
              <p:spPr bwMode="auto">
                <a:xfrm>
                  <a:off x="412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1" name="Line 296"/>
                <p:cNvSpPr>
                  <a:spLocks noChangeShapeType="1"/>
                </p:cNvSpPr>
                <p:nvPr userDrawn="1"/>
              </p:nvSpPr>
              <p:spPr bwMode="auto">
                <a:xfrm>
                  <a:off x="412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2" name="Line 297"/>
                <p:cNvSpPr>
                  <a:spLocks noChangeShapeType="1"/>
                </p:cNvSpPr>
                <p:nvPr userDrawn="1"/>
              </p:nvSpPr>
              <p:spPr bwMode="auto">
                <a:xfrm>
                  <a:off x="412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3" name="Line 298"/>
                <p:cNvSpPr>
                  <a:spLocks noChangeShapeType="1"/>
                </p:cNvSpPr>
                <p:nvPr userDrawn="1"/>
              </p:nvSpPr>
              <p:spPr bwMode="auto">
                <a:xfrm>
                  <a:off x="412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4" name="Line 299"/>
                <p:cNvSpPr>
                  <a:spLocks noChangeShapeType="1"/>
                </p:cNvSpPr>
                <p:nvPr userDrawn="1"/>
              </p:nvSpPr>
              <p:spPr bwMode="auto">
                <a:xfrm>
                  <a:off x="412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5" name="Line 300"/>
                <p:cNvSpPr>
                  <a:spLocks noChangeShapeType="1"/>
                </p:cNvSpPr>
                <p:nvPr userDrawn="1"/>
              </p:nvSpPr>
              <p:spPr bwMode="auto">
                <a:xfrm>
                  <a:off x="438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6" name="Line 301"/>
                <p:cNvSpPr>
                  <a:spLocks noChangeShapeType="1"/>
                </p:cNvSpPr>
                <p:nvPr userDrawn="1"/>
              </p:nvSpPr>
              <p:spPr bwMode="auto">
                <a:xfrm>
                  <a:off x="438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7" name="Line 302"/>
                <p:cNvSpPr>
                  <a:spLocks noChangeShapeType="1"/>
                </p:cNvSpPr>
                <p:nvPr userDrawn="1"/>
              </p:nvSpPr>
              <p:spPr bwMode="auto">
                <a:xfrm>
                  <a:off x="438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8" name="Line 303"/>
                <p:cNvSpPr>
                  <a:spLocks noChangeShapeType="1"/>
                </p:cNvSpPr>
                <p:nvPr userDrawn="1"/>
              </p:nvSpPr>
              <p:spPr bwMode="auto">
                <a:xfrm>
                  <a:off x="438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9" name="Line 304"/>
                <p:cNvSpPr>
                  <a:spLocks noChangeShapeType="1"/>
                </p:cNvSpPr>
                <p:nvPr userDrawn="1"/>
              </p:nvSpPr>
              <p:spPr bwMode="auto">
                <a:xfrm>
                  <a:off x="438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0" name="Line 305"/>
                <p:cNvSpPr>
                  <a:spLocks noChangeShapeType="1"/>
                </p:cNvSpPr>
                <p:nvPr userDrawn="1"/>
              </p:nvSpPr>
              <p:spPr bwMode="auto">
                <a:xfrm>
                  <a:off x="438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1" name="Line 306"/>
                <p:cNvSpPr>
                  <a:spLocks noChangeShapeType="1"/>
                </p:cNvSpPr>
                <p:nvPr userDrawn="1"/>
              </p:nvSpPr>
              <p:spPr bwMode="auto">
                <a:xfrm>
                  <a:off x="438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2" name="Line 307"/>
                <p:cNvSpPr>
                  <a:spLocks noChangeShapeType="1"/>
                </p:cNvSpPr>
                <p:nvPr userDrawn="1"/>
              </p:nvSpPr>
              <p:spPr bwMode="auto">
                <a:xfrm>
                  <a:off x="438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3" name="Line 308"/>
                <p:cNvSpPr>
                  <a:spLocks noChangeShapeType="1"/>
                </p:cNvSpPr>
                <p:nvPr userDrawn="1"/>
              </p:nvSpPr>
              <p:spPr bwMode="auto">
                <a:xfrm>
                  <a:off x="438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4" name="Line 309"/>
                <p:cNvSpPr>
                  <a:spLocks noChangeShapeType="1"/>
                </p:cNvSpPr>
                <p:nvPr userDrawn="1"/>
              </p:nvSpPr>
              <p:spPr bwMode="auto">
                <a:xfrm>
                  <a:off x="438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5" name="Line 310"/>
                <p:cNvSpPr>
                  <a:spLocks noChangeShapeType="1"/>
                </p:cNvSpPr>
                <p:nvPr userDrawn="1"/>
              </p:nvSpPr>
              <p:spPr bwMode="auto">
                <a:xfrm>
                  <a:off x="438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6" name="Line 311"/>
                <p:cNvSpPr>
                  <a:spLocks noChangeShapeType="1"/>
                </p:cNvSpPr>
                <p:nvPr userDrawn="1"/>
              </p:nvSpPr>
              <p:spPr bwMode="auto">
                <a:xfrm>
                  <a:off x="438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7" name="Line 312"/>
                <p:cNvSpPr>
                  <a:spLocks noChangeShapeType="1"/>
                </p:cNvSpPr>
                <p:nvPr userDrawn="1"/>
              </p:nvSpPr>
              <p:spPr bwMode="auto">
                <a:xfrm>
                  <a:off x="438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8" name="Line 313"/>
                <p:cNvSpPr>
                  <a:spLocks noChangeShapeType="1"/>
                </p:cNvSpPr>
                <p:nvPr userDrawn="1"/>
              </p:nvSpPr>
              <p:spPr bwMode="auto">
                <a:xfrm>
                  <a:off x="463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9" name="Line 314"/>
                <p:cNvSpPr>
                  <a:spLocks noChangeShapeType="1"/>
                </p:cNvSpPr>
                <p:nvPr userDrawn="1"/>
              </p:nvSpPr>
              <p:spPr bwMode="auto">
                <a:xfrm>
                  <a:off x="463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0" name="Line 315"/>
                <p:cNvSpPr>
                  <a:spLocks noChangeShapeType="1"/>
                </p:cNvSpPr>
                <p:nvPr userDrawn="1"/>
              </p:nvSpPr>
              <p:spPr bwMode="auto">
                <a:xfrm>
                  <a:off x="463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1" name="Line 316"/>
                <p:cNvSpPr>
                  <a:spLocks noChangeShapeType="1"/>
                </p:cNvSpPr>
                <p:nvPr userDrawn="1"/>
              </p:nvSpPr>
              <p:spPr bwMode="auto">
                <a:xfrm>
                  <a:off x="463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2" name="Line 317"/>
                <p:cNvSpPr>
                  <a:spLocks noChangeShapeType="1"/>
                </p:cNvSpPr>
                <p:nvPr userDrawn="1"/>
              </p:nvSpPr>
              <p:spPr bwMode="auto">
                <a:xfrm>
                  <a:off x="463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3" name="Line 318"/>
                <p:cNvSpPr>
                  <a:spLocks noChangeShapeType="1"/>
                </p:cNvSpPr>
                <p:nvPr userDrawn="1"/>
              </p:nvSpPr>
              <p:spPr bwMode="auto">
                <a:xfrm>
                  <a:off x="463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4" name="Line 319"/>
                <p:cNvSpPr>
                  <a:spLocks noChangeShapeType="1"/>
                </p:cNvSpPr>
                <p:nvPr userDrawn="1"/>
              </p:nvSpPr>
              <p:spPr bwMode="auto">
                <a:xfrm>
                  <a:off x="463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5" name="Line 320"/>
                <p:cNvSpPr>
                  <a:spLocks noChangeShapeType="1"/>
                </p:cNvSpPr>
                <p:nvPr userDrawn="1"/>
              </p:nvSpPr>
              <p:spPr bwMode="auto">
                <a:xfrm>
                  <a:off x="463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6" name="Line 321"/>
                <p:cNvSpPr>
                  <a:spLocks noChangeShapeType="1"/>
                </p:cNvSpPr>
                <p:nvPr userDrawn="1"/>
              </p:nvSpPr>
              <p:spPr bwMode="auto">
                <a:xfrm>
                  <a:off x="463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7" name="Line 322"/>
                <p:cNvSpPr>
                  <a:spLocks noChangeShapeType="1"/>
                </p:cNvSpPr>
                <p:nvPr userDrawn="1"/>
              </p:nvSpPr>
              <p:spPr bwMode="auto">
                <a:xfrm>
                  <a:off x="463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8" name="Line 323"/>
                <p:cNvSpPr>
                  <a:spLocks noChangeShapeType="1"/>
                </p:cNvSpPr>
                <p:nvPr userDrawn="1"/>
              </p:nvSpPr>
              <p:spPr bwMode="auto">
                <a:xfrm>
                  <a:off x="463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9" name="Line 324"/>
                <p:cNvSpPr>
                  <a:spLocks noChangeShapeType="1"/>
                </p:cNvSpPr>
                <p:nvPr userDrawn="1"/>
              </p:nvSpPr>
              <p:spPr bwMode="auto">
                <a:xfrm>
                  <a:off x="463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0" name="Line 325"/>
                <p:cNvSpPr>
                  <a:spLocks noChangeShapeType="1"/>
                </p:cNvSpPr>
                <p:nvPr userDrawn="1"/>
              </p:nvSpPr>
              <p:spPr bwMode="auto">
                <a:xfrm>
                  <a:off x="463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1" name="Line 326"/>
                <p:cNvSpPr>
                  <a:spLocks noChangeShapeType="1"/>
                </p:cNvSpPr>
                <p:nvPr userDrawn="1"/>
              </p:nvSpPr>
              <p:spPr bwMode="auto">
                <a:xfrm>
                  <a:off x="488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2" name="Line 327"/>
                <p:cNvSpPr>
                  <a:spLocks noChangeShapeType="1"/>
                </p:cNvSpPr>
                <p:nvPr userDrawn="1"/>
              </p:nvSpPr>
              <p:spPr bwMode="auto">
                <a:xfrm>
                  <a:off x="488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3" name="Line 328"/>
                <p:cNvSpPr>
                  <a:spLocks noChangeShapeType="1"/>
                </p:cNvSpPr>
                <p:nvPr userDrawn="1"/>
              </p:nvSpPr>
              <p:spPr bwMode="auto">
                <a:xfrm>
                  <a:off x="488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4" name="Line 329"/>
                <p:cNvSpPr>
                  <a:spLocks noChangeShapeType="1"/>
                </p:cNvSpPr>
                <p:nvPr userDrawn="1"/>
              </p:nvSpPr>
              <p:spPr bwMode="auto">
                <a:xfrm>
                  <a:off x="488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5" name="Line 330"/>
                <p:cNvSpPr>
                  <a:spLocks noChangeShapeType="1"/>
                </p:cNvSpPr>
                <p:nvPr userDrawn="1"/>
              </p:nvSpPr>
              <p:spPr bwMode="auto">
                <a:xfrm>
                  <a:off x="488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6" name="Line 331"/>
                <p:cNvSpPr>
                  <a:spLocks noChangeShapeType="1"/>
                </p:cNvSpPr>
                <p:nvPr userDrawn="1"/>
              </p:nvSpPr>
              <p:spPr bwMode="auto">
                <a:xfrm>
                  <a:off x="488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7" name="Line 332"/>
                <p:cNvSpPr>
                  <a:spLocks noChangeShapeType="1"/>
                </p:cNvSpPr>
                <p:nvPr userDrawn="1"/>
              </p:nvSpPr>
              <p:spPr bwMode="auto">
                <a:xfrm>
                  <a:off x="488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8" name="Line 333"/>
                <p:cNvSpPr>
                  <a:spLocks noChangeShapeType="1"/>
                </p:cNvSpPr>
                <p:nvPr userDrawn="1"/>
              </p:nvSpPr>
              <p:spPr bwMode="auto">
                <a:xfrm>
                  <a:off x="488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9" name="Line 334"/>
                <p:cNvSpPr>
                  <a:spLocks noChangeShapeType="1"/>
                </p:cNvSpPr>
                <p:nvPr userDrawn="1"/>
              </p:nvSpPr>
              <p:spPr bwMode="auto">
                <a:xfrm>
                  <a:off x="488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0" name="Line 335"/>
                <p:cNvSpPr>
                  <a:spLocks noChangeShapeType="1"/>
                </p:cNvSpPr>
                <p:nvPr userDrawn="1"/>
              </p:nvSpPr>
              <p:spPr bwMode="auto">
                <a:xfrm>
                  <a:off x="488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1" name="Line 336"/>
                <p:cNvSpPr>
                  <a:spLocks noChangeShapeType="1"/>
                </p:cNvSpPr>
                <p:nvPr userDrawn="1"/>
              </p:nvSpPr>
              <p:spPr bwMode="auto">
                <a:xfrm>
                  <a:off x="488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2" name="Line 337"/>
                <p:cNvSpPr>
                  <a:spLocks noChangeShapeType="1"/>
                </p:cNvSpPr>
                <p:nvPr userDrawn="1"/>
              </p:nvSpPr>
              <p:spPr bwMode="auto">
                <a:xfrm>
                  <a:off x="488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3" name="Line 338"/>
                <p:cNvSpPr>
                  <a:spLocks noChangeShapeType="1"/>
                </p:cNvSpPr>
                <p:nvPr userDrawn="1"/>
              </p:nvSpPr>
              <p:spPr bwMode="auto">
                <a:xfrm>
                  <a:off x="488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4" name="Line 339"/>
                <p:cNvSpPr>
                  <a:spLocks noChangeShapeType="1"/>
                </p:cNvSpPr>
                <p:nvPr userDrawn="1"/>
              </p:nvSpPr>
              <p:spPr bwMode="auto">
                <a:xfrm>
                  <a:off x="514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5" name="Line 340"/>
                <p:cNvSpPr>
                  <a:spLocks noChangeShapeType="1"/>
                </p:cNvSpPr>
                <p:nvPr userDrawn="1"/>
              </p:nvSpPr>
              <p:spPr bwMode="auto">
                <a:xfrm>
                  <a:off x="514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6" name="Line 341"/>
                <p:cNvSpPr>
                  <a:spLocks noChangeShapeType="1"/>
                </p:cNvSpPr>
                <p:nvPr userDrawn="1"/>
              </p:nvSpPr>
              <p:spPr bwMode="auto">
                <a:xfrm>
                  <a:off x="514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7" name="Line 342"/>
                <p:cNvSpPr>
                  <a:spLocks noChangeShapeType="1"/>
                </p:cNvSpPr>
                <p:nvPr userDrawn="1"/>
              </p:nvSpPr>
              <p:spPr bwMode="auto">
                <a:xfrm>
                  <a:off x="514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8" name="Line 343"/>
                <p:cNvSpPr>
                  <a:spLocks noChangeShapeType="1"/>
                </p:cNvSpPr>
                <p:nvPr userDrawn="1"/>
              </p:nvSpPr>
              <p:spPr bwMode="auto">
                <a:xfrm>
                  <a:off x="514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9" name="Line 344"/>
                <p:cNvSpPr>
                  <a:spLocks noChangeShapeType="1"/>
                </p:cNvSpPr>
                <p:nvPr userDrawn="1"/>
              </p:nvSpPr>
              <p:spPr bwMode="auto">
                <a:xfrm>
                  <a:off x="514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0" name="Line 345"/>
                <p:cNvSpPr>
                  <a:spLocks noChangeShapeType="1"/>
                </p:cNvSpPr>
                <p:nvPr userDrawn="1"/>
              </p:nvSpPr>
              <p:spPr bwMode="auto">
                <a:xfrm>
                  <a:off x="514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1" name="Line 346"/>
                <p:cNvSpPr>
                  <a:spLocks noChangeShapeType="1"/>
                </p:cNvSpPr>
                <p:nvPr userDrawn="1"/>
              </p:nvSpPr>
              <p:spPr bwMode="auto">
                <a:xfrm>
                  <a:off x="514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2" name="Line 347"/>
                <p:cNvSpPr>
                  <a:spLocks noChangeShapeType="1"/>
                </p:cNvSpPr>
                <p:nvPr userDrawn="1"/>
              </p:nvSpPr>
              <p:spPr bwMode="auto">
                <a:xfrm>
                  <a:off x="514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3" name="Line 348"/>
                <p:cNvSpPr>
                  <a:spLocks noChangeShapeType="1"/>
                </p:cNvSpPr>
                <p:nvPr userDrawn="1"/>
              </p:nvSpPr>
              <p:spPr bwMode="auto">
                <a:xfrm>
                  <a:off x="514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4" name="Line 349"/>
                <p:cNvSpPr>
                  <a:spLocks noChangeShapeType="1"/>
                </p:cNvSpPr>
                <p:nvPr userDrawn="1"/>
              </p:nvSpPr>
              <p:spPr bwMode="auto">
                <a:xfrm>
                  <a:off x="514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5" name="Line 350"/>
                <p:cNvSpPr>
                  <a:spLocks noChangeShapeType="1"/>
                </p:cNvSpPr>
                <p:nvPr userDrawn="1"/>
              </p:nvSpPr>
              <p:spPr bwMode="auto">
                <a:xfrm>
                  <a:off x="514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6" name="Line 351"/>
                <p:cNvSpPr>
                  <a:spLocks noChangeShapeType="1"/>
                </p:cNvSpPr>
                <p:nvPr userDrawn="1"/>
              </p:nvSpPr>
              <p:spPr bwMode="auto">
                <a:xfrm>
                  <a:off x="514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7" name="Line 352"/>
                <p:cNvSpPr>
                  <a:spLocks noChangeShapeType="1"/>
                </p:cNvSpPr>
                <p:nvPr userDrawn="1"/>
              </p:nvSpPr>
              <p:spPr bwMode="auto">
                <a:xfrm>
                  <a:off x="539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8" name="Line 353"/>
                <p:cNvSpPr>
                  <a:spLocks noChangeShapeType="1"/>
                </p:cNvSpPr>
                <p:nvPr userDrawn="1"/>
              </p:nvSpPr>
              <p:spPr bwMode="auto">
                <a:xfrm>
                  <a:off x="539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9" name="Line 354"/>
                <p:cNvSpPr>
                  <a:spLocks noChangeShapeType="1"/>
                </p:cNvSpPr>
                <p:nvPr userDrawn="1"/>
              </p:nvSpPr>
              <p:spPr bwMode="auto">
                <a:xfrm>
                  <a:off x="539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0" name="Line 355"/>
                <p:cNvSpPr>
                  <a:spLocks noChangeShapeType="1"/>
                </p:cNvSpPr>
                <p:nvPr userDrawn="1"/>
              </p:nvSpPr>
              <p:spPr bwMode="auto">
                <a:xfrm>
                  <a:off x="539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1" name="Line 356"/>
                <p:cNvSpPr>
                  <a:spLocks noChangeShapeType="1"/>
                </p:cNvSpPr>
                <p:nvPr userDrawn="1"/>
              </p:nvSpPr>
              <p:spPr bwMode="auto">
                <a:xfrm>
                  <a:off x="539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2" name="Line 357"/>
                <p:cNvSpPr>
                  <a:spLocks noChangeShapeType="1"/>
                </p:cNvSpPr>
                <p:nvPr userDrawn="1"/>
              </p:nvSpPr>
              <p:spPr bwMode="auto">
                <a:xfrm>
                  <a:off x="539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3" name="Line 358"/>
                <p:cNvSpPr>
                  <a:spLocks noChangeShapeType="1"/>
                </p:cNvSpPr>
                <p:nvPr userDrawn="1"/>
              </p:nvSpPr>
              <p:spPr bwMode="auto">
                <a:xfrm>
                  <a:off x="539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4" name="Line 359"/>
                <p:cNvSpPr>
                  <a:spLocks noChangeShapeType="1"/>
                </p:cNvSpPr>
                <p:nvPr userDrawn="1"/>
              </p:nvSpPr>
              <p:spPr bwMode="auto">
                <a:xfrm>
                  <a:off x="539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5" name="Line 360"/>
                <p:cNvSpPr>
                  <a:spLocks noChangeShapeType="1"/>
                </p:cNvSpPr>
                <p:nvPr userDrawn="1"/>
              </p:nvSpPr>
              <p:spPr bwMode="auto">
                <a:xfrm>
                  <a:off x="539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6" name="Line 361"/>
                <p:cNvSpPr>
                  <a:spLocks noChangeShapeType="1"/>
                </p:cNvSpPr>
                <p:nvPr userDrawn="1"/>
              </p:nvSpPr>
              <p:spPr bwMode="auto">
                <a:xfrm>
                  <a:off x="539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7" name="Line 362"/>
                <p:cNvSpPr>
                  <a:spLocks noChangeShapeType="1"/>
                </p:cNvSpPr>
                <p:nvPr userDrawn="1"/>
              </p:nvSpPr>
              <p:spPr bwMode="auto">
                <a:xfrm>
                  <a:off x="539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8" name="Line 363"/>
                <p:cNvSpPr>
                  <a:spLocks noChangeShapeType="1"/>
                </p:cNvSpPr>
                <p:nvPr userDrawn="1"/>
              </p:nvSpPr>
              <p:spPr bwMode="auto">
                <a:xfrm>
                  <a:off x="539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9" name="Line 364"/>
                <p:cNvSpPr>
                  <a:spLocks noChangeShapeType="1"/>
                </p:cNvSpPr>
                <p:nvPr userDrawn="1"/>
              </p:nvSpPr>
              <p:spPr bwMode="auto">
                <a:xfrm>
                  <a:off x="539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0" name="Line 365"/>
                <p:cNvSpPr>
                  <a:spLocks noChangeShapeType="1"/>
                </p:cNvSpPr>
                <p:nvPr userDrawn="1"/>
              </p:nvSpPr>
              <p:spPr bwMode="auto">
                <a:xfrm>
                  <a:off x="565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1" name="Line 366"/>
                <p:cNvSpPr>
                  <a:spLocks noChangeShapeType="1"/>
                </p:cNvSpPr>
                <p:nvPr userDrawn="1"/>
              </p:nvSpPr>
              <p:spPr bwMode="auto">
                <a:xfrm>
                  <a:off x="565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2" name="Line 367"/>
                <p:cNvSpPr>
                  <a:spLocks noChangeShapeType="1"/>
                </p:cNvSpPr>
                <p:nvPr userDrawn="1"/>
              </p:nvSpPr>
              <p:spPr bwMode="auto">
                <a:xfrm>
                  <a:off x="565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3" name="Line 368"/>
                <p:cNvSpPr>
                  <a:spLocks noChangeShapeType="1"/>
                </p:cNvSpPr>
                <p:nvPr userDrawn="1"/>
              </p:nvSpPr>
              <p:spPr bwMode="auto">
                <a:xfrm>
                  <a:off x="565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4" name="Line 369"/>
                <p:cNvSpPr>
                  <a:spLocks noChangeShapeType="1"/>
                </p:cNvSpPr>
                <p:nvPr userDrawn="1"/>
              </p:nvSpPr>
              <p:spPr bwMode="auto">
                <a:xfrm>
                  <a:off x="565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5" name="Line 370"/>
                <p:cNvSpPr>
                  <a:spLocks noChangeShapeType="1"/>
                </p:cNvSpPr>
                <p:nvPr userDrawn="1"/>
              </p:nvSpPr>
              <p:spPr bwMode="auto">
                <a:xfrm>
                  <a:off x="565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6" name="Line 371"/>
                <p:cNvSpPr>
                  <a:spLocks noChangeShapeType="1"/>
                </p:cNvSpPr>
                <p:nvPr userDrawn="1"/>
              </p:nvSpPr>
              <p:spPr bwMode="auto">
                <a:xfrm>
                  <a:off x="565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7" name="Line 372"/>
                <p:cNvSpPr>
                  <a:spLocks noChangeShapeType="1"/>
                </p:cNvSpPr>
                <p:nvPr userDrawn="1"/>
              </p:nvSpPr>
              <p:spPr bwMode="auto">
                <a:xfrm>
                  <a:off x="565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8" name="Line 373"/>
                <p:cNvSpPr>
                  <a:spLocks noChangeShapeType="1"/>
                </p:cNvSpPr>
                <p:nvPr userDrawn="1"/>
              </p:nvSpPr>
              <p:spPr bwMode="auto">
                <a:xfrm>
                  <a:off x="565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9" name="Line 374"/>
                <p:cNvSpPr>
                  <a:spLocks noChangeShapeType="1"/>
                </p:cNvSpPr>
                <p:nvPr userDrawn="1"/>
              </p:nvSpPr>
              <p:spPr bwMode="auto">
                <a:xfrm>
                  <a:off x="565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0" name="Line 375"/>
                <p:cNvSpPr>
                  <a:spLocks noChangeShapeType="1"/>
                </p:cNvSpPr>
                <p:nvPr userDrawn="1"/>
              </p:nvSpPr>
              <p:spPr bwMode="auto">
                <a:xfrm>
                  <a:off x="565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1" name="Line 376"/>
                <p:cNvSpPr>
                  <a:spLocks noChangeShapeType="1"/>
                </p:cNvSpPr>
                <p:nvPr userDrawn="1"/>
              </p:nvSpPr>
              <p:spPr bwMode="auto">
                <a:xfrm>
                  <a:off x="565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2" name="Line 377"/>
                <p:cNvSpPr>
                  <a:spLocks noChangeShapeType="1"/>
                </p:cNvSpPr>
                <p:nvPr userDrawn="1"/>
              </p:nvSpPr>
              <p:spPr bwMode="auto">
                <a:xfrm>
                  <a:off x="565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3" name="Line 378"/>
                <p:cNvSpPr>
                  <a:spLocks noChangeShapeType="1"/>
                </p:cNvSpPr>
                <p:nvPr userDrawn="1"/>
              </p:nvSpPr>
              <p:spPr bwMode="auto">
                <a:xfrm>
                  <a:off x="590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4" name="Line 379"/>
                <p:cNvSpPr>
                  <a:spLocks noChangeShapeType="1"/>
                </p:cNvSpPr>
                <p:nvPr userDrawn="1"/>
              </p:nvSpPr>
              <p:spPr bwMode="auto">
                <a:xfrm>
                  <a:off x="590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5" name="Line 380"/>
                <p:cNvSpPr>
                  <a:spLocks noChangeShapeType="1"/>
                </p:cNvSpPr>
                <p:nvPr userDrawn="1"/>
              </p:nvSpPr>
              <p:spPr bwMode="auto">
                <a:xfrm>
                  <a:off x="590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6" name="Line 381"/>
                <p:cNvSpPr>
                  <a:spLocks noChangeShapeType="1"/>
                </p:cNvSpPr>
                <p:nvPr userDrawn="1"/>
              </p:nvSpPr>
              <p:spPr bwMode="auto">
                <a:xfrm>
                  <a:off x="590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7" name="Line 382"/>
                <p:cNvSpPr>
                  <a:spLocks noChangeShapeType="1"/>
                </p:cNvSpPr>
                <p:nvPr userDrawn="1"/>
              </p:nvSpPr>
              <p:spPr bwMode="auto">
                <a:xfrm>
                  <a:off x="590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8" name="Line 383"/>
                <p:cNvSpPr>
                  <a:spLocks noChangeShapeType="1"/>
                </p:cNvSpPr>
                <p:nvPr userDrawn="1"/>
              </p:nvSpPr>
              <p:spPr bwMode="auto">
                <a:xfrm>
                  <a:off x="590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9" name="Line 384"/>
                <p:cNvSpPr>
                  <a:spLocks noChangeShapeType="1"/>
                </p:cNvSpPr>
                <p:nvPr userDrawn="1"/>
              </p:nvSpPr>
              <p:spPr bwMode="auto">
                <a:xfrm>
                  <a:off x="590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0" name="Line 385"/>
                <p:cNvSpPr>
                  <a:spLocks noChangeShapeType="1"/>
                </p:cNvSpPr>
                <p:nvPr userDrawn="1"/>
              </p:nvSpPr>
              <p:spPr bwMode="auto">
                <a:xfrm>
                  <a:off x="590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1" name="Line 386"/>
                <p:cNvSpPr>
                  <a:spLocks noChangeShapeType="1"/>
                </p:cNvSpPr>
                <p:nvPr userDrawn="1"/>
              </p:nvSpPr>
              <p:spPr bwMode="auto">
                <a:xfrm>
                  <a:off x="590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2" name="Line 387"/>
                <p:cNvSpPr>
                  <a:spLocks noChangeShapeType="1"/>
                </p:cNvSpPr>
                <p:nvPr userDrawn="1"/>
              </p:nvSpPr>
              <p:spPr bwMode="auto">
                <a:xfrm>
                  <a:off x="590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3" name="Line 388"/>
                <p:cNvSpPr>
                  <a:spLocks noChangeShapeType="1"/>
                </p:cNvSpPr>
                <p:nvPr userDrawn="1"/>
              </p:nvSpPr>
              <p:spPr bwMode="auto">
                <a:xfrm>
                  <a:off x="590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4" name="Line 389"/>
                <p:cNvSpPr>
                  <a:spLocks noChangeShapeType="1"/>
                </p:cNvSpPr>
                <p:nvPr userDrawn="1"/>
              </p:nvSpPr>
              <p:spPr bwMode="auto">
                <a:xfrm>
                  <a:off x="590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5" name="Line 390"/>
                <p:cNvSpPr>
                  <a:spLocks noChangeShapeType="1"/>
                </p:cNvSpPr>
                <p:nvPr userDrawn="1"/>
              </p:nvSpPr>
              <p:spPr bwMode="auto">
                <a:xfrm>
                  <a:off x="590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6" name="Line 391"/>
                <p:cNvSpPr>
                  <a:spLocks noChangeShapeType="1"/>
                </p:cNvSpPr>
                <p:nvPr userDrawn="1"/>
              </p:nvSpPr>
              <p:spPr bwMode="auto">
                <a:xfrm>
                  <a:off x="615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7" name="Line 392"/>
                <p:cNvSpPr>
                  <a:spLocks noChangeShapeType="1"/>
                </p:cNvSpPr>
                <p:nvPr userDrawn="1"/>
              </p:nvSpPr>
              <p:spPr bwMode="auto">
                <a:xfrm>
                  <a:off x="615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8" name="Line 393"/>
                <p:cNvSpPr>
                  <a:spLocks noChangeShapeType="1"/>
                </p:cNvSpPr>
                <p:nvPr userDrawn="1"/>
              </p:nvSpPr>
              <p:spPr bwMode="auto">
                <a:xfrm>
                  <a:off x="615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9" name="Line 394"/>
                <p:cNvSpPr>
                  <a:spLocks noChangeShapeType="1"/>
                </p:cNvSpPr>
                <p:nvPr userDrawn="1"/>
              </p:nvSpPr>
              <p:spPr bwMode="auto">
                <a:xfrm>
                  <a:off x="615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0" name="Line 395"/>
                <p:cNvSpPr>
                  <a:spLocks noChangeShapeType="1"/>
                </p:cNvSpPr>
                <p:nvPr userDrawn="1"/>
              </p:nvSpPr>
              <p:spPr bwMode="auto">
                <a:xfrm>
                  <a:off x="615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1" name="Line 396"/>
                <p:cNvSpPr>
                  <a:spLocks noChangeShapeType="1"/>
                </p:cNvSpPr>
                <p:nvPr userDrawn="1"/>
              </p:nvSpPr>
              <p:spPr bwMode="auto">
                <a:xfrm>
                  <a:off x="615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2" name="Line 397"/>
                <p:cNvSpPr>
                  <a:spLocks noChangeShapeType="1"/>
                </p:cNvSpPr>
                <p:nvPr userDrawn="1"/>
              </p:nvSpPr>
              <p:spPr bwMode="auto">
                <a:xfrm>
                  <a:off x="615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3" name="Line 398"/>
                <p:cNvSpPr>
                  <a:spLocks noChangeShapeType="1"/>
                </p:cNvSpPr>
                <p:nvPr userDrawn="1"/>
              </p:nvSpPr>
              <p:spPr bwMode="auto">
                <a:xfrm>
                  <a:off x="615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4" name="Line 399"/>
                <p:cNvSpPr>
                  <a:spLocks noChangeShapeType="1"/>
                </p:cNvSpPr>
                <p:nvPr userDrawn="1"/>
              </p:nvSpPr>
              <p:spPr bwMode="auto">
                <a:xfrm>
                  <a:off x="615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5" name="Line 400"/>
                <p:cNvSpPr>
                  <a:spLocks noChangeShapeType="1"/>
                </p:cNvSpPr>
                <p:nvPr userDrawn="1"/>
              </p:nvSpPr>
              <p:spPr bwMode="auto">
                <a:xfrm>
                  <a:off x="615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6" name="Line 401"/>
                <p:cNvSpPr>
                  <a:spLocks noChangeShapeType="1"/>
                </p:cNvSpPr>
                <p:nvPr userDrawn="1"/>
              </p:nvSpPr>
              <p:spPr bwMode="auto">
                <a:xfrm>
                  <a:off x="615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0" name="Line 402"/>
                <p:cNvSpPr>
                  <a:spLocks noChangeShapeType="1"/>
                </p:cNvSpPr>
                <p:nvPr userDrawn="1"/>
              </p:nvSpPr>
              <p:spPr bwMode="auto">
                <a:xfrm>
                  <a:off x="615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1" name="Line 403"/>
                <p:cNvSpPr>
                  <a:spLocks noChangeShapeType="1"/>
                </p:cNvSpPr>
                <p:nvPr userDrawn="1"/>
              </p:nvSpPr>
              <p:spPr bwMode="auto">
                <a:xfrm>
                  <a:off x="615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2" name="Line 404"/>
                <p:cNvSpPr>
                  <a:spLocks noChangeShapeType="1"/>
                </p:cNvSpPr>
                <p:nvPr userDrawn="1"/>
              </p:nvSpPr>
              <p:spPr bwMode="auto">
                <a:xfrm>
                  <a:off x="641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3" name="Line 405"/>
                <p:cNvSpPr>
                  <a:spLocks noChangeShapeType="1"/>
                </p:cNvSpPr>
                <p:nvPr userDrawn="1"/>
              </p:nvSpPr>
              <p:spPr bwMode="auto">
                <a:xfrm>
                  <a:off x="641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1183" name="Group 607"/>
              <p:cNvGrpSpPr>
                <a:grpSpLocks/>
              </p:cNvGrpSpPr>
              <p:nvPr userDrawn="1"/>
            </p:nvGrpSpPr>
            <p:grpSpPr bwMode="auto">
              <a:xfrm>
                <a:off x="4275138" y="414338"/>
                <a:ext cx="4464050" cy="4872038"/>
                <a:chOff x="3600" y="261"/>
                <a:chExt cx="2812" cy="3069"/>
              </a:xfrm>
            </p:grpSpPr>
            <p:sp>
              <p:nvSpPr>
                <p:cNvPr id="1275" name="Line 407"/>
                <p:cNvSpPr>
                  <a:spLocks noChangeShapeType="1"/>
                </p:cNvSpPr>
                <p:nvPr userDrawn="1"/>
              </p:nvSpPr>
              <p:spPr bwMode="auto">
                <a:xfrm>
                  <a:off x="641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6" name="Line 408"/>
                <p:cNvSpPr>
                  <a:spLocks noChangeShapeType="1"/>
                </p:cNvSpPr>
                <p:nvPr userDrawn="1"/>
              </p:nvSpPr>
              <p:spPr bwMode="auto">
                <a:xfrm>
                  <a:off x="641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7" name="Line 409"/>
                <p:cNvSpPr>
                  <a:spLocks noChangeShapeType="1"/>
                </p:cNvSpPr>
                <p:nvPr userDrawn="1"/>
              </p:nvSpPr>
              <p:spPr bwMode="auto">
                <a:xfrm>
                  <a:off x="641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8" name="Line 410"/>
                <p:cNvSpPr>
                  <a:spLocks noChangeShapeType="1"/>
                </p:cNvSpPr>
                <p:nvPr userDrawn="1"/>
              </p:nvSpPr>
              <p:spPr bwMode="auto">
                <a:xfrm>
                  <a:off x="641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9" name="Line 411"/>
                <p:cNvSpPr>
                  <a:spLocks noChangeShapeType="1"/>
                </p:cNvSpPr>
                <p:nvPr userDrawn="1"/>
              </p:nvSpPr>
              <p:spPr bwMode="auto">
                <a:xfrm>
                  <a:off x="641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0" name="Line 412"/>
                <p:cNvSpPr>
                  <a:spLocks noChangeShapeType="1"/>
                </p:cNvSpPr>
                <p:nvPr userDrawn="1"/>
              </p:nvSpPr>
              <p:spPr bwMode="auto">
                <a:xfrm>
                  <a:off x="641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1" name="Line 413"/>
                <p:cNvSpPr>
                  <a:spLocks noChangeShapeType="1"/>
                </p:cNvSpPr>
                <p:nvPr userDrawn="1"/>
              </p:nvSpPr>
              <p:spPr bwMode="auto">
                <a:xfrm>
                  <a:off x="641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2" name="Line 414"/>
                <p:cNvSpPr>
                  <a:spLocks noChangeShapeType="1"/>
                </p:cNvSpPr>
                <p:nvPr userDrawn="1"/>
              </p:nvSpPr>
              <p:spPr bwMode="auto">
                <a:xfrm>
                  <a:off x="641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3" name="Line 415"/>
                <p:cNvSpPr>
                  <a:spLocks noChangeShapeType="1"/>
                </p:cNvSpPr>
                <p:nvPr userDrawn="1"/>
              </p:nvSpPr>
              <p:spPr bwMode="auto">
                <a:xfrm>
                  <a:off x="641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4" name="Line 416"/>
                <p:cNvSpPr>
                  <a:spLocks noChangeShapeType="1"/>
                </p:cNvSpPr>
                <p:nvPr userDrawn="1"/>
              </p:nvSpPr>
              <p:spPr bwMode="auto">
                <a:xfrm>
                  <a:off x="641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5" name="Line 417"/>
                <p:cNvSpPr>
                  <a:spLocks noChangeShapeType="1"/>
                </p:cNvSpPr>
                <p:nvPr userDrawn="1"/>
              </p:nvSpPr>
              <p:spPr bwMode="auto">
                <a:xfrm>
                  <a:off x="641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6" name="Line 470"/>
                <p:cNvSpPr>
                  <a:spLocks noChangeShapeType="1"/>
                </p:cNvSpPr>
                <p:nvPr userDrawn="1"/>
              </p:nvSpPr>
              <p:spPr bwMode="auto">
                <a:xfrm flipH="1">
                  <a:off x="3600"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7" name="Line 471"/>
                <p:cNvSpPr>
                  <a:spLocks noChangeShapeType="1"/>
                </p:cNvSpPr>
                <p:nvPr userDrawn="1"/>
              </p:nvSpPr>
              <p:spPr bwMode="auto">
                <a:xfrm flipH="1">
                  <a:off x="3600"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8" name="Line 472"/>
                <p:cNvSpPr>
                  <a:spLocks noChangeShapeType="1"/>
                </p:cNvSpPr>
                <p:nvPr userDrawn="1"/>
              </p:nvSpPr>
              <p:spPr bwMode="auto">
                <a:xfrm flipH="1">
                  <a:off x="3600"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9" name="Line 473"/>
                <p:cNvSpPr>
                  <a:spLocks noChangeShapeType="1"/>
                </p:cNvSpPr>
                <p:nvPr userDrawn="1"/>
              </p:nvSpPr>
              <p:spPr bwMode="auto">
                <a:xfrm flipH="1">
                  <a:off x="3600"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0" name="Line 474"/>
                <p:cNvSpPr>
                  <a:spLocks noChangeShapeType="1"/>
                </p:cNvSpPr>
                <p:nvPr userDrawn="1"/>
              </p:nvSpPr>
              <p:spPr bwMode="auto">
                <a:xfrm flipH="1">
                  <a:off x="3600"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1" name="Line 475"/>
                <p:cNvSpPr>
                  <a:spLocks noChangeShapeType="1"/>
                </p:cNvSpPr>
                <p:nvPr userDrawn="1"/>
              </p:nvSpPr>
              <p:spPr bwMode="auto">
                <a:xfrm flipH="1">
                  <a:off x="3600"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2" name="Line 476"/>
                <p:cNvSpPr>
                  <a:spLocks noChangeShapeType="1"/>
                </p:cNvSpPr>
                <p:nvPr userDrawn="1"/>
              </p:nvSpPr>
              <p:spPr bwMode="auto">
                <a:xfrm flipH="1">
                  <a:off x="3600"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3" name="Line 477"/>
                <p:cNvSpPr>
                  <a:spLocks noChangeShapeType="1"/>
                </p:cNvSpPr>
                <p:nvPr userDrawn="1"/>
              </p:nvSpPr>
              <p:spPr bwMode="auto">
                <a:xfrm flipH="1">
                  <a:off x="3600"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4" name="Line 478"/>
                <p:cNvSpPr>
                  <a:spLocks noChangeShapeType="1"/>
                </p:cNvSpPr>
                <p:nvPr userDrawn="1"/>
              </p:nvSpPr>
              <p:spPr bwMode="auto">
                <a:xfrm flipH="1">
                  <a:off x="3600"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5" name="Line 479"/>
                <p:cNvSpPr>
                  <a:spLocks noChangeShapeType="1"/>
                </p:cNvSpPr>
                <p:nvPr userDrawn="1"/>
              </p:nvSpPr>
              <p:spPr bwMode="auto">
                <a:xfrm flipH="1">
                  <a:off x="3600"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6" name="Line 480"/>
                <p:cNvSpPr>
                  <a:spLocks noChangeShapeType="1"/>
                </p:cNvSpPr>
                <p:nvPr userDrawn="1"/>
              </p:nvSpPr>
              <p:spPr bwMode="auto">
                <a:xfrm flipH="1">
                  <a:off x="3600"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7" name="Line 481"/>
                <p:cNvSpPr>
                  <a:spLocks noChangeShapeType="1"/>
                </p:cNvSpPr>
                <p:nvPr userDrawn="1"/>
              </p:nvSpPr>
              <p:spPr bwMode="auto">
                <a:xfrm flipH="1">
                  <a:off x="3600"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8" name="Line 482"/>
                <p:cNvSpPr>
                  <a:spLocks noChangeShapeType="1"/>
                </p:cNvSpPr>
                <p:nvPr userDrawn="1"/>
              </p:nvSpPr>
              <p:spPr bwMode="auto">
                <a:xfrm flipH="1">
                  <a:off x="3600"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9" name="Line 483"/>
                <p:cNvSpPr>
                  <a:spLocks noChangeShapeType="1"/>
                </p:cNvSpPr>
                <p:nvPr userDrawn="1"/>
              </p:nvSpPr>
              <p:spPr bwMode="auto">
                <a:xfrm flipH="1">
                  <a:off x="3854"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0" name="Line 484"/>
                <p:cNvSpPr>
                  <a:spLocks noChangeShapeType="1"/>
                </p:cNvSpPr>
                <p:nvPr userDrawn="1"/>
              </p:nvSpPr>
              <p:spPr bwMode="auto">
                <a:xfrm flipH="1">
                  <a:off x="3854"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1" name="Line 485"/>
                <p:cNvSpPr>
                  <a:spLocks noChangeShapeType="1"/>
                </p:cNvSpPr>
                <p:nvPr userDrawn="1"/>
              </p:nvSpPr>
              <p:spPr bwMode="auto">
                <a:xfrm flipH="1">
                  <a:off x="3854"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2" name="Line 486"/>
                <p:cNvSpPr>
                  <a:spLocks noChangeShapeType="1"/>
                </p:cNvSpPr>
                <p:nvPr userDrawn="1"/>
              </p:nvSpPr>
              <p:spPr bwMode="auto">
                <a:xfrm flipH="1">
                  <a:off x="3854"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3" name="Line 487"/>
                <p:cNvSpPr>
                  <a:spLocks noChangeShapeType="1"/>
                </p:cNvSpPr>
                <p:nvPr userDrawn="1"/>
              </p:nvSpPr>
              <p:spPr bwMode="auto">
                <a:xfrm flipH="1">
                  <a:off x="3854"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4" name="Line 488"/>
                <p:cNvSpPr>
                  <a:spLocks noChangeShapeType="1"/>
                </p:cNvSpPr>
                <p:nvPr userDrawn="1"/>
              </p:nvSpPr>
              <p:spPr bwMode="auto">
                <a:xfrm flipH="1">
                  <a:off x="3854"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5" name="Line 489"/>
                <p:cNvSpPr>
                  <a:spLocks noChangeShapeType="1"/>
                </p:cNvSpPr>
                <p:nvPr userDrawn="1"/>
              </p:nvSpPr>
              <p:spPr bwMode="auto">
                <a:xfrm flipH="1">
                  <a:off x="3854"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6" name="Line 490"/>
                <p:cNvSpPr>
                  <a:spLocks noChangeShapeType="1"/>
                </p:cNvSpPr>
                <p:nvPr userDrawn="1"/>
              </p:nvSpPr>
              <p:spPr bwMode="auto">
                <a:xfrm flipH="1">
                  <a:off x="3854"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7" name="Line 491"/>
                <p:cNvSpPr>
                  <a:spLocks noChangeShapeType="1"/>
                </p:cNvSpPr>
                <p:nvPr userDrawn="1"/>
              </p:nvSpPr>
              <p:spPr bwMode="auto">
                <a:xfrm flipH="1">
                  <a:off x="3854"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8" name="Line 492"/>
                <p:cNvSpPr>
                  <a:spLocks noChangeShapeType="1"/>
                </p:cNvSpPr>
                <p:nvPr userDrawn="1"/>
              </p:nvSpPr>
              <p:spPr bwMode="auto">
                <a:xfrm flipH="1">
                  <a:off x="3854"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9" name="Line 493"/>
                <p:cNvSpPr>
                  <a:spLocks noChangeShapeType="1"/>
                </p:cNvSpPr>
                <p:nvPr userDrawn="1"/>
              </p:nvSpPr>
              <p:spPr bwMode="auto">
                <a:xfrm flipH="1">
                  <a:off x="3854"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0" name="Line 494"/>
                <p:cNvSpPr>
                  <a:spLocks noChangeShapeType="1"/>
                </p:cNvSpPr>
                <p:nvPr userDrawn="1"/>
              </p:nvSpPr>
              <p:spPr bwMode="auto">
                <a:xfrm flipH="1">
                  <a:off x="3854"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1" name="Line 495"/>
                <p:cNvSpPr>
                  <a:spLocks noChangeShapeType="1"/>
                </p:cNvSpPr>
                <p:nvPr userDrawn="1"/>
              </p:nvSpPr>
              <p:spPr bwMode="auto">
                <a:xfrm flipH="1">
                  <a:off x="3854"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2" name="Line 496"/>
                <p:cNvSpPr>
                  <a:spLocks noChangeShapeType="1"/>
                </p:cNvSpPr>
                <p:nvPr userDrawn="1"/>
              </p:nvSpPr>
              <p:spPr bwMode="auto">
                <a:xfrm flipH="1">
                  <a:off x="4108"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3" name="Line 497"/>
                <p:cNvSpPr>
                  <a:spLocks noChangeShapeType="1"/>
                </p:cNvSpPr>
                <p:nvPr userDrawn="1"/>
              </p:nvSpPr>
              <p:spPr bwMode="auto">
                <a:xfrm flipH="1">
                  <a:off x="4108"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4" name="Line 498"/>
                <p:cNvSpPr>
                  <a:spLocks noChangeShapeType="1"/>
                </p:cNvSpPr>
                <p:nvPr userDrawn="1"/>
              </p:nvSpPr>
              <p:spPr bwMode="auto">
                <a:xfrm flipH="1">
                  <a:off x="4108"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5" name="Line 499"/>
                <p:cNvSpPr>
                  <a:spLocks noChangeShapeType="1"/>
                </p:cNvSpPr>
                <p:nvPr userDrawn="1"/>
              </p:nvSpPr>
              <p:spPr bwMode="auto">
                <a:xfrm flipH="1">
                  <a:off x="4108"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6" name="Line 500"/>
                <p:cNvSpPr>
                  <a:spLocks noChangeShapeType="1"/>
                </p:cNvSpPr>
                <p:nvPr userDrawn="1"/>
              </p:nvSpPr>
              <p:spPr bwMode="auto">
                <a:xfrm flipH="1">
                  <a:off x="4108"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7" name="Line 501"/>
                <p:cNvSpPr>
                  <a:spLocks noChangeShapeType="1"/>
                </p:cNvSpPr>
                <p:nvPr userDrawn="1"/>
              </p:nvSpPr>
              <p:spPr bwMode="auto">
                <a:xfrm flipH="1">
                  <a:off x="4108"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8" name="Line 502"/>
                <p:cNvSpPr>
                  <a:spLocks noChangeShapeType="1"/>
                </p:cNvSpPr>
                <p:nvPr userDrawn="1"/>
              </p:nvSpPr>
              <p:spPr bwMode="auto">
                <a:xfrm flipH="1">
                  <a:off x="4108"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9" name="Line 503"/>
                <p:cNvSpPr>
                  <a:spLocks noChangeShapeType="1"/>
                </p:cNvSpPr>
                <p:nvPr userDrawn="1"/>
              </p:nvSpPr>
              <p:spPr bwMode="auto">
                <a:xfrm flipH="1">
                  <a:off x="4108"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0" name="Line 504"/>
                <p:cNvSpPr>
                  <a:spLocks noChangeShapeType="1"/>
                </p:cNvSpPr>
                <p:nvPr userDrawn="1"/>
              </p:nvSpPr>
              <p:spPr bwMode="auto">
                <a:xfrm flipH="1">
                  <a:off x="4108"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1" name="Line 505"/>
                <p:cNvSpPr>
                  <a:spLocks noChangeShapeType="1"/>
                </p:cNvSpPr>
                <p:nvPr userDrawn="1"/>
              </p:nvSpPr>
              <p:spPr bwMode="auto">
                <a:xfrm flipH="1">
                  <a:off x="4108"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2" name="Line 506"/>
                <p:cNvSpPr>
                  <a:spLocks noChangeShapeType="1"/>
                </p:cNvSpPr>
                <p:nvPr userDrawn="1"/>
              </p:nvSpPr>
              <p:spPr bwMode="auto">
                <a:xfrm flipH="1">
                  <a:off x="4108"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3" name="Line 507"/>
                <p:cNvSpPr>
                  <a:spLocks noChangeShapeType="1"/>
                </p:cNvSpPr>
                <p:nvPr userDrawn="1"/>
              </p:nvSpPr>
              <p:spPr bwMode="auto">
                <a:xfrm flipH="1">
                  <a:off x="4108"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4" name="Line 508"/>
                <p:cNvSpPr>
                  <a:spLocks noChangeShapeType="1"/>
                </p:cNvSpPr>
                <p:nvPr userDrawn="1"/>
              </p:nvSpPr>
              <p:spPr bwMode="auto">
                <a:xfrm flipH="1">
                  <a:off x="4108"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5" name="Line 509"/>
                <p:cNvSpPr>
                  <a:spLocks noChangeShapeType="1"/>
                </p:cNvSpPr>
                <p:nvPr userDrawn="1"/>
              </p:nvSpPr>
              <p:spPr bwMode="auto">
                <a:xfrm flipH="1">
                  <a:off x="4362"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6" name="Line 510"/>
                <p:cNvSpPr>
                  <a:spLocks noChangeShapeType="1"/>
                </p:cNvSpPr>
                <p:nvPr userDrawn="1"/>
              </p:nvSpPr>
              <p:spPr bwMode="auto">
                <a:xfrm flipH="1">
                  <a:off x="4362"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7" name="Line 511"/>
                <p:cNvSpPr>
                  <a:spLocks noChangeShapeType="1"/>
                </p:cNvSpPr>
                <p:nvPr userDrawn="1"/>
              </p:nvSpPr>
              <p:spPr bwMode="auto">
                <a:xfrm flipH="1">
                  <a:off x="4362"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8" name="Line 512"/>
                <p:cNvSpPr>
                  <a:spLocks noChangeShapeType="1"/>
                </p:cNvSpPr>
                <p:nvPr userDrawn="1"/>
              </p:nvSpPr>
              <p:spPr bwMode="auto">
                <a:xfrm flipH="1">
                  <a:off x="4362"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9" name="Line 513"/>
                <p:cNvSpPr>
                  <a:spLocks noChangeShapeType="1"/>
                </p:cNvSpPr>
                <p:nvPr userDrawn="1"/>
              </p:nvSpPr>
              <p:spPr bwMode="auto">
                <a:xfrm flipH="1">
                  <a:off x="4362"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0" name="Line 514"/>
                <p:cNvSpPr>
                  <a:spLocks noChangeShapeType="1"/>
                </p:cNvSpPr>
                <p:nvPr userDrawn="1"/>
              </p:nvSpPr>
              <p:spPr bwMode="auto">
                <a:xfrm flipH="1">
                  <a:off x="4362"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1" name="Line 515"/>
                <p:cNvSpPr>
                  <a:spLocks noChangeShapeType="1"/>
                </p:cNvSpPr>
                <p:nvPr userDrawn="1"/>
              </p:nvSpPr>
              <p:spPr bwMode="auto">
                <a:xfrm flipH="1">
                  <a:off x="4362"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2" name="Line 516"/>
                <p:cNvSpPr>
                  <a:spLocks noChangeShapeType="1"/>
                </p:cNvSpPr>
                <p:nvPr userDrawn="1"/>
              </p:nvSpPr>
              <p:spPr bwMode="auto">
                <a:xfrm flipH="1">
                  <a:off x="4362"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3" name="Line 517"/>
                <p:cNvSpPr>
                  <a:spLocks noChangeShapeType="1"/>
                </p:cNvSpPr>
                <p:nvPr userDrawn="1"/>
              </p:nvSpPr>
              <p:spPr bwMode="auto">
                <a:xfrm flipH="1">
                  <a:off x="4362"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4" name="Line 518"/>
                <p:cNvSpPr>
                  <a:spLocks noChangeShapeType="1"/>
                </p:cNvSpPr>
                <p:nvPr userDrawn="1"/>
              </p:nvSpPr>
              <p:spPr bwMode="auto">
                <a:xfrm flipH="1">
                  <a:off x="4362"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5" name="Line 519"/>
                <p:cNvSpPr>
                  <a:spLocks noChangeShapeType="1"/>
                </p:cNvSpPr>
                <p:nvPr userDrawn="1"/>
              </p:nvSpPr>
              <p:spPr bwMode="auto">
                <a:xfrm flipH="1">
                  <a:off x="4362"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6" name="Line 520"/>
                <p:cNvSpPr>
                  <a:spLocks noChangeShapeType="1"/>
                </p:cNvSpPr>
                <p:nvPr userDrawn="1"/>
              </p:nvSpPr>
              <p:spPr bwMode="auto">
                <a:xfrm flipH="1">
                  <a:off x="4362"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7" name="Line 521"/>
                <p:cNvSpPr>
                  <a:spLocks noChangeShapeType="1"/>
                </p:cNvSpPr>
                <p:nvPr userDrawn="1"/>
              </p:nvSpPr>
              <p:spPr bwMode="auto">
                <a:xfrm flipH="1">
                  <a:off x="4362"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8" name="Line 522"/>
                <p:cNvSpPr>
                  <a:spLocks noChangeShapeType="1"/>
                </p:cNvSpPr>
                <p:nvPr userDrawn="1"/>
              </p:nvSpPr>
              <p:spPr bwMode="auto">
                <a:xfrm flipH="1">
                  <a:off x="4616"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9" name="Line 523"/>
                <p:cNvSpPr>
                  <a:spLocks noChangeShapeType="1"/>
                </p:cNvSpPr>
                <p:nvPr userDrawn="1"/>
              </p:nvSpPr>
              <p:spPr bwMode="auto">
                <a:xfrm flipH="1">
                  <a:off x="4616"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0" name="Line 524"/>
                <p:cNvSpPr>
                  <a:spLocks noChangeShapeType="1"/>
                </p:cNvSpPr>
                <p:nvPr userDrawn="1"/>
              </p:nvSpPr>
              <p:spPr bwMode="auto">
                <a:xfrm flipH="1">
                  <a:off x="4616"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1" name="Line 525"/>
                <p:cNvSpPr>
                  <a:spLocks noChangeShapeType="1"/>
                </p:cNvSpPr>
                <p:nvPr userDrawn="1"/>
              </p:nvSpPr>
              <p:spPr bwMode="auto">
                <a:xfrm flipH="1">
                  <a:off x="4616"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2" name="Line 526"/>
                <p:cNvSpPr>
                  <a:spLocks noChangeShapeType="1"/>
                </p:cNvSpPr>
                <p:nvPr userDrawn="1"/>
              </p:nvSpPr>
              <p:spPr bwMode="auto">
                <a:xfrm flipH="1">
                  <a:off x="4616"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3" name="Line 527"/>
                <p:cNvSpPr>
                  <a:spLocks noChangeShapeType="1"/>
                </p:cNvSpPr>
                <p:nvPr userDrawn="1"/>
              </p:nvSpPr>
              <p:spPr bwMode="auto">
                <a:xfrm flipH="1">
                  <a:off x="4616"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4" name="Line 528"/>
                <p:cNvSpPr>
                  <a:spLocks noChangeShapeType="1"/>
                </p:cNvSpPr>
                <p:nvPr userDrawn="1"/>
              </p:nvSpPr>
              <p:spPr bwMode="auto">
                <a:xfrm flipH="1">
                  <a:off x="4616"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5" name="Line 529"/>
                <p:cNvSpPr>
                  <a:spLocks noChangeShapeType="1"/>
                </p:cNvSpPr>
                <p:nvPr userDrawn="1"/>
              </p:nvSpPr>
              <p:spPr bwMode="auto">
                <a:xfrm flipH="1">
                  <a:off x="4616"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6" name="Line 530"/>
                <p:cNvSpPr>
                  <a:spLocks noChangeShapeType="1"/>
                </p:cNvSpPr>
                <p:nvPr userDrawn="1"/>
              </p:nvSpPr>
              <p:spPr bwMode="auto">
                <a:xfrm flipH="1">
                  <a:off x="4616"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7" name="Line 531"/>
                <p:cNvSpPr>
                  <a:spLocks noChangeShapeType="1"/>
                </p:cNvSpPr>
                <p:nvPr userDrawn="1"/>
              </p:nvSpPr>
              <p:spPr bwMode="auto">
                <a:xfrm flipH="1">
                  <a:off x="4616"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8" name="Line 532"/>
                <p:cNvSpPr>
                  <a:spLocks noChangeShapeType="1"/>
                </p:cNvSpPr>
                <p:nvPr userDrawn="1"/>
              </p:nvSpPr>
              <p:spPr bwMode="auto">
                <a:xfrm flipH="1">
                  <a:off x="4616"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9" name="Line 533"/>
                <p:cNvSpPr>
                  <a:spLocks noChangeShapeType="1"/>
                </p:cNvSpPr>
                <p:nvPr userDrawn="1"/>
              </p:nvSpPr>
              <p:spPr bwMode="auto">
                <a:xfrm flipH="1">
                  <a:off x="4616"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0" name="Line 534"/>
                <p:cNvSpPr>
                  <a:spLocks noChangeShapeType="1"/>
                </p:cNvSpPr>
                <p:nvPr userDrawn="1"/>
              </p:nvSpPr>
              <p:spPr bwMode="auto">
                <a:xfrm flipH="1">
                  <a:off x="4616"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1" name="Line 535"/>
                <p:cNvSpPr>
                  <a:spLocks noChangeShapeType="1"/>
                </p:cNvSpPr>
                <p:nvPr userDrawn="1"/>
              </p:nvSpPr>
              <p:spPr bwMode="auto">
                <a:xfrm flipH="1">
                  <a:off x="4870"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2" name="Line 536"/>
                <p:cNvSpPr>
                  <a:spLocks noChangeShapeType="1"/>
                </p:cNvSpPr>
                <p:nvPr userDrawn="1"/>
              </p:nvSpPr>
              <p:spPr bwMode="auto">
                <a:xfrm flipH="1">
                  <a:off x="4870"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3" name="Line 537"/>
                <p:cNvSpPr>
                  <a:spLocks noChangeShapeType="1"/>
                </p:cNvSpPr>
                <p:nvPr userDrawn="1"/>
              </p:nvSpPr>
              <p:spPr bwMode="auto">
                <a:xfrm flipH="1">
                  <a:off x="4870"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4" name="Line 538"/>
                <p:cNvSpPr>
                  <a:spLocks noChangeShapeType="1"/>
                </p:cNvSpPr>
                <p:nvPr userDrawn="1"/>
              </p:nvSpPr>
              <p:spPr bwMode="auto">
                <a:xfrm flipH="1">
                  <a:off x="4870"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5" name="Line 539"/>
                <p:cNvSpPr>
                  <a:spLocks noChangeShapeType="1"/>
                </p:cNvSpPr>
                <p:nvPr userDrawn="1"/>
              </p:nvSpPr>
              <p:spPr bwMode="auto">
                <a:xfrm flipH="1">
                  <a:off x="4870"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6" name="Line 540"/>
                <p:cNvSpPr>
                  <a:spLocks noChangeShapeType="1"/>
                </p:cNvSpPr>
                <p:nvPr userDrawn="1"/>
              </p:nvSpPr>
              <p:spPr bwMode="auto">
                <a:xfrm flipH="1">
                  <a:off x="4870"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7" name="Line 541"/>
                <p:cNvSpPr>
                  <a:spLocks noChangeShapeType="1"/>
                </p:cNvSpPr>
                <p:nvPr userDrawn="1"/>
              </p:nvSpPr>
              <p:spPr bwMode="auto">
                <a:xfrm flipH="1">
                  <a:off x="4870"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8" name="Line 542"/>
                <p:cNvSpPr>
                  <a:spLocks noChangeShapeType="1"/>
                </p:cNvSpPr>
                <p:nvPr userDrawn="1"/>
              </p:nvSpPr>
              <p:spPr bwMode="auto">
                <a:xfrm flipH="1">
                  <a:off x="4870"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9" name="Line 543"/>
                <p:cNvSpPr>
                  <a:spLocks noChangeShapeType="1"/>
                </p:cNvSpPr>
                <p:nvPr userDrawn="1"/>
              </p:nvSpPr>
              <p:spPr bwMode="auto">
                <a:xfrm flipH="1">
                  <a:off x="4870"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0" name="Line 544"/>
                <p:cNvSpPr>
                  <a:spLocks noChangeShapeType="1"/>
                </p:cNvSpPr>
                <p:nvPr userDrawn="1"/>
              </p:nvSpPr>
              <p:spPr bwMode="auto">
                <a:xfrm flipH="1">
                  <a:off x="4870"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1" name="Line 545"/>
                <p:cNvSpPr>
                  <a:spLocks noChangeShapeType="1"/>
                </p:cNvSpPr>
                <p:nvPr userDrawn="1"/>
              </p:nvSpPr>
              <p:spPr bwMode="auto">
                <a:xfrm flipH="1">
                  <a:off x="4870"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2" name="Line 546"/>
                <p:cNvSpPr>
                  <a:spLocks noChangeShapeType="1"/>
                </p:cNvSpPr>
                <p:nvPr userDrawn="1"/>
              </p:nvSpPr>
              <p:spPr bwMode="auto">
                <a:xfrm flipH="1">
                  <a:off x="4870"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3" name="Line 547"/>
                <p:cNvSpPr>
                  <a:spLocks noChangeShapeType="1"/>
                </p:cNvSpPr>
                <p:nvPr userDrawn="1"/>
              </p:nvSpPr>
              <p:spPr bwMode="auto">
                <a:xfrm flipH="1">
                  <a:off x="4870"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4" name="Line 548"/>
                <p:cNvSpPr>
                  <a:spLocks noChangeShapeType="1"/>
                </p:cNvSpPr>
                <p:nvPr userDrawn="1"/>
              </p:nvSpPr>
              <p:spPr bwMode="auto">
                <a:xfrm flipH="1">
                  <a:off x="5124"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5" name="Line 549"/>
                <p:cNvSpPr>
                  <a:spLocks noChangeShapeType="1"/>
                </p:cNvSpPr>
                <p:nvPr userDrawn="1"/>
              </p:nvSpPr>
              <p:spPr bwMode="auto">
                <a:xfrm flipH="1">
                  <a:off x="5124"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6" name="Line 550"/>
                <p:cNvSpPr>
                  <a:spLocks noChangeShapeType="1"/>
                </p:cNvSpPr>
                <p:nvPr userDrawn="1"/>
              </p:nvSpPr>
              <p:spPr bwMode="auto">
                <a:xfrm flipH="1">
                  <a:off x="5124"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7" name="Line 551"/>
                <p:cNvSpPr>
                  <a:spLocks noChangeShapeType="1"/>
                </p:cNvSpPr>
                <p:nvPr userDrawn="1"/>
              </p:nvSpPr>
              <p:spPr bwMode="auto">
                <a:xfrm flipH="1">
                  <a:off x="5124"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8" name="Line 552"/>
                <p:cNvSpPr>
                  <a:spLocks noChangeShapeType="1"/>
                </p:cNvSpPr>
                <p:nvPr userDrawn="1"/>
              </p:nvSpPr>
              <p:spPr bwMode="auto">
                <a:xfrm flipH="1">
                  <a:off x="5124"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9" name="Line 553"/>
                <p:cNvSpPr>
                  <a:spLocks noChangeShapeType="1"/>
                </p:cNvSpPr>
                <p:nvPr userDrawn="1"/>
              </p:nvSpPr>
              <p:spPr bwMode="auto">
                <a:xfrm flipH="1">
                  <a:off x="5124"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0" name="Line 554"/>
                <p:cNvSpPr>
                  <a:spLocks noChangeShapeType="1"/>
                </p:cNvSpPr>
                <p:nvPr userDrawn="1"/>
              </p:nvSpPr>
              <p:spPr bwMode="auto">
                <a:xfrm flipH="1">
                  <a:off x="5124"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1" name="Line 555"/>
                <p:cNvSpPr>
                  <a:spLocks noChangeShapeType="1"/>
                </p:cNvSpPr>
                <p:nvPr userDrawn="1"/>
              </p:nvSpPr>
              <p:spPr bwMode="auto">
                <a:xfrm flipH="1">
                  <a:off x="5124"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2" name="Line 556"/>
                <p:cNvSpPr>
                  <a:spLocks noChangeShapeType="1"/>
                </p:cNvSpPr>
                <p:nvPr userDrawn="1"/>
              </p:nvSpPr>
              <p:spPr bwMode="auto">
                <a:xfrm flipH="1">
                  <a:off x="5124"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3" name="Line 557"/>
                <p:cNvSpPr>
                  <a:spLocks noChangeShapeType="1"/>
                </p:cNvSpPr>
                <p:nvPr userDrawn="1"/>
              </p:nvSpPr>
              <p:spPr bwMode="auto">
                <a:xfrm flipH="1">
                  <a:off x="5124"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4" name="Line 558"/>
                <p:cNvSpPr>
                  <a:spLocks noChangeShapeType="1"/>
                </p:cNvSpPr>
                <p:nvPr userDrawn="1"/>
              </p:nvSpPr>
              <p:spPr bwMode="auto">
                <a:xfrm flipH="1">
                  <a:off x="5124"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5" name="Line 559"/>
                <p:cNvSpPr>
                  <a:spLocks noChangeShapeType="1"/>
                </p:cNvSpPr>
                <p:nvPr userDrawn="1"/>
              </p:nvSpPr>
              <p:spPr bwMode="auto">
                <a:xfrm flipH="1">
                  <a:off x="5124"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6" name="Line 560"/>
                <p:cNvSpPr>
                  <a:spLocks noChangeShapeType="1"/>
                </p:cNvSpPr>
                <p:nvPr userDrawn="1"/>
              </p:nvSpPr>
              <p:spPr bwMode="auto">
                <a:xfrm flipH="1">
                  <a:off x="5124"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7" name="Line 561"/>
                <p:cNvSpPr>
                  <a:spLocks noChangeShapeType="1"/>
                </p:cNvSpPr>
                <p:nvPr userDrawn="1"/>
              </p:nvSpPr>
              <p:spPr bwMode="auto">
                <a:xfrm flipH="1">
                  <a:off x="5378"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8" name="Line 562"/>
                <p:cNvSpPr>
                  <a:spLocks noChangeShapeType="1"/>
                </p:cNvSpPr>
                <p:nvPr userDrawn="1"/>
              </p:nvSpPr>
              <p:spPr bwMode="auto">
                <a:xfrm flipH="1">
                  <a:off x="5378"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9" name="Line 563"/>
                <p:cNvSpPr>
                  <a:spLocks noChangeShapeType="1"/>
                </p:cNvSpPr>
                <p:nvPr userDrawn="1"/>
              </p:nvSpPr>
              <p:spPr bwMode="auto">
                <a:xfrm flipH="1">
                  <a:off x="5378"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0" name="Line 564"/>
                <p:cNvSpPr>
                  <a:spLocks noChangeShapeType="1"/>
                </p:cNvSpPr>
                <p:nvPr userDrawn="1"/>
              </p:nvSpPr>
              <p:spPr bwMode="auto">
                <a:xfrm flipH="1">
                  <a:off x="5378"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1" name="Line 565"/>
                <p:cNvSpPr>
                  <a:spLocks noChangeShapeType="1"/>
                </p:cNvSpPr>
                <p:nvPr userDrawn="1"/>
              </p:nvSpPr>
              <p:spPr bwMode="auto">
                <a:xfrm flipH="1">
                  <a:off x="5378"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2" name="Line 566"/>
                <p:cNvSpPr>
                  <a:spLocks noChangeShapeType="1"/>
                </p:cNvSpPr>
                <p:nvPr userDrawn="1"/>
              </p:nvSpPr>
              <p:spPr bwMode="auto">
                <a:xfrm flipH="1">
                  <a:off x="5378"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3" name="Line 567"/>
                <p:cNvSpPr>
                  <a:spLocks noChangeShapeType="1"/>
                </p:cNvSpPr>
                <p:nvPr userDrawn="1"/>
              </p:nvSpPr>
              <p:spPr bwMode="auto">
                <a:xfrm flipH="1">
                  <a:off x="5378"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4" name="Line 568"/>
                <p:cNvSpPr>
                  <a:spLocks noChangeShapeType="1"/>
                </p:cNvSpPr>
                <p:nvPr userDrawn="1"/>
              </p:nvSpPr>
              <p:spPr bwMode="auto">
                <a:xfrm flipH="1">
                  <a:off x="5378"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5" name="Line 569"/>
                <p:cNvSpPr>
                  <a:spLocks noChangeShapeType="1"/>
                </p:cNvSpPr>
                <p:nvPr userDrawn="1"/>
              </p:nvSpPr>
              <p:spPr bwMode="auto">
                <a:xfrm flipH="1">
                  <a:off x="5378"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6" name="Line 570"/>
                <p:cNvSpPr>
                  <a:spLocks noChangeShapeType="1"/>
                </p:cNvSpPr>
                <p:nvPr userDrawn="1"/>
              </p:nvSpPr>
              <p:spPr bwMode="auto">
                <a:xfrm flipH="1">
                  <a:off x="5378"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7" name="Line 571"/>
                <p:cNvSpPr>
                  <a:spLocks noChangeShapeType="1"/>
                </p:cNvSpPr>
                <p:nvPr userDrawn="1"/>
              </p:nvSpPr>
              <p:spPr bwMode="auto">
                <a:xfrm flipH="1">
                  <a:off x="5378"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8" name="Line 572"/>
                <p:cNvSpPr>
                  <a:spLocks noChangeShapeType="1"/>
                </p:cNvSpPr>
                <p:nvPr userDrawn="1"/>
              </p:nvSpPr>
              <p:spPr bwMode="auto">
                <a:xfrm flipH="1">
                  <a:off x="5378"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9" name="Line 573"/>
                <p:cNvSpPr>
                  <a:spLocks noChangeShapeType="1"/>
                </p:cNvSpPr>
                <p:nvPr userDrawn="1"/>
              </p:nvSpPr>
              <p:spPr bwMode="auto">
                <a:xfrm flipH="1">
                  <a:off x="5378"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0" name="Line 574"/>
                <p:cNvSpPr>
                  <a:spLocks noChangeShapeType="1"/>
                </p:cNvSpPr>
                <p:nvPr userDrawn="1"/>
              </p:nvSpPr>
              <p:spPr bwMode="auto">
                <a:xfrm flipH="1">
                  <a:off x="5632"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1" name="Line 575"/>
                <p:cNvSpPr>
                  <a:spLocks noChangeShapeType="1"/>
                </p:cNvSpPr>
                <p:nvPr userDrawn="1"/>
              </p:nvSpPr>
              <p:spPr bwMode="auto">
                <a:xfrm flipH="1">
                  <a:off x="5632"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2" name="Line 576"/>
                <p:cNvSpPr>
                  <a:spLocks noChangeShapeType="1"/>
                </p:cNvSpPr>
                <p:nvPr userDrawn="1"/>
              </p:nvSpPr>
              <p:spPr bwMode="auto">
                <a:xfrm flipH="1">
                  <a:off x="5632"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3" name="Line 577"/>
                <p:cNvSpPr>
                  <a:spLocks noChangeShapeType="1"/>
                </p:cNvSpPr>
                <p:nvPr userDrawn="1"/>
              </p:nvSpPr>
              <p:spPr bwMode="auto">
                <a:xfrm flipH="1">
                  <a:off x="5632"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4" name="Line 578"/>
                <p:cNvSpPr>
                  <a:spLocks noChangeShapeType="1"/>
                </p:cNvSpPr>
                <p:nvPr userDrawn="1"/>
              </p:nvSpPr>
              <p:spPr bwMode="auto">
                <a:xfrm flipH="1">
                  <a:off x="5632"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5" name="Line 579"/>
                <p:cNvSpPr>
                  <a:spLocks noChangeShapeType="1"/>
                </p:cNvSpPr>
                <p:nvPr userDrawn="1"/>
              </p:nvSpPr>
              <p:spPr bwMode="auto">
                <a:xfrm flipH="1">
                  <a:off x="5632"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6" name="Line 580"/>
                <p:cNvSpPr>
                  <a:spLocks noChangeShapeType="1"/>
                </p:cNvSpPr>
                <p:nvPr userDrawn="1"/>
              </p:nvSpPr>
              <p:spPr bwMode="auto">
                <a:xfrm flipH="1">
                  <a:off x="5632"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7" name="Line 581"/>
                <p:cNvSpPr>
                  <a:spLocks noChangeShapeType="1"/>
                </p:cNvSpPr>
                <p:nvPr userDrawn="1"/>
              </p:nvSpPr>
              <p:spPr bwMode="auto">
                <a:xfrm flipH="1">
                  <a:off x="5632"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8" name="Line 582"/>
                <p:cNvSpPr>
                  <a:spLocks noChangeShapeType="1"/>
                </p:cNvSpPr>
                <p:nvPr userDrawn="1"/>
              </p:nvSpPr>
              <p:spPr bwMode="auto">
                <a:xfrm flipH="1">
                  <a:off x="5632"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9" name="Line 583"/>
                <p:cNvSpPr>
                  <a:spLocks noChangeShapeType="1"/>
                </p:cNvSpPr>
                <p:nvPr userDrawn="1"/>
              </p:nvSpPr>
              <p:spPr bwMode="auto">
                <a:xfrm flipH="1">
                  <a:off x="5632"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0" name="Line 584"/>
                <p:cNvSpPr>
                  <a:spLocks noChangeShapeType="1"/>
                </p:cNvSpPr>
                <p:nvPr userDrawn="1"/>
              </p:nvSpPr>
              <p:spPr bwMode="auto">
                <a:xfrm flipH="1">
                  <a:off x="5632"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1" name="Line 585"/>
                <p:cNvSpPr>
                  <a:spLocks noChangeShapeType="1"/>
                </p:cNvSpPr>
                <p:nvPr userDrawn="1"/>
              </p:nvSpPr>
              <p:spPr bwMode="auto">
                <a:xfrm flipH="1">
                  <a:off x="5632"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2" name="Line 586"/>
                <p:cNvSpPr>
                  <a:spLocks noChangeShapeType="1"/>
                </p:cNvSpPr>
                <p:nvPr userDrawn="1"/>
              </p:nvSpPr>
              <p:spPr bwMode="auto">
                <a:xfrm flipH="1">
                  <a:off x="5632"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3" name="Line 587"/>
                <p:cNvSpPr>
                  <a:spLocks noChangeShapeType="1"/>
                </p:cNvSpPr>
                <p:nvPr userDrawn="1"/>
              </p:nvSpPr>
              <p:spPr bwMode="auto">
                <a:xfrm flipH="1">
                  <a:off x="5886"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4" name="Line 588"/>
                <p:cNvSpPr>
                  <a:spLocks noChangeShapeType="1"/>
                </p:cNvSpPr>
                <p:nvPr userDrawn="1"/>
              </p:nvSpPr>
              <p:spPr bwMode="auto">
                <a:xfrm flipH="1">
                  <a:off x="5886"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5" name="Line 589"/>
                <p:cNvSpPr>
                  <a:spLocks noChangeShapeType="1"/>
                </p:cNvSpPr>
                <p:nvPr userDrawn="1"/>
              </p:nvSpPr>
              <p:spPr bwMode="auto">
                <a:xfrm flipH="1">
                  <a:off x="5886"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6" name="Line 590"/>
                <p:cNvSpPr>
                  <a:spLocks noChangeShapeType="1"/>
                </p:cNvSpPr>
                <p:nvPr userDrawn="1"/>
              </p:nvSpPr>
              <p:spPr bwMode="auto">
                <a:xfrm flipH="1">
                  <a:off x="5886"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7" name="Line 591"/>
                <p:cNvSpPr>
                  <a:spLocks noChangeShapeType="1"/>
                </p:cNvSpPr>
                <p:nvPr userDrawn="1"/>
              </p:nvSpPr>
              <p:spPr bwMode="auto">
                <a:xfrm flipH="1">
                  <a:off x="5886"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8" name="Line 592"/>
                <p:cNvSpPr>
                  <a:spLocks noChangeShapeType="1"/>
                </p:cNvSpPr>
                <p:nvPr userDrawn="1"/>
              </p:nvSpPr>
              <p:spPr bwMode="auto">
                <a:xfrm flipH="1">
                  <a:off x="5886"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9" name="Line 593"/>
                <p:cNvSpPr>
                  <a:spLocks noChangeShapeType="1"/>
                </p:cNvSpPr>
                <p:nvPr userDrawn="1"/>
              </p:nvSpPr>
              <p:spPr bwMode="auto">
                <a:xfrm flipH="1">
                  <a:off x="5886"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0" name="Line 594"/>
                <p:cNvSpPr>
                  <a:spLocks noChangeShapeType="1"/>
                </p:cNvSpPr>
                <p:nvPr userDrawn="1"/>
              </p:nvSpPr>
              <p:spPr bwMode="auto">
                <a:xfrm flipH="1">
                  <a:off x="5886"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1" name="Line 595"/>
                <p:cNvSpPr>
                  <a:spLocks noChangeShapeType="1"/>
                </p:cNvSpPr>
                <p:nvPr userDrawn="1"/>
              </p:nvSpPr>
              <p:spPr bwMode="auto">
                <a:xfrm flipH="1">
                  <a:off x="5886"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2" name="Line 596"/>
                <p:cNvSpPr>
                  <a:spLocks noChangeShapeType="1"/>
                </p:cNvSpPr>
                <p:nvPr userDrawn="1"/>
              </p:nvSpPr>
              <p:spPr bwMode="auto">
                <a:xfrm flipH="1">
                  <a:off x="5886"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3" name="Line 597"/>
                <p:cNvSpPr>
                  <a:spLocks noChangeShapeType="1"/>
                </p:cNvSpPr>
                <p:nvPr userDrawn="1"/>
              </p:nvSpPr>
              <p:spPr bwMode="auto">
                <a:xfrm flipH="1">
                  <a:off x="5886"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4" name="Line 598"/>
                <p:cNvSpPr>
                  <a:spLocks noChangeShapeType="1"/>
                </p:cNvSpPr>
                <p:nvPr userDrawn="1"/>
              </p:nvSpPr>
              <p:spPr bwMode="auto">
                <a:xfrm flipH="1">
                  <a:off x="5886"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5" name="Line 599"/>
                <p:cNvSpPr>
                  <a:spLocks noChangeShapeType="1"/>
                </p:cNvSpPr>
                <p:nvPr userDrawn="1"/>
              </p:nvSpPr>
              <p:spPr bwMode="auto">
                <a:xfrm flipH="1">
                  <a:off x="5886"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6" name="Line 600"/>
                <p:cNvSpPr>
                  <a:spLocks noChangeShapeType="1"/>
                </p:cNvSpPr>
                <p:nvPr userDrawn="1"/>
              </p:nvSpPr>
              <p:spPr bwMode="auto">
                <a:xfrm flipH="1">
                  <a:off x="6140" y="261"/>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7" name="Line 601"/>
                <p:cNvSpPr>
                  <a:spLocks noChangeShapeType="1"/>
                </p:cNvSpPr>
                <p:nvPr userDrawn="1"/>
              </p:nvSpPr>
              <p:spPr bwMode="auto">
                <a:xfrm flipH="1">
                  <a:off x="6140" y="515"/>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8" name="Line 602"/>
                <p:cNvSpPr>
                  <a:spLocks noChangeShapeType="1"/>
                </p:cNvSpPr>
                <p:nvPr userDrawn="1"/>
              </p:nvSpPr>
              <p:spPr bwMode="auto">
                <a:xfrm flipH="1">
                  <a:off x="6140" y="769"/>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9" name="Line 603"/>
                <p:cNvSpPr>
                  <a:spLocks noChangeShapeType="1"/>
                </p:cNvSpPr>
                <p:nvPr userDrawn="1"/>
              </p:nvSpPr>
              <p:spPr bwMode="auto">
                <a:xfrm flipH="1">
                  <a:off x="6140" y="1024"/>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0" name="Line 604"/>
                <p:cNvSpPr>
                  <a:spLocks noChangeShapeType="1"/>
                </p:cNvSpPr>
                <p:nvPr userDrawn="1"/>
              </p:nvSpPr>
              <p:spPr bwMode="auto">
                <a:xfrm flipH="1">
                  <a:off x="6140" y="1278"/>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1" name="Line 605"/>
                <p:cNvSpPr>
                  <a:spLocks noChangeShapeType="1"/>
                </p:cNvSpPr>
                <p:nvPr userDrawn="1"/>
              </p:nvSpPr>
              <p:spPr bwMode="auto">
                <a:xfrm flipH="1">
                  <a:off x="6140" y="1532"/>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2" name="Line 606"/>
                <p:cNvSpPr>
                  <a:spLocks noChangeShapeType="1"/>
                </p:cNvSpPr>
                <p:nvPr userDrawn="1"/>
              </p:nvSpPr>
              <p:spPr bwMode="auto">
                <a:xfrm flipH="1">
                  <a:off x="6140" y="1786"/>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1184" name="Line 608"/>
              <p:cNvSpPr>
                <a:spLocks noChangeShapeType="1"/>
              </p:cNvSpPr>
              <p:nvPr userDrawn="1"/>
            </p:nvSpPr>
            <p:spPr bwMode="auto">
              <a:xfrm flipH="1">
                <a:off x="8307388" y="32385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85" name="Line 609"/>
              <p:cNvSpPr>
                <a:spLocks noChangeShapeType="1"/>
              </p:cNvSpPr>
              <p:nvPr userDrawn="1"/>
            </p:nvSpPr>
            <p:spPr bwMode="auto">
              <a:xfrm flipH="1">
                <a:off x="8307388" y="364172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86" name="Line 610"/>
              <p:cNvSpPr>
                <a:spLocks noChangeShapeType="1"/>
              </p:cNvSpPr>
              <p:nvPr userDrawn="1"/>
            </p:nvSpPr>
            <p:spPr bwMode="auto">
              <a:xfrm flipH="1">
                <a:off x="8307388" y="40449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87" name="Line 611"/>
              <p:cNvSpPr>
                <a:spLocks noChangeShapeType="1"/>
              </p:cNvSpPr>
              <p:nvPr userDrawn="1"/>
            </p:nvSpPr>
            <p:spPr bwMode="auto">
              <a:xfrm flipH="1">
                <a:off x="8307388" y="44481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88" name="Line 612"/>
              <p:cNvSpPr>
                <a:spLocks noChangeShapeType="1"/>
              </p:cNvSpPr>
              <p:nvPr userDrawn="1"/>
            </p:nvSpPr>
            <p:spPr bwMode="auto">
              <a:xfrm flipH="1">
                <a:off x="8307388" y="48514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89" name="Line 613"/>
              <p:cNvSpPr>
                <a:spLocks noChangeShapeType="1"/>
              </p:cNvSpPr>
              <p:nvPr userDrawn="1"/>
            </p:nvSpPr>
            <p:spPr bwMode="auto">
              <a:xfrm flipH="1">
                <a:off x="8307388" y="52578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0" name="Line 614"/>
              <p:cNvSpPr>
                <a:spLocks noChangeShapeType="1"/>
              </p:cNvSpPr>
              <p:nvPr userDrawn="1"/>
            </p:nvSpPr>
            <p:spPr bwMode="auto">
              <a:xfrm flipH="1">
                <a:off x="8710613" y="414338"/>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1" name="Line 615"/>
              <p:cNvSpPr>
                <a:spLocks noChangeShapeType="1"/>
              </p:cNvSpPr>
              <p:nvPr userDrawn="1"/>
            </p:nvSpPr>
            <p:spPr bwMode="auto">
              <a:xfrm flipH="1">
                <a:off x="8710613" y="817563"/>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2" name="Line 616"/>
              <p:cNvSpPr>
                <a:spLocks noChangeShapeType="1"/>
              </p:cNvSpPr>
              <p:nvPr userDrawn="1"/>
            </p:nvSpPr>
            <p:spPr bwMode="auto">
              <a:xfrm flipH="1">
                <a:off x="8710613" y="1220788"/>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3" name="Line 617"/>
              <p:cNvSpPr>
                <a:spLocks noChangeShapeType="1"/>
              </p:cNvSpPr>
              <p:nvPr userDrawn="1"/>
            </p:nvSpPr>
            <p:spPr bwMode="auto">
              <a:xfrm flipH="1">
                <a:off x="8710613" y="16256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4" name="Line 618"/>
              <p:cNvSpPr>
                <a:spLocks noChangeShapeType="1"/>
              </p:cNvSpPr>
              <p:nvPr userDrawn="1"/>
            </p:nvSpPr>
            <p:spPr bwMode="auto">
              <a:xfrm flipH="1">
                <a:off x="8710613" y="202882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5" name="Line 619"/>
              <p:cNvSpPr>
                <a:spLocks noChangeShapeType="1"/>
              </p:cNvSpPr>
              <p:nvPr userDrawn="1"/>
            </p:nvSpPr>
            <p:spPr bwMode="auto">
              <a:xfrm flipH="1">
                <a:off x="8710613" y="24320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6" name="Line 620"/>
              <p:cNvSpPr>
                <a:spLocks noChangeShapeType="1"/>
              </p:cNvSpPr>
              <p:nvPr userDrawn="1"/>
            </p:nvSpPr>
            <p:spPr bwMode="auto">
              <a:xfrm flipH="1">
                <a:off x="8710613" y="28352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7" name="Line 621"/>
              <p:cNvSpPr>
                <a:spLocks noChangeShapeType="1"/>
              </p:cNvSpPr>
              <p:nvPr userDrawn="1"/>
            </p:nvSpPr>
            <p:spPr bwMode="auto">
              <a:xfrm flipH="1">
                <a:off x="8710613" y="32385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8" name="Line 622"/>
              <p:cNvSpPr>
                <a:spLocks noChangeShapeType="1"/>
              </p:cNvSpPr>
              <p:nvPr userDrawn="1"/>
            </p:nvSpPr>
            <p:spPr bwMode="auto">
              <a:xfrm flipH="1">
                <a:off x="8710613" y="364172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9" name="Line 623"/>
              <p:cNvSpPr>
                <a:spLocks noChangeShapeType="1"/>
              </p:cNvSpPr>
              <p:nvPr userDrawn="1"/>
            </p:nvSpPr>
            <p:spPr bwMode="auto">
              <a:xfrm flipH="1">
                <a:off x="8710613" y="40449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0" name="Line 624"/>
              <p:cNvSpPr>
                <a:spLocks noChangeShapeType="1"/>
              </p:cNvSpPr>
              <p:nvPr userDrawn="1"/>
            </p:nvSpPr>
            <p:spPr bwMode="auto">
              <a:xfrm flipH="1">
                <a:off x="8710613" y="44481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1" name="Line 625"/>
              <p:cNvSpPr>
                <a:spLocks noChangeShapeType="1"/>
              </p:cNvSpPr>
              <p:nvPr userDrawn="1"/>
            </p:nvSpPr>
            <p:spPr bwMode="auto">
              <a:xfrm flipH="1">
                <a:off x="8710613" y="48514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2" name="Line 626"/>
              <p:cNvSpPr>
                <a:spLocks noChangeShapeType="1"/>
              </p:cNvSpPr>
              <p:nvPr userDrawn="1"/>
            </p:nvSpPr>
            <p:spPr bwMode="auto">
              <a:xfrm flipH="1">
                <a:off x="8710613" y="52578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3" name="Line 679"/>
              <p:cNvSpPr>
                <a:spLocks noChangeShapeType="1"/>
              </p:cNvSpPr>
              <p:nvPr userDrawn="1"/>
            </p:nvSpPr>
            <p:spPr bwMode="auto">
              <a:xfrm>
                <a:off x="43037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4" name="Line 680"/>
              <p:cNvSpPr>
                <a:spLocks noChangeShapeType="1"/>
              </p:cNvSpPr>
              <p:nvPr userDrawn="1"/>
            </p:nvSpPr>
            <p:spPr bwMode="auto">
              <a:xfrm>
                <a:off x="43037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5" name="Line 681"/>
              <p:cNvSpPr>
                <a:spLocks noChangeShapeType="1"/>
              </p:cNvSpPr>
              <p:nvPr userDrawn="1"/>
            </p:nvSpPr>
            <p:spPr bwMode="auto">
              <a:xfrm>
                <a:off x="47069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6" name="Line 682"/>
              <p:cNvSpPr>
                <a:spLocks noChangeShapeType="1"/>
              </p:cNvSpPr>
              <p:nvPr userDrawn="1"/>
            </p:nvSpPr>
            <p:spPr bwMode="auto">
              <a:xfrm>
                <a:off x="47069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7" name="Line 683"/>
              <p:cNvSpPr>
                <a:spLocks noChangeShapeType="1"/>
              </p:cNvSpPr>
              <p:nvPr userDrawn="1"/>
            </p:nvSpPr>
            <p:spPr bwMode="auto">
              <a:xfrm>
                <a:off x="51101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8" name="Line 684"/>
              <p:cNvSpPr>
                <a:spLocks noChangeShapeType="1"/>
              </p:cNvSpPr>
              <p:nvPr userDrawn="1"/>
            </p:nvSpPr>
            <p:spPr bwMode="auto">
              <a:xfrm>
                <a:off x="51101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9" name="Line 685"/>
              <p:cNvSpPr>
                <a:spLocks noChangeShapeType="1"/>
              </p:cNvSpPr>
              <p:nvPr userDrawn="1"/>
            </p:nvSpPr>
            <p:spPr bwMode="auto">
              <a:xfrm>
                <a:off x="55133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0" name="Line 686"/>
              <p:cNvSpPr>
                <a:spLocks noChangeShapeType="1"/>
              </p:cNvSpPr>
              <p:nvPr userDrawn="1"/>
            </p:nvSpPr>
            <p:spPr bwMode="auto">
              <a:xfrm>
                <a:off x="55133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1" name="Line 687"/>
              <p:cNvSpPr>
                <a:spLocks noChangeShapeType="1"/>
              </p:cNvSpPr>
              <p:nvPr userDrawn="1"/>
            </p:nvSpPr>
            <p:spPr bwMode="auto">
              <a:xfrm>
                <a:off x="59166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2" name="Line 688"/>
              <p:cNvSpPr>
                <a:spLocks noChangeShapeType="1"/>
              </p:cNvSpPr>
              <p:nvPr userDrawn="1"/>
            </p:nvSpPr>
            <p:spPr bwMode="auto">
              <a:xfrm>
                <a:off x="59166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3" name="Line 689"/>
              <p:cNvSpPr>
                <a:spLocks noChangeShapeType="1"/>
              </p:cNvSpPr>
              <p:nvPr userDrawn="1"/>
            </p:nvSpPr>
            <p:spPr bwMode="auto">
              <a:xfrm>
                <a:off x="63198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4" name="Line 690"/>
              <p:cNvSpPr>
                <a:spLocks noChangeShapeType="1"/>
              </p:cNvSpPr>
              <p:nvPr userDrawn="1"/>
            </p:nvSpPr>
            <p:spPr bwMode="auto">
              <a:xfrm>
                <a:off x="63198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5" name="Line 691"/>
              <p:cNvSpPr>
                <a:spLocks noChangeShapeType="1"/>
              </p:cNvSpPr>
              <p:nvPr userDrawn="1"/>
            </p:nvSpPr>
            <p:spPr bwMode="auto">
              <a:xfrm>
                <a:off x="67230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6" name="Line 692"/>
              <p:cNvSpPr>
                <a:spLocks noChangeShapeType="1"/>
              </p:cNvSpPr>
              <p:nvPr userDrawn="1"/>
            </p:nvSpPr>
            <p:spPr bwMode="auto">
              <a:xfrm>
                <a:off x="67230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7" name="Line 693"/>
              <p:cNvSpPr>
                <a:spLocks noChangeShapeType="1"/>
              </p:cNvSpPr>
              <p:nvPr userDrawn="1"/>
            </p:nvSpPr>
            <p:spPr bwMode="auto">
              <a:xfrm>
                <a:off x="71262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8" name="Line 694"/>
              <p:cNvSpPr>
                <a:spLocks noChangeShapeType="1"/>
              </p:cNvSpPr>
              <p:nvPr userDrawn="1"/>
            </p:nvSpPr>
            <p:spPr bwMode="auto">
              <a:xfrm>
                <a:off x="71262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9" name="Line 695"/>
              <p:cNvSpPr>
                <a:spLocks noChangeShapeType="1"/>
              </p:cNvSpPr>
              <p:nvPr userDrawn="1"/>
            </p:nvSpPr>
            <p:spPr bwMode="auto">
              <a:xfrm>
                <a:off x="75295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0" name="Line 696"/>
              <p:cNvSpPr>
                <a:spLocks noChangeShapeType="1"/>
              </p:cNvSpPr>
              <p:nvPr userDrawn="1"/>
            </p:nvSpPr>
            <p:spPr bwMode="auto">
              <a:xfrm>
                <a:off x="75295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1" name="Line 697"/>
              <p:cNvSpPr>
                <a:spLocks noChangeShapeType="1"/>
              </p:cNvSpPr>
              <p:nvPr userDrawn="1"/>
            </p:nvSpPr>
            <p:spPr bwMode="auto">
              <a:xfrm>
                <a:off x="79327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2" name="Line 698"/>
              <p:cNvSpPr>
                <a:spLocks noChangeShapeType="1"/>
              </p:cNvSpPr>
              <p:nvPr userDrawn="1"/>
            </p:nvSpPr>
            <p:spPr bwMode="auto">
              <a:xfrm>
                <a:off x="79327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3" name="Line 699"/>
              <p:cNvSpPr>
                <a:spLocks noChangeShapeType="1"/>
              </p:cNvSpPr>
              <p:nvPr userDrawn="1"/>
            </p:nvSpPr>
            <p:spPr bwMode="auto">
              <a:xfrm>
                <a:off x="83359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4" name="Line 700"/>
              <p:cNvSpPr>
                <a:spLocks noChangeShapeType="1"/>
              </p:cNvSpPr>
              <p:nvPr userDrawn="1"/>
            </p:nvSpPr>
            <p:spPr bwMode="auto">
              <a:xfrm>
                <a:off x="83359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5" name="Line 701"/>
              <p:cNvSpPr>
                <a:spLocks noChangeShapeType="1"/>
              </p:cNvSpPr>
              <p:nvPr userDrawn="1"/>
            </p:nvSpPr>
            <p:spPr bwMode="auto">
              <a:xfrm>
                <a:off x="87391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6" name="Line 702"/>
              <p:cNvSpPr>
                <a:spLocks noChangeShapeType="1"/>
              </p:cNvSpPr>
              <p:nvPr userDrawn="1"/>
            </p:nvSpPr>
            <p:spPr bwMode="auto">
              <a:xfrm>
                <a:off x="87391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7" name="Line 711"/>
              <p:cNvSpPr>
                <a:spLocks noChangeShapeType="1"/>
              </p:cNvSpPr>
              <p:nvPr userDrawn="1"/>
            </p:nvSpPr>
            <p:spPr bwMode="auto">
              <a:xfrm>
                <a:off x="43037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8" name="Line 712"/>
              <p:cNvSpPr>
                <a:spLocks noChangeShapeType="1"/>
              </p:cNvSpPr>
              <p:nvPr userDrawn="1"/>
            </p:nvSpPr>
            <p:spPr bwMode="auto">
              <a:xfrm>
                <a:off x="43037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9" name="Line 713"/>
              <p:cNvSpPr>
                <a:spLocks noChangeShapeType="1"/>
              </p:cNvSpPr>
              <p:nvPr userDrawn="1"/>
            </p:nvSpPr>
            <p:spPr bwMode="auto">
              <a:xfrm>
                <a:off x="47069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0" name="Line 714"/>
              <p:cNvSpPr>
                <a:spLocks noChangeShapeType="1"/>
              </p:cNvSpPr>
              <p:nvPr userDrawn="1"/>
            </p:nvSpPr>
            <p:spPr bwMode="auto">
              <a:xfrm>
                <a:off x="47069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1" name="Line 715"/>
              <p:cNvSpPr>
                <a:spLocks noChangeShapeType="1"/>
              </p:cNvSpPr>
              <p:nvPr userDrawn="1"/>
            </p:nvSpPr>
            <p:spPr bwMode="auto">
              <a:xfrm>
                <a:off x="51101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2" name="Line 716"/>
              <p:cNvSpPr>
                <a:spLocks noChangeShapeType="1"/>
              </p:cNvSpPr>
              <p:nvPr userDrawn="1"/>
            </p:nvSpPr>
            <p:spPr bwMode="auto">
              <a:xfrm>
                <a:off x="51101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3" name="Line 717"/>
              <p:cNvSpPr>
                <a:spLocks noChangeShapeType="1"/>
              </p:cNvSpPr>
              <p:nvPr userDrawn="1"/>
            </p:nvSpPr>
            <p:spPr bwMode="auto">
              <a:xfrm>
                <a:off x="55133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4" name="Line 718"/>
              <p:cNvSpPr>
                <a:spLocks noChangeShapeType="1"/>
              </p:cNvSpPr>
              <p:nvPr userDrawn="1"/>
            </p:nvSpPr>
            <p:spPr bwMode="auto">
              <a:xfrm>
                <a:off x="55133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5" name="Line 719"/>
              <p:cNvSpPr>
                <a:spLocks noChangeShapeType="1"/>
              </p:cNvSpPr>
              <p:nvPr userDrawn="1"/>
            </p:nvSpPr>
            <p:spPr bwMode="auto">
              <a:xfrm>
                <a:off x="59166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6" name="Line 720"/>
              <p:cNvSpPr>
                <a:spLocks noChangeShapeType="1"/>
              </p:cNvSpPr>
              <p:nvPr userDrawn="1"/>
            </p:nvSpPr>
            <p:spPr bwMode="auto">
              <a:xfrm>
                <a:off x="59166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7" name="Line 721"/>
              <p:cNvSpPr>
                <a:spLocks noChangeShapeType="1"/>
              </p:cNvSpPr>
              <p:nvPr userDrawn="1"/>
            </p:nvSpPr>
            <p:spPr bwMode="auto">
              <a:xfrm>
                <a:off x="63198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8" name="Line 722"/>
              <p:cNvSpPr>
                <a:spLocks noChangeShapeType="1"/>
              </p:cNvSpPr>
              <p:nvPr userDrawn="1"/>
            </p:nvSpPr>
            <p:spPr bwMode="auto">
              <a:xfrm>
                <a:off x="63198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9" name="Line 723"/>
              <p:cNvSpPr>
                <a:spLocks noChangeShapeType="1"/>
              </p:cNvSpPr>
              <p:nvPr userDrawn="1"/>
            </p:nvSpPr>
            <p:spPr bwMode="auto">
              <a:xfrm>
                <a:off x="67230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0" name="Line 724"/>
              <p:cNvSpPr>
                <a:spLocks noChangeShapeType="1"/>
              </p:cNvSpPr>
              <p:nvPr userDrawn="1"/>
            </p:nvSpPr>
            <p:spPr bwMode="auto">
              <a:xfrm>
                <a:off x="67230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1" name="Line 725"/>
              <p:cNvSpPr>
                <a:spLocks noChangeShapeType="1"/>
              </p:cNvSpPr>
              <p:nvPr userDrawn="1"/>
            </p:nvSpPr>
            <p:spPr bwMode="auto">
              <a:xfrm>
                <a:off x="71262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2" name="Line 726"/>
              <p:cNvSpPr>
                <a:spLocks noChangeShapeType="1"/>
              </p:cNvSpPr>
              <p:nvPr userDrawn="1"/>
            </p:nvSpPr>
            <p:spPr bwMode="auto">
              <a:xfrm>
                <a:off x="71262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3" name="Line 727"/>
              <p:cNvSpPr>
                <a:spLocks noChangeShapeType="1"/>
              </p:cNvSpPr>
              <p:nvPr userDrawn="1"/>
            </p:nvSpPr>
            <p:spPr bwMode="auto">
              <a:xfrm>
                <a:off x="75295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4" name="Line 728"/>
              <p:cNvSpPr>
                <a:spLocks noChangeShapeType="1"/>
              </p:cNvSpPr>
              <p:nvPr userDrawn="1"/>
            </p:nvSpPr>
            <p:spPr bwMode="auto">
              <a:xfrm>
                <a:off x="75295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5" name="Line 729"/>
              <p:cNvSpPr>
                <a:spLocks noChangeShapeType="1"/>
              </p:cNvSpPr>
              <p:nvPr userDrawn="1"/>
            </p:nvSpPr>
            <p:spPr bwMode="auto">
              <a:xfrm>
                <a:off x="79327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6" name="Line 730"/>
              <p:cNvSpPr>
                <a:spLocks noChangeShapeType="1"/>
              </p:cNvSpPr>
              <p:nvPr userDrawn="1"/>
            </p:nvSpPr>
            <p:spPr bwMode="auto">
              <a:xfrm>
                <a:off x="79327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7" name="Line 731"/>
              <p:cNvSpPr>
                <a:spLocks noChangeShapeType="1"/>
              </p:cNvSpPr>
              <p:nvPr userDrawn="1"/>
            </p:nvSpPr>
            <p:spPr bwMode="auto">
              <a:xfrm>
                <a:off x="83359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8" name="Line 732"/>
              <p:cNvSpPr>
                <a:spLocks noChangeShapeType="1"/>
              </p:cNvSpPr>
              <p:nvPr userDrawn="1"/>
            </p:nvSpPr>
            <p:spPr bwMode="auto">
              <a:xfrm>
                <a:off x="83359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9" name="Line 733"/>
              <p:cNvSpPr>
                <a:spLocks noChangeShapeType="1"/>
              </p:cNvSpPr>
              <p:nvPr userDrawn="1"/>
            </p:nvSpPr>
            <p:spPr bwMode="auto">
              <a:xfrm>
                <a:off x="87391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0" name="Line 734"/>
              <p:cNvSpPr>
                <a:spLocks noChangeShapeType="1"/>
              </p:cNvSpPr>
              <p:nvPr userDrawn="1"/>
            </p:nvSpPr>
            <p:spPr bwMode="auto">
              <a:xfrm>
                <a:off x="87391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1" name="Line 743"/>
              <p:cNvSpPr>
                <a:spLocks noChangeShapeType="1"/>
              </p:cNvSpPr>
              <p:nvPr userDrawn="1"/>
            </p:nvSpPr>
            <p:spPr bwMode="auto">
              <a:xfrm flipH="1">
                <a:off x="4271963" y="60642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2" name="Line 744"/>
              <p:cNvSpPr>
                <a:spLocks noChangeShapeType="1"/>
              </p:cNvSpPr>
              <p:nvPr userDrawn="1"/>
            </p:nvSpPr>
            <p:spPr bwMode="auto">
              <a:xfrm flipH="1">
                <a:off x="4271963" y="64674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3" name="Line 745"/>
              <p:cNvSpPr>
                <a:spLocks noChangeShapeType="1"/>
              </p:cNvSpPr>
              <p:nvPr userDrawn="1"/>
            </p:nvSpPr>
            <p:spPr bwMode="auto">
              <a:xfrm flipH="1">
                <a:off x="467836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4" name="Line 746"/>
              <p:cNvSpPr>
                <a:spLocks noChangeShapeType="1"/>
              </p:cNvSpPr>
              <p:nvPr userDrawn="1"/>
            </p:nvSpPr>
            <p:spPr bwMode="auto">
              <a:xfrm flipH="1">
                <a:off x="467836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5" name="Line 747"/>
              <p:cNvSpPr>
                <a:spLocks noChangeShapeType="1"/>
              </p:cNvSpPr>
              <p:nvPr userDrawn="1"/>
            </p:nvSpPr>
            <p:spPr bwMode="auto">
              <a:xfrm flipH="1">
                <a:off x="508158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6" name="Line 748"/>
              <p:cNvSpPr>
                <a:spLocks noChangeShapeType="1"/>
              </p:cNvSpPr>
              <p:nvPr userDrawn="1"/>
            </p:nvSpPr>
            <p:spPr bwMode="auto">
              <a:xfrm flipH="1">
                <a:off x="508158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7" name="Line 749"/>
              <p:cNvSpPr>
                <a:spLocks noChangeShapeType="1"/>
              </p:cNvSpPr>
              <p:nvPr userDrawn="1"/>
            </p:nvSpPr>
            <p:spPr bwMode="auto">
              <a:xfrm flipH="1">
                <a:off x="548481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8" name="Line 750"/>
              <p:cNvSpPr>
                <a:spLocks noChangeShapeType="1"/>
              </p:cNvSpPr>
              <p:nvPr userDrawn="1"/>
            </p:nvSpPr>
            <p:spPr bwMode="auto">
              <a:xfrm flipH="1">
                <a:off x="548481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9" name="Line 751"/>
              <p:cNvSpPr>
                <a:spLocks noChangeShapeType="1"/>
              </p:cNvSpPr>
              <p:nvPr userDrawn="1"/>
            </p:nvSpPr>
            <p:spPr bwMode="auto">
              <a:xfrm flipH="1">
                <a:off x="588803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0" name="Line 752"/>
              <p:cNvSpPr>
                <a:spLocks noChangeShapeType="1"/>
              </p:cNvSpPr>
              <p:nvPr userDrawn="1"/>
            </p:nvSpPr>
            <p:spPr bwMode="auto">
              <a:xfrm flipH="1">
                <a:off x="588803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1" name="Line 753"/>
              <p:cNvSpPr>
                <a:spLocks noChangeShapeType="1"/>
              </p:cNvSpPr>
              <p:nvPr userDrawn="1"/>
            </p:nvSpPr>
            <p:spPr bwMode="auto">
              <a:xfrm flipH="1">
                <a:off x="629126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2" name="Line 754"/>
              <p:cNvSpPr>
                <a:spLocks noChangeShapeType="1"/>
              </p:cNvSpPr>
              <p:nvPr userDrawn="1"/>
            </p:nvSpPr>
            <p:spPr bwMode="auto">
              <a:xfrm flipH="1">
                <a:off x="629126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3" name="Line 755"/>
              <p:cNvSpPr>
                <a:spLocks noChangeShapeType="1"/>
              </p:cNvSpPr>
              <p:nvPr userDrawn="1"/>
            </p:nvSpPr>
            <p:spPr bwMode="auto">
              <a:xfrm flipH="1">
                <a:off x="669448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4" name="Line 756"/>
              <p:cNvSpPr>
                <a:spLocks noChangeShapeType="1"/>
              </p:cNvSpPr>
              <p:nvPr userDrawn="1"/>
            </p:nvSpPr>
            <p:spPr bwMode="auto">
              <a:xfrm flipH="1">
                <a:off x="669448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5" name="Line 757"/>
              <p:cNvSpPr>
                <a:spLocks noChangeShapeType="1"/>
              </p:cNvSpPr>
              <p:nvPr userDrawn="1"/>
            </p:nvSpPr>
            <p:spPr bwMode="auto">
              <a:xfrm flipH="1">
                <a:off x="709771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6" name="Line 758"/>
              <p:cNvSpPr>
                <a:spLocks noChangeShapeType="1"/>
              </p:cNvSpPr>
              <p:nvPr userDrawn="1"/>
            </p:nvSpPr>
            <p:spPr bwMode="auto">
              <a:xfrm flipH="1">
                <a:off x="709771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7" name="Line 759"/>
              <p:cNvSpPr>
                <a:spLocks noChangeShapeType="1"/>
              </p:cNvSpPr>
              <p:nvPr userDrawn="1"/>
            </p:nvSpPr>
            <p:spPr bwMode="auto">
              <a:xfrm flipH="1">
                <a:off x="750093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8" name="Line 760"/>
              <p:cNvSpPr>
                <a:spLocks noChangeShapeType="1"/>
              </p:cNvSpPr>
              <p:nvPr userDrawn="1"/>
            </p:nvSpPr>
            <p:spPr bwMode="auto">
              <a:xfrm flipH="1">
                <a:off x="750093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9" name="Line 761"/>
              <p:cNvSpPr>
                <a:spLocks noChangeShapeType="1"/>
              </p:cNvSpPr>
              <p:nvPr userDrawn="1"/>
            </p:nvSpPr>
            <p:spPr bwMode="auto">
              <a:xfrm flipH="1">
                <a:off x="790416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0" name="Line 762"/>
              <p:cNvSpPr>
                <a:spLocks noChangeShapeType="1"/>
              </p:cNvSpPr>
              <p:nvPr userDrawn="1"/>
            </p:nvSpPr>
            <p:spPr bwMode="auto">
              <a:xfrm flipH="1">
                <a:off x="790416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1" name="Line 763"/>
              <p:cNvSpPr>
                <a:spLocks noChangeShapeType="1"/>
              </p:cNvSpPr>
              <p:nvPr userDrawn="1"/>
            </p:nvSpPr>
            <p:spPr bwMode="auto">
              <a:xfrm flipH="1">
                <a:off x="830738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2" name="Line 764"/>
              <p:cNvSpPr>
                <a:spLocks noChangeShapeType="1"/>
              </p:cNvSpPr>
              <p:nvPr userDrawn="1"/>
            </p:nvSpPr>
            <p:spPr bwMode="auto">
              <a:xfrm flipH="1">
                <a:off x="830738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3" name="Line 765"/>
              <p:cNvSpPr>
                <a:spLocks noChangeShapeType="1"/>
              </p:cNvSpPr>
              <p:nvPr userDrawn="1"/>
            </p:nvSpPr>
            <p:spPr bwMode="auto">
              <a:xfrm flipH="1">
                <a:off x="8710613" y="60642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4" name="Line 766"/>
              <p:cNvSpPr>
                <a:spLocks noChangeShapeType="1"/>
              </p:cNvSpPr>
              <p:nvPr userDrawn="1"/>
            </p:nvSpPr>
            <p:spPr bwMode="auto">
              <a:xfrm flipH="1">
                <a:off x="8710613" y="64674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pic>
          <p:nvPicPr>
            <p:cNvPr id="1179" name="Picture 1572"/>
            <p:cNvPicPr>
              <a:picLocks noChangeAspect="1"/>
            </p:cNvPicPr>
            <p:nvPr userDrawn="1"/>
          </p:nvPicPr>
          <p:blipFill rotWithShape="1">
            <a:blip r:embed="rId3"/>
            <a:srcRect r="24020"/>
            <a:stretch/>
          </p:blipFill>
          <p:spPr bwMode="hidden">
            <a:xfrm>
              <a:off x="4183338" y="316800"/>
              <a:ext cx="4773020" cy="6273371"/>
            </a:xfrm>
            <a:prstGeom prst="rect">
              <a:avLst/>
            </a:prstGeom>
          </p:spPr>
        </p:pic>
      </p:grpSp>
      <p:pic>
        <p:nvPicPr>
          <p:cNvPr id="592" name="図 1"/>
          <p:cNvPicPr>
            <a:picLocks noChangeAspect="1"/>
          </p:cNvPicPr>
          <p:nvPr userDrawn="1"/>
        </p:nvPicPr>
        <p:blipFill>
          <a:blip r:embed="rId4">
            <a:extLst>
              <a:ext uri="{28A0092B-C50C-407E-A947-70E740481C1C}">
                <a14:useLocalDpi xmlns:a14="http://schemas.microsoft.com/office/drawing/2010/main"/>
              </a:ext>
            </a:extLst>
          </a:blip>
          <a:srcRect/>
          <a:stretch>
            <a:fillRect/>
          </a:stretch>
        </p:blipFill>
        <p:spPr bwMode="auto">
          <a:xfrm>
            <a:off x="2462419" y="4584226"/>
            <a:ext cx="12239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554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イントロダクション">
    <p:bg>
      <p:bgPr>
        <a:solidFill>
          <a:schemeClr val="bg1"/>
        </a:solidFill>
        <a:effectLst/>
      </p:bgPr>
    </p:bg>
    <p:spTree>
      <p:nvGrpSpPr>
        <p:cNvPr id="1" name=""/>
        <p:cNvGrpSpPr/>
        <p:nvPr/>
      </p:nvGrpSpPr>
      <p:grpSpPr>
        <a:xfrm>
          <a:off x="0" y="0"/>
          <a:ext cx="0" cy="0"/>
          <a:chOff x="0" y="0"/>
          <a:chExt cx="0" cy="0"/>
        </a:xfrm>
      </p:grpSpPr>
      <p:sp>
        <p:nvSpPr>
          <p:cNvPr id="6" name="Content Placeholder 2"/>
          <p:cNvSpPr>
            <a:spLocks noGrp="1"/>
          </p:cNvSpPr>
          <p:nvPr>
            <p:ph idx="10"/>
          </p:nvPr>
        </p:nvSpPr>
        <p:spPr>
          <a:xfrm>
            <a:off x="395999" y="1116624"/>
            <a:ext cx="7135200" cy="3122002"/>
          </a:xfrm>
        </p:spPr>
        <p:txBody>
          <a:bodyPr>
            <a:noAutofit/>
          </a:bodyPr>
          <a:lstStyle>
            <a:lvl1pPr marL="180000" indent="-252000">
              <a:lnSpc>
                <a:spcPct val="120000"/>
              </a:lnSpc>
              <a:defRPr sz="2000"/>
            </a:lvl1pPr>
            <a:lvl2pPr marL="540000" indent="-252000">
              <a:lnSpc>
                <a:spcPct val="120000"/>
              </a:lnSpc>
              <a:spcBef>
                <a:spcPts val="800"/>
              </a:spcBef>
              <a:defRPr sz="2000"/>
            </a:lvl2pPr>
            <a:lvl3pPr marL="540000" indent="-252000">
              <a:lnSpc>
                <a:spcPct val="120000"/>
              </a:lnSpc>
              <a:spcBef>
                <a:spcPts val="800"/>
              </a:spcBef>
              <a:defRPr sz="2000"/>
            </a:lvl3pPr>
            <a:lvl4pPr marL="540000" indent="-252000">
              <a:lnSpc>
                <a:spcPct val="120000"/>
              </a:lnSpc>
              <a:spcBef>
                <a:spcPts val="800"/>
              </a:spcBef>
              <a:defRPr sz="2000"/>
            </a:lvl4pPr>
            <a:lvl5pPr marL="540000" indent="-252000">
              <a:lnSpc>
                <a:spcPct val="120000"/>
              </a:lnSpc>
              <a:spcBef>
                <a:spcPts val="800"/>
              </a:spcBef>
              <a:defRPr sz="20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dirty="0"/>
          </a:p>
        </p:txBody>
      </p:sp>
      <p:sp>
        <p:nvSpPr>
          <p:cNvPr id="8" name="Slide Number Placeholder 5"/>
          <p:cNvSpPr>
            <a:spLocks noGrp="1"/>
          </p:cNvSpPr>
          <p:nvPr>
            <p:ph type="sldNum" sz="quarter" idx="4"/>
          </p:nvPr>
        </p:nvSpPr>
        <p:spPr>
          <a:xfrm>
            <a:off x="7530413" y="4665373"/>
            <a:ext cx="1236216" cy="281231"/>
          </a:xfrm>
          <a:prstGeom prst="rect">
            <a:avLst/>
          </a:prstGeom>
        </p:spPr>
        <p:txBody>
          <a:bodyPr vert="horz" lIns="0" tIns="0" rIns="0" bIns="0" rtlCol="0" anchor="t" anchorCtr="0"/>
          <a:lstStyle>
            <a:lvl1pPr algn="r">
              <a:defRPr sz="1800">
                <a:solidFill>
                  <a:schemeClr val="tx1"/>
                </a:solidFill>
              </a:defRPr>
            </a:lvl1pPr>
          </a:lstStyle>
          <a:p>
            <a:fld id="{A3381702-59A5-4643-AE93-D7BF7F78153B}" type="slidenum">
              <a:rPr lang="en-GB" smtClean="0"/>
              <a:pPr/>
              <a:t>‹#›</a:t>
            </a:fld>
            <a:endParaRPr lang="en-GB" dirty="0"/>
          </a:p>
        </p:txBody>
      </p:sp>
      <p:sp>
        <p:nvSpPr>
          <p:cNvPr id="9" name="Title 1"/>
          <p:cNvSpPr>
            <a:spLocks noGrp="1"/>
          </p:cNvSpPr>
          <p:nvPr>
            <p:ph type="title"/>
          </p:nvPr>
        </p:nvSpPr>
        <p:spPr>
          <a:xfrm>
            <a:off x="396000" y="273845"/>
            <a:ext cx="5789648" cy="165771"/>
          </a:xfrm>
        </p:spPr>
        <p:txBody>
          <a:bodyPr>
            <a:normAutofit/>
          </a:bodyPr>
          <a:lstStyle>
            <a:lvl1pPr>
              <a:defRPr sz="1400">
                <a:solidFill>
                  <a:schemeClr val="tx2"/>
                </a:solidFill>
              </a:defRPr>
            </a:lvl1pPr>
          </a:lstStyle>
          <a:p>
            <a:r>
              <a:rPr lang="ja-JP" altLang="en-US"/>
              <a:t>マスター タイトルの書式設定</a:t>
            </a:r>
            <a:endParaRPr lang="en-GB" dirty="0"/>
          </a:p>
        </p:txBody>
      </p:sp>
      <p:sp>
        <p:nvSpPr>
          <p:cNvPr id="11" name="Footer Placeholder 4"/>
          <p:cNvSpPr>
            <a:spLocks noGrp="1"/>
          </p:cNvSpPr>
          <p:nvPr>
            <p:ph type="ftr" sz="quarter" idx="3"/>
          </p:nvPr>
        </p:nvSpPr>
        <p:spPr>
          <a:xfrm>
            <a:off x="5888507" y="4946603"/>
            <a:ext cx="2878123" cy="162000"/>
          </a:xfrm>
          <a:prstGeom prst="rect">
            <a:avLst/>
          </a:prstGeom>
        </p:spPr>
        <p:txBody>
          <a:bodyPr vert="horz" lIns="0" tIns="0" rIns="0" bIns="0" rtlCol="0" anchor="t" anchorCtr="0"/>
          <a:lstStyle>
            <a:lvl1pPr algn="r">
              <a:defRPr sz="700">
                <a:solidFill>
                  <a:schemeClr val="tx2"/>
                </a:solidFill>
                <a:latin typeface="+mn-lt"/>
              </a:defRPr>
            </a:lvl1pPr>
          </a:lstStyle>
          <a:p>
            <a:endParaRPr lang="en-GB" dirty="0"/>
          </a:p>
        </p:txBody>
      </p:sp>
    </p:spTree>
    <p:extLst>
      <p:ext uri="{BB962C8B-B14F-4D97-AF65-F5344CB8AC3E}">
        <p14:creationId xmlns:p14="http://schemas.microsoft.com/office/powerpoint/2010/main" val="1475389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307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DA9B1D0-A821-40F5-67D8-E984D25200EB}"/>
              </a:ext>
            </a:extLst>
          </p:cNvPr>
          <p:cNvSpPr>
            <a:spLocks noGrp="1"/>
          </p:cNvSpPr>
          <p:nvPr>
            <p:ph type="dt" sz="half" idx="10"/>
          </p:nvPr>
        </p:nvSpPr>
        <p:spPr/>
        <p:txBody>
          <a:bodyPr/>
          <a:lstStyle/>
          <a:p>
            <a:endParaRPr kumimoji="1" lang="ja-JP" altLang="en-US"/>
          </a:p>
        </p:txBody>
      </p:sp>
      <p:sp>
        <p:nvSpPr>
          <p:cNvPr id="3" name="フッター プレースホルダー 2">
            <a:extLst>
              <a:ext uri="{FF2B5EF4-FFF2-40B4-BE49-F238E27FC236}">
                <a16:creationId xmlns:a16="http://schemas.microsoft.com/office/drawing/2014/main" id="{7C5A0E0D-F5F5-9751-24FF-9DABBA9134F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264B31D-5A1C-B7E7-C0F7-1368D5E277E3}"/>
              </a:ext>
            </a:extLst>
          </p:cNvPr>
          <p:cNvSpPr>
            <a:spLocks noGrp="1"/>
          </p:cNvSpPr>
          <p:nvPr>
            <p:ph type="sldNum" sz="quarter" idx="12"/>
          </p:nvPr>
        </p:nvSpPr>
        <p:spPr/>
        <p:txBody>
          <a:bodyPr/>
          <a:lstStyle/>
          <a:p>
            <a:fld id="{75BB8461-A4F8-4BBC-AB2D-5D80B8F30C85}" type="slidenum">
              <a:rPr kumimoji="1" lang="ja-JP" altLang="en-US" smtClean="0"/>
              <a:t>‹#›</a:t>
            </a:fld>
            <a:endParaRPr kumimoji="1" lang="ja-JP" altLang="en-US"/>
          </a:p>
        </p:txBody>
      </p:sp>
    </p:spTree>
    <p:extLst>
      <p:ext uri="{BB962C8B-B14F-4D97-AF65-F5344CB8AC3E}">
        <p14:creationId xmlns:p14="http://schemas.microsoft.com/office/powerpoint/2010/main" val="395763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表紙用">
    <p:spTree>
      <p:nvGrpSpPr>
        <p:cNvPr id="1" name=""/>
        <p:cNvGrpSpPr/>
        <p:nvPr/>
      </p:nvGrpSpPr>
      <p:grpSpPr>
        <a:xfrm>
          <a:off x="0" y="0"/>
          <a:ext cx="0" cy="0"/>
          <a:chOff x="0" y="0"/>
          <a:chExt cx="0" cy="0"/>
        </a:xfrm>
      </p:grpSpPr>
      <p:sp>
        <p:nvSpPr>
          <p:cNvPr id="2" name="正方形/長方形 1"/>
          <p:cNvSpPr/>
          <p:nvPr userDrawn="1"/>
        </p:nvSpPr>
        <p:spPr>
          <a:xfrm>
            <a:off x="1" y="0"/>
            <a:ext cx="9194683"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pic>
        <p:nvPicPr>
          <p:cNvPr id="4" name="Picture 3">
            <a:extLst>
              <a:ext uri="{FF2B5EF4-FFF2-40B4-BE49-F238E27FC236}">
                <a16:creationId xmlns:a16="http://schemas.microsoft.com/office/drawing/2014/main" id="{D1F2C7BC-EC62-EC6D-F63A-3D7E3B0915E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4033" b="21388"/>
          <a:stretch/>
        </p:blipFill>
        <p:spPr>
          <a:xfrm>
            <a:off x="0" y="3432009"/>
            <a:ext cx="9194684" cy="1711491"/>
          </a:xfrm>
          <a:prstGeom prst="rect">
            <a:avLst/>
          </a:prstGeom>
        </p:spPr>
      </p:pic>
      <p:grpSp>
        <p:nvGrpSpPr>
          <p:cNvPr id="6" name="グループ化 5">
            <a:extLst>
              <a:ext uri="{FF2B5EF4-FFF2-40B4-BE49-F238E27FC236}">
                <a16:creationId xmlns:a16="http://schemas.microsoft.com/office/drawing/2014/main" id="{920C382F-0DBC-CD97-B103-F446AB4623D4}"/>
              </a:ext>
            </a:extLst>
          </p:cNvPr>
          <p:cNvGrpSpPr/>
          <p:nvPr userDrawn="1"/>
        </p:nvGrpSpPr>
        <p:grpSpPr>
          <a:xfrm>
            <a:off x="6672282" y="1825372"/>
            <a:ext cx="2291242" cy="2483522"/>
            <a:chOff x="2906865" y="3731735"/>
            <a:chExt cx="629756" cy="539075"/>
          </a:xfrm>
          <a:solidFill>
            <a:schemeClr val="accent4"/>
          </a:solidFill>
        </p:grpSpPr>
        <p:sp>
          <p:nvSpPr>
            <p:cNvPr id="7" name="フリーフォーム: 図形 6">
              <a:extLst>
                <a:ext uri="{FF2B5EF4-FFF2-40B4-BE49-F238E27FC236}">
                  <a16:creationId xmlns:a16="http://schemas.microsoft.com/office/drawing/2014/main" id="{CD6F21EA-65F0-FFF9-9EC1-125C896241FE}"/>
                </a:ext>
              </a:extLst>
            </p:cNvPr>
            <p:cNvSpPr/>
            <p:nvPr/>
          </p:nvSpPr>
          <p:spPr>
            <a:xfrm>
              <a:off x="2906865" y="3830220"/>
              <a:ext cx="539935" cy="440590"/>
            </a:xfrm>
            <a:custGeom>
              <a:avLst/>
              <a:gdLst>
                <a:gd name="connsiteX0" fmla="*/ 309419 w 539935"/>
                <a:gd name="connsiteY0" fmla="*/ 244651 h 440590"/>
                <a:gd name="connsiteX1" fmla="*/ 297504 w 539935"/>
                <a:gd name="connsiteY1" fmla="*/ 234413 h 440590"/>
                <a:gd name="connsiteX2" fmla="*/ 278101 w 539935"/>
                <a:gd name="connsiteY2" fmla="*/ 219643 h 440590"/>
                <a:gd name="connsiteX3" fmla="*/ 252952 w 539935"/>
                <a:gd name="connsiteY3" fmla="*/ 208060 h 440590"/>
                <a:gd name="connsiteX4" fmla="*/ 225627 w 539935"/>
                <a:gd name="connsiteY4" fmla="*/ 204182 h 440590"/>
                <a:gd name="connsiteX5" fmla="*/ 198353 w 539935"/>
                <a:gd name="connsiteY5" fmla="*/ 208969 h 440590"/>
                <a:gd name="connsiteX6" fmla="*/ 196715 w 539935"/>
                <a:gd name="connsiteY6" fmla="*/ 209455 h 440590"/>
                <a:gd name="connsiteX7" fmla="*/ 195115 w 539935"/>
                <a:gd name="connsiteY7" fmla="*/ 210070 h 440590"/>
                <a:gd name="connsiteX8" fmla="*/ 191915 w 539935"/>
                <a:gd name="connsiteY8" fmla="*/ 211285 h 440590"/>
                <a:gd name="connsiteX9" fmla="*/ 188728 w 539935"/>
                <a:gd name="connsiteY9" fmla="*/ 212489 h 440590"/>
                <a:gd name="connsiteX10" fmla="*/ 185631 w 539935"/>
                <a:gd name="connsiteY10" fmla="*/ 213896 h 440590"/>
                <a:gd name="connsiteX11" fmla="*/ 179475 w 539935"/>
                <a:gd name="connsiteY11" fmla="*/ 216750 h 440590"/>
                <a:gd name="connsiteX12" fmla="*/ 173511 w 539935"/>
                <a:gd name="connsiteY12" fmla="*/ 219937 h 440590"/>
                <a:gd name="connsiteX13" fmla="*/ 167713 w 539935"/>
                <a:gd name="connsiteY13" fmla="*/ 223239 h 440590"/>
                <a:gd name="connsiteX14" fmla="*/ 161966 w 539935"/>
                <a:gd name="connsiteY14" fmla="*/ 226605 h 440590"/>
                <a:gd name="connsiteX15" fmla="*/ 156386 w 539935"/>
                <a:gd name="connsiteY15" fmla="*/ 230189 h 440590"/>
                <a:gd name="connsiteX16" fmla="*/ 150844 w 539935"/>
                <a:gd name="connsiteY16" fmla="*/ 233811 h 440590"/>
                <a:gd name="connsiteX17" fmla="*/ 140017 w 539935"/>
                <a:gd name="connsiteY17" fmla="*/ 241439 h 440590"/>
                <a:gd name="connsiteX18" fmla="*/ 134705 w 539935"/>
                <a:gd name="connsiteY18" fmla="*/ 245394 h 440590"/>
                <a:gd name="connsiteX19" fmla="*/ 129548 w 539935"/>
                <a:gd name="connsiteY19" fmla="*/ 249553 h 440590"/>
                <a:gd name="connsiteX20" fmla="*/ 92700 w 539935"/>
                <a:gd name="connsiteY20" fmla="*/ 287271 h 440590"/>
                <a:gd name="connsiteX21" fmla="*/ 59757 w 539935"/>
                <a:gd name="connsiteY21" fmla="*/ 329097 h 440590"/>
                <a:gd name="connsiteX22" fmla="*/ 31280 w 539935"/>
                <a:gd name="connsiteY22" fmla="*/ 373623 h 440590"/>
                <a:gd name="connsiteX23" fmla="*/ 7334 w 539935"/>
                <a:gd name="connsiteY23" fmla="*/ 420543 h 440590"/>
                <a:gd name="connsiteX24" fmla="*/ 2496 w 539935"/>
                <a:gd name="connsiteY24" fmla="*/ 432151 h 440590"/>
                <a:gd name="connsiteX25" fmla="*/ 1178 w 539935"/>
                <a:gd name="connsiteY25" fmla="*/ 435363 h 440590"/>
                <a:gd name="connsiteX26" fmla="*/ 0 w 539935"/>
                <a:gd name="connsiteY26" fmla="*/ 438256 h 440590"/>
                <a:gd name="connsiteX27" fmla="*/ 1267 w 539935"/>
                <a:gd name="connsiteY27" fmla="*/ 439932 h 440590"/>
                <a:gd name="connsiteX28" fmla="*/ 5529 w 539935"/>
                <a:gd name="connsiteY28" fmla="*/ 439126 h 440590"/>
                <a:gd name="connsiteX29" fmla="*/ 27364 w 539935"/>
                <a:gd name="connsiteY29" fmla="*/ 397415 h 440590"/>
                <a:gd name="connsiteX30" fmla="*/ 52922 w 539935"/>
                <a:gd name="connsiteY30" fmla="*/ 357778 h 440590"/>
                <a:gd name="connsiteX31" fmla="*/ 67449 w 539935"/>
                <a:gd name="connsiteY31" fmla="*/ 338644 h 440590"/>
                <a:gd name="connsiteX32" fmla="*/ 82193 w 539935"/>
                <a:gd name="connsiteY32" fmla="*/ 319574 h 440590"/>
                <a:gd name="connsiteX33" fmla="*/ 114074 w 539935"/>
                <a:gd name="connsiteY33" fmla="*/ 283764 h 440590"/>
                <a:gd name="connsiteX34" fmla="*/ 150089 w 539935"/>
                <a:gd name="connsiteY34" fmla="*/ 252535 h 440590"/>
                <a:gd name="connsiteX35" fmla="*/ 159842 w 539935"/>
                <a:gd name="connsiteY35" fmla="*/ 245803 h 440590"/>
                <a:gd name="connsiteX36" fmla="*/ 169876 w 539935"/>
                <a:gd name="connsiteY36" fmla="*/ 239660 h 440590"/>
                <a:gd name="connsiteX37" fmla="*/ 175392 w 539935"/>
                <a:gd name="connsiteY37" fmla="*/ 236793 h 440590"/>
                <a:gd name="connsiteX38" fmla="*/ 178477 w 539935"/>
                <a:gd name="connsiteY38" fmla="*/ 235206 h 440590"/>
                <a:gd name="connsiteX39" fmla="*/ 181779 w 539935"/>
                <a:gd name="connsiteY39" fmla="*/ 233785 h 440590"/>
                <a:gd name="connsiteX40" fmla="*/ 195665 w 539935"/>
                <a:gd name="connsiteY40" fmla="*/ 228525 h 440590"/>
                <a:gd name="connsiteX41" fmla="*/ 200785 w 539935"/>
                <a:gd name="connsiteY41" fmla="*/ 227028 h 440590"/>
                <a:gd name="connsiteX42" fmla="*/ 205802 w 539935"/>
                <a:gd name="connsiteY42" fmla="*/ 225889 h 440590"/>
                <a:gd name="connsiteX43" fmla="*/ 208259 w 539935"/>
                <a:gd name="connsiteY43" fmla="*/ 225338 h 440590"/>
                <a:gd name="connsiteX44" fmla="*/ 210703 w 539935"/>
                <a:gd name="connsiteY44" fmla="*/ 224993 h 440590"/>
                <a:gd name="connsiteX45" fmla="*/ 215516 w 539935"/>
                <a:gd name="connsiteY45" fmla="*/ 224340 h 440590"/>
                <a:gd name="connsiteX46" fmla="*/ 234048 w 539935"/>
                <a:gd name="connsiteY46" fmla="*/ 224814 h 440590"/>
                <a:gd name="connsiteX47" fmla="*/ 251800 w 539935"/>
                <a:gd name="connsiteY47" fmla="*/ 229984 h 440590"/>
                <a:gd name="connsiteX48" fmla="*/ 268937 w 539935"/>
                <a:gd name="connsiteY48" fmla="*/ 240351 h 440590"/>
                <a:gd name="connsiteX49" fmla="*/ 285242 w 539935"/>
                <a:gd name="connsiteY49" fmla="*/ 256068 h 440590"/>
                <a:gd name="connsiteX50" fmla="*/ 287149 w 539935"/>
                <a:gd name="connsiteY50" fmla="*/ 258346 h 440590"/>
                <a:gd name="connsiteX51" fmla="*/ 288109 w 539935"/>
                <a:gd name="connsiteY51" fmla="*/ 259511 h 440590"/>
                <a:gd name="connsiteX52" fmla="*/ 288353 w 539935"/>
                <a:gd name="connsiteY52" fmla="*/ 259805 h 440590"/>
                <a:gd name="connsiteX53" fmla="*/ 288468 w 539935"/>
                <a:gd name="connsiteY53" fmla="*/ 259946 h 440590"/>
                <a:gd name="connsiteX54" fmla="*/ 288698 w 539935"/>
                <a:gd name="connsiteY54" fmla="*/ 260240 h 440590"/>
                <a:gd name="connsiteX55" fmla="*/ 289671 w 539935"/>
                <a:gd name="connsiteY55" fmla="*/ 261533 h 440590"/>
                <a:gd name="connsiteX56" fmla="*/ 293702 w 539935"/>
                <a:gd name="connsiteY56" fmla="*/ 266729 h 440590"/>
                <a:gd name="connsiteX57" fmla="*/ 296556 w 539935"/>
                <a:gd name="connsiteY57" fmla="*/ 270313 h 440590"/>
                <a:gd name="connsiteX58" fmla="*/ 324329 w 539935"/>
                <a:gd name="connsiteY58" fmla="*/ 276008 h 440590"/>
                <a:gd name="connsiteX59" fmla="*/ 337307 w 539935"/>
                <a:gd name="connsiteY59" fmla="*/ 258781 h 440590"/>
                <a:gd name="connsiteX60" fmla="*/ 344231 w 539935"/>
                <a:gd name="connsiteY60" fmla="*/ 248645 h 440590"/>
                <a:gd name="connsiteX61" fmla="*/ 350823 w 539935"/>
                <a:gd name="connsiteY61" fmla="*/ 239135 h 440590"/>
                <a:gd name="connsiteX62" fmla="*/ 394786 w 539935"/>
                <a:gd name="connsiteY62" fmla="*/ 177587 h 440590"/>
                <a:gd name="connsiteX63" fmla="*/ 436509 w 539935"/>
                <a:gd name="connsiteY63" fmla="*/ 123641 h 440590"/>
                <a:gd name="connsiteX64" fmla="*/ 481381 w 539935"/>
                <a:gd name="connsiteY64" fmla="*/ 72190 h 440590"/>
                <a:gd name="connsiteX65" fmla="*/ 493143 w 539935"/>
                <a:gd name="connsiteY65" fmla="*/ 60032 h 440590"/>
                <a:gd name="connsiteX66" fmla="*/ 505212 w 539935"/>
                <a:gd name="connsiteY66" fmla="*/ 48219 h 440590"/>
                <a:gd name="connsiteX67" fmla="*/ 532895 w 539935"/>
                <a:gd name="connsiteY67" fmla="*/ 22980 h 440590"/>
                <a:gd name="connsiteX68" fmla="*/ 539205 w 539935"/>
                <a:gd name="connsiteY68" fmla="*/ 14021 h 440590"/>
                <a:gd name="connsiteX69" fmla="*/ 539935 w 539935"/>
                <a:gd name="connsiteY69" fmla="*/ 6713 h 440590"/>
                <a:gd name="connsiteX70" fmla="*/ 538143 w 539935"/>
                <a:gd name="connsiteY70" fmla="*/ 1145 h 440590"/>
                <a:gd name="connsiteX71" fmla="*/ 530758 w 539935"/>
                <a:gd name="connsiteY71" fmla="*/ 710 h 440590"/>
                <a:gd name="connsiteX72" fmla="*/ 522964 w 539935"/>
                <a:gd name="connsiteY72" fmla="*/ 4140 h 440590"/>
                <a:gd name="connsiteX73" fmla="*/ 515873 w 539935"/>
                <a:gd name="connsiteY73" fmla="*/ 8837 h 440590"/>
                <a:gd name="connsiteX74" fmla="*/ 480370 w 539935"/>
                <a:gd name="connsiteY74" fmla="*/ 37724 h 440590"/>
                <a:gd name="connsiteX75" fmla="*/ 464576 w 539935"/>
                <a:gd name="connsiteY75" fmla="*/ 53799 h 440590"/>
                <a:gd name="connsiteX76" fmla="*/ 442025 w 539935"/>
                <a:gd name="connsiteY76" fmla="*/ 78743 h 440590"/>
                <a:gd name="connsiteX77" fmla="*/ 431108 w 539935"/>
                <a:gd name="connsiteY77" fmla="*/ 91555 h 440590"/>
                <a:gd name="connsiteX78" fmla="*/ 420408 w 539935"/>
                <a:gd name="connsiteY78" fmla="*/ 104520 h 440590"/>
                <a:gd name="connsiteX79" fmla="*/ 399816 w 539935"/>
                <a:gd name="connsiteY79" fmla="*/ 130513 h 440590"/>
                <a:gd name="connsiteX80" fmla="*/ 353664 w 539935"/>
                <a:gd name="connsiteY80" fmla="*/ 191665 h 440590"/>
                <a:gd name="connsiteX81" fmla="*/ 328591 w 539935"/>
                <a:gd name="connsiteY81" fmla="*/ 227514 h 440590"/>
                <a:gd name="connsiteX82" fmla="*/ 316855 w 539935"/>
                <a:gd name="connsiteY82" fmla="*/ 242847 h 440590"/>
                <a:gd name="connsiteX83" fmla="*/ 309419 w 539935"/>
                <a:gd name="connsiteY83" fmla="*/ 244690 h 440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39935" h="440590">
                  <a:moveTo>
                    <a:pt x="309419" y="244651"/>
                  </a:moveTo>
                  <a:cubicBezTo>
                    <a:pt x="309419" y="244651"/>
                    <a:pt x="302073" y="238559"/>
                    <a:pt x="297504" y="234413"/>
                  </a:cubicBezTo>
                  <a:cubicBezTo>
                    <a:pt x="291168" y="228922"/>
                    <a:pt x="285012" y="223918"/>
                    <a:pt x="278101" y="219643"/>
                  </a:cubicBezTo>
                  <a:cubicBezTo>
                    <a:pt x="270230" y="214805"/>
                    <a:pt x="261821" y="210774"/>
                    <a:pt x="252952" y="208060"/>
                  </a:cubicBezTo>
                  <a:cubicBezTo>
                    <a:pt x="244095" y="205334"/>
                    <a:pt x="234816" y="203977"/>
                    <a:pt x="225627" y="204182"/>
                  </a:cubicBezTo>
                  <a:cubicBezTo>
                    <a:pt x="216271" y="204425"/>
                    <a:pt x="207030" y="206051"/>
                    <a:pt x="198353" y="208969"/>
                  </a:cubicBezTo>
                  <a:lnTo>
                    <a:pt x="196715" y="209455"/>
                  </a:lnTo>
                  <a:lnTo>
                    <a:pt x="195115" y="210070"/>
                  </a:lnTo>
                  <a:lnTo>
                    <a:pt x="191915" y="211285"/>
                  </a:lnTo>
                  <a:lnTo>
                    <a:pt x="188728" y="212489"/>
                  </a:lnTo>
                  <a:cubicBezTo>
                    <a:pt x="187679" y="212924"/>
                    <a:pt x="186668" y="213423"/>
                    <a:pt x="185631" y="213896"/>
                  </a:cubicBezTo>
                  <a:cubicBezTo>
                    <a:pt x="183583" y="214856"/>
                    <a:pt x="181497" y="215752"/>
                    <a:pt x="179475" y="216750"/>
                  </a:cubicBezTo>
                  <a:lnTo>
                    <a:pt x="173511" y="219937"/>
                  </a:lnTo>
                  <a:cubicBezTo>
                    <a:pt x="171514" y="220923"/>
                    <a:pt x="169620" y="222100"/>
                    <a:pt x="167713" y="223239"/>
                  </a:cubicBezTo>
                  <a:lnTo>
                    <a:pt x="161966" y="226605"/>
                  </a:lnTo>
                  <a:lnTo>
                    <a:pt x="156386" y="230189"/>
                  </a:lnTo>
                  <a:cubicBezTo>
                    <a:pt x="154518" y="231366"/>
                    <a:pt x="152636" y="232531"/>
                    <a:pt x="150844" y="233811"/>
                  </a:cubicBezTo>
                  <a:cubicBezTo>
                    <a:pt x="147210" y="236320"/>
                    <a:pt x="143524" y="238751"/>
                    <a:pt x="140017" y="241439"/>
                  </a:cubicBezTo>
                  <a:lnTo>
                    <a:pt x="134705" y="245394"/>
                  </a:lnTo>
                  <a:lnTo>
                    <a:pt x="129548" y="249553"/>
                  </a:lnTo>
                  <a:cubicBezTo>
                    <a:pt x="115840" y="260714"/>
                    <a:pt x="104104" y="273973"/>
                    <a:pt x="92700" y="287271"/>
                  </a:cubicBezTo>
                  <a:cubicBezTo>
                    <a:pt x="81118" y="300748"/>
                    <a:pt x="70060" y="314660"/>
                    <a:pt x="59757" y="329097"/>
                  </a:cubicBezTo>
                  <a:cubicBezTo>
                    <a:pt x="49556" y="343495"/>
                    <a:pt x="40021" y="358329"/>
                    <a:pt x="31280" y="373623"/>
                  </a:cubicBezTo>
                  <a:cubicBezTo>
                    <a:pt x="22551" y="388917"/>
                    <a:pt x="14181" y="404365"/>
                    <a:pt x="7334" y="420543"/>
                  </a:cubicBezTo>
                  <a:lnTo>
                    <a:pt x="2496" y="432151"/>
                  </a:lnTo>
                  <a:lnTo>
                    <a:pt x="1178" y="435363"/>
                  </a:lnTo>
                  <a:cubicBezTo>
                    <a:pt x="858" y="436157"/>
                    <a:pt x="-13" y="437437"/>
                    <a:pt x="0" y="438256"/>
                  </a:cubicBezTo>
                  <a:cubicBezTo>
                    <a:pt x="0" y="438768"/>
                    <a:pt x="538" y="439369"/>
                    <a:pt x="1267" y="439932"/>
                  </a:cubicBezTo>
                  <a:cubicBezTo>
                    <a:pt x="2688" y="441072"/>
                    <a:pt x="4774" y="440688"/>
                    <a:pt x="5529" y="439126"/>
                  </a:cubicBezTo>
                  <a:cubicBezTo>
                    <a:pt x="12312" y="425112"/>
                    <a:pt x="19595" y="411084"/>
                    <a:pt x="27364" y="397415"/>
                  </a:cubicBezTo>
                  <a:cubicBezTo>
                    <a:pt x="35171" y="383759"/>
                    <a:pt x="43554" y="370398"/>
                    <a:pt x="52922" y="357778"/>
                  </a:cubicBezTo>
                  <a:cubicBezTo>
                    <a:pt x="57696" y="351315"/>
                    <a:pt x="62662" y="345069"/>
                    <a:pt x="67449" y="338644"/>
                  </a:cubicBezTo>
                  <a:cubicBezTo>
                    <a:pt x="72235" y="332181"/>
                    <a:pt x="77176" y="325846"/>
                    <a:pt x="82193" y="319574"/>
                  </a:cubicBezTo>
                  <a:cubicBezTo>
                    <a:pt x="92252" y="307070"/>
                    <a:pt x="102862" y="295052"/>
                    <a:pt x="114074" y="283764"/>
                  </a:cubicBezTo>
                  <a:cubicBezTo>
                    <a:pt x="125375" y="272412"/>
                    <a:pt x="137355" y="261814"/>
                    <a:pt x="150089" y="252535"/>
                  </a:cubicBezTo>
                  <a:cubicBezTo>
                    <a:pt x="153238" y="250104"/>
                    <a:pt x="156591" y="248030"/>
                    <a:pt x="159842" y="245803"/>
                  </a:cubicBezTo>
                  <a:cubicBezTo>
                    <a:pt x="163118" y="243615"/>
                    <a:pt x="166535" y="241708"/>
                    <a:pt x="169876" y="239660"/>
                  </a:cubicBezTo>
                  <a:cubicBezTo>
                    <a:pt x="171527" y="238751"/>
                    <a:pt x="173408" y="237817"/>
                    <a:pt x="175392" y="236793"/>
                  </a:cubicBezTo>
                  <a:cubicBezTo>
                    <a:pt x="176390" y="236281"/>
                    <a:pt x="177414" y="235756"/>
                    <a:pt x="178477" y="235206"/>
                  </a:cubicBezTo>
                  <a:cubicBezTo>
                    <a:pt x="179552" y="234745"/>
                    <a:pt x="180665" y="234259"/>
                    <a:pt x="181779" y="233785"/>
                  </a:cubicBezTo>
                  <a:cubicBezTo>
                    <a:pt x="186233" y="231750"/>
                    <a:pt x="191070" y="230035"/>
                    <a:pt x="195665" y="228525"/>
                  </a:cubicBezTo>
                  <a:cubicBezTo>
                    <a:pt x="197393" y="228013"/>
                    <a:pt x="199095" y="227514"/>
                    <a:pt x="200785" y="227028"/>
                  </a:cubicBezTo>
                  <a:cubicBezTo>
                    <a:pt x="202461" y="226529"/>
                    <a:pt x="204151" y="226285"/>
                    <a:pt x="205802" y="225889"/>
                  </a:cubicBezTo>
                  <a:cubicBezTo>
                    <a:pt x="206621" y="225709"/>
                    <a:pt x="207453" y="225517"/>
                    <a:pt x="208259" y="225338"/>
                  </a:cubicBezTo>
                  <a:cubicBezTo>
                    <a:pt x="209078" y="225198"/>
                    <a:pt x="209897" y="225108"/>
                    <a:pt x="210703" y="224993"/>
                  </a:cubicBezTo>
                  <a:cubicBezTo>
                    <a:pt x="212329" y="224788"/>
                    <a:pt x="213929" y="224468"/>
                    <a:pt x="215516" y="224340"/>
                  </a:cubicBezTo>
                  <a:cubicBezTo>
                    <a:pt x="221889" y="223726"/>
                    <a:pt x="228020" y="223956"/>
                    <a:pt x="234048" y="224814"/>
                  </a:cubicBezTo>
                  <a:cubicBezTo>
                    <a:pt x="240089" y="225671"/>
                    <a:pt x="245976" y="227412"/>
                    <a:pt x="251800" y="229984"/>
                  </a:cubicBezTo>
                  <a:cubicBezTo>
                    <a:pt x="257610" y="232557"/>
                    <a:pt x="263344" y="235974"/>
                    <a:pt x="268937" y="240351"/>
                  </a:cubicBezTo>
                  <a:cubicBezTo>
                    <a:pt x="274824" y="244920"/>
                    <a:pt x="280238" y="250296"/>
                    <a:pt x="285242" y="256068"/>
                  </a:cubicBezTo>
                  <a:cubicBezTo>
                    <a:pt x="285870" y="256759"/>
                    <a:pt x="286510" y="257565"/>
                    <a:pt x="287149" y="258346"/>
                  </a:cubicBezTo>
                  <a:lnTo>
                    <a:pt x="288109" y="259511"/>
                  </a:lnTo>
                  <a:lnTo>
                    <a:pt x="288353" y="259805"/>
                  </a:lnTo>
                  <a:lnTo>
                    <a:pt x="288468" y="259946"/>
                  </a:lnTo>
                  <a:lnTo>
                    <a:pt x="288698" y="260240"/>
                  </a:lnTo>
                  <a:lnTo>
                    <a:pt x="289671" y="261533"/>
                  </a:lnTo>
                  <a:lnTo>
                    <a:pt x="293702" y="266729"/>
                  </a:lnTo>
                  <a:lnTo>
                    <a:pt x="296556" y="270313"/>
                  </a:lnTo>
                  <a:cubicBezTo>
                    <a:pt x="297875" y="271951"/>
                    <a:pt x="312708" y="288295"/>
                    <a:pt x="324329" y="276008"/>
                  </a:cubicBezTo>
                  <a:cubicBezTo>
                    <a:pt x="328425" y="271720"/>
                    <a:pt x="332956" y="265244"/>
                    <a:pt x="337307" y="258781"/>
                  </a:cubicBezTo>
                  <a:lnTo>
                    <a:pt x="344231" y="248645"/>
                  </a:lnTo>
                  <a:lnTo>
                    <a:pt x="350823" y="239135"/>
                  </a:lnTo>
                  <a:cubicBezTo>
                    <a:pt x="365285" y="218478"/>
                    <a:pt x="379811" y="197873"/>
                    <a:pt x="394786" y="177587"/>
                  </a:cubicBezTo>
                  <a:cubicBezTo>
                    <a:pt x="408263" y="159259"/>
                    <a:pt x="422136" y="141239"/>
                    <a:pt x="436509" y="123641"/>
                  </a:cubicBezTo>
                  <a:cubicBezTo>
                    <a:pt x="450920" y="105991"/>
                    <a:pt x="465767" y="88700"/>
                    <a:pt x="481381" y="72190"/>
                  </a:cubicBezTo>
                  <a:cubicBezTo>
                    <a:pt x="485246" y="68082"/>
                    <a:pt x="489137" y="63999"/>
                    <a:pt x="493143" y="60032"/>
                  </a:cubicBezTo>
                  <a:cubicBezTo>
                    <a:pt x="497072" y="55987"/>
                    <a:pt x="501155" y="52109"/>
                    <a:pt x="505212" y="48219"/>
                  </a:cubicBezTo>
                  <a:cubicBezTo>
                    <a:pt x="514312" y="39695"/>
                    <a:pt x="523988" y="31644"/>
                    <a:pt x="532895" y="22980"/>
                  </a:cubicBezTo>
                  <a:cubicBezTo>
                    <a:pt x="535340" y="20458"/>
                    <a:pt x="538629" y="17745"/>
                    <a:pt x="539205" y="14021"/>
                  </a:cubicBezTo>
                  <a:cubicBezTo>
                    <a:pt x="539563" y="11640"/>
                    <a:pt x="539960" y="9196"/>
                    <a:pt x="539935" y="6713"/>
                  </a:cubicBezTo>
                  <a:cubicBezTo>
                    <a:pt x="539909" y="4793"/>
                    <a:pt x="539653" y="2502"/>
                    <a:pt x="538143" y="1145"/>
                  </a:cubicBezTo>
                  <a:cubicBezTo>
                    <a:pt x="536185" y="-621"/>
                    <a:pt x="533075" y="6"/>
                    <a:pt x="530758" y="710"/>
                  </a:cubicBezTo>
                  <a:cubicBezTo>
                    <a:pt x="528083" y="1542"/>
                    <a:pt x="525408" y="2681"/>
                    <a:pt x="522964" y="4140"/>
                  </a:cubicBezTo>
                  <a:cubicBezTo>
                    <a:pt x="520519" y="5599"/>
                    <a:pt x="518164" y="7225"/>
                    <a:pt x="515873" y="8837"/>
                  </a:cubicBezTo>
                  <a:cubicBezTo>
                    <a:pt x="503407" y="17835"/>
                    <a:pt x="491454" y="27357"/>
                    <a:pt x="480370" y="37724"/>
                  </a:cubicBezTo>
                  <a:cubicBezTo>
                    <a:pt x="474931" y="42933"/>
                    <a:pt x="469670" y="48308"/>
                    <a:pt x="464576" y="53799"/>
                  </a:cubicBezTo>
                  <a:cubicBezTo>
                    <a:pt x="456846" y="61977"/>
                    <a:pt x="449397" y="70334"/>
                    <a:pt x="442025" y="78743"/>
                  </a:cubicBezTo>
                  <a:lnTo>
                    <a:pt x="431108" y="91555"/>
                  </a:lnTo>
                  <a:cubicBezTo>
                    <a:pt x="427550" y="95880"/>
                    <a:pt x="423928" y="100155"/>
                    <a:pt x="420408" y="104520"/>
                  </a:cubicBezTo>
                  <a:cubicBezTo>
                    <a:pt x="413420" y="113107"/>
                    <a:pt x="406535" y="121746"/>
                    <a:pt x="399816" y="130513"/>
                  </a:cubicBezTo>
                  <a:cubicBezTo>
                    <a:pt x="384188" y="150761"/>
                    <a:pt x="368574" y="170957"/>
                    <a:pt x="353664" y="191665"/>
                  </a:cubicBezTo>
                  <a:cubicBezTo>
                    <a:pt x="345140" y="203504"/>
                    <a:pt x="336782" y="215445"/>
                    <a:pt x="328591" y="227514"/>
                  </a:cubicBezTo>
                  <a:lnTo>
                    <a:pt x="316855" y="242847"/>
                  </a:lnTo>
                  <a:cubicBezTo>
                    <a:pt x="315524" y="244357"/>
                    <a:pt x="312811" y="247250"/>
                    <a:pt x="309419" y="244690"/>
                  </a:cubicBezTo>
                </a:path>
              </a:pathLst>
            </a:custGeom>
            <a:grpFill/>
            <a:ln w="1278" cap="flat">
              <a:noFill/>
              <a:prstDash val="solid"/>
              <a:miter/>
            </a:ln>
          </p:spPr>
          <p:txBody>
            <a:bodyPr rtlCol="0" anchor="ctr"/>
            <a:lstStyle/>
            <a:p>
              <a:endParaRPr lang="ja-JP" altLang="en-US" sz="1350"/>
            </a:p>
          </p:txBody>
        </p:sp>
        <p:sp>
          <p:nvSpPr>
            <p:cNvPr id="8" name="フリーフォーム: 図形 7">
              <a:extLst>
                <a:ext uri="{FF2B5EF4-FFF2-40B4-BE49-F238E27FC236}">
                  <a16:creationId xmlns:a16="http://schemas.microsoft.com/office/drawing/2014/main" id="{3DD54528-6607-2B26-BD89-A07B9AE28BD3}"/>
                </a:ext>
              </a:extLst>
            </p:cNvPr>
            <p:cNvSpPr/>
            <p:nvPr/>
          </p:nvSpPr>
          <p:spPr>
            <a:xfrm>
              <a:off x="3200302" y="3731735"/>
              <a:ext cx="336319" cy="210756"/>
            </a:xfrm>
            <a:custGeom>
              <a:avLst/>
              <a:gdLst>
                <a:gd name="connsiteX0" fmla="*/ 334525 w 336319"/>
                <a:gd name="connsiteY0" fmla="*/ 14328 h 210756"/>
                <a:gd name="connsiteX1" fmla="*/ 312805 w 336319"/>
                <a:gd name="connsiteY1" fmla="*/ 57203 h 210756"/>
                <a:gd name="connsiteX2" fmla="*/ 311602 w 336319"/>
                <a:gd name="connsiteY2" fmla="*/ 59840 h 210756"/>
                <a:gd name="connsiteX3" fmla="*/ 310591 w 336319"/>
                <a:gd name="connsiteY3" fmla="*/ 62156 h 210756"/>
                <a:gd name="connsiteX4" fmla="*/ 309273 w 336319"/>
                <a:gd name="connsiteY4" fmla="*/ 65292 h 210756"/>
                <a:gd name="connsiteX5" fmla="*/ 306726 w 336319"/>
                <a:gd name="connsiteY5" fmla="*/ 71602 h 210756"/>
                <a:gd name="connsiteX6" fmla="*/ 302029 w 336319"/>
                <a:gd name="connsiteY6" fmla="*/ 84349 h 210756"/>
                <a:gd name="connsiteX7" fmla="*/ 295041 w 336319"/>
                <a:gd name="connsiteY7" fmla="*/ 106606 h 210756"/>
                <a:gd name="connsiteX8" fmla="*/ 289512 w 336319"/>
                <a:gd name="connsiteY8" fmla="*/ 129285 h 210756"/>
                <a:gd name="connsiteX9" fmla="*/ 285980 w 336319"/>
                <a:gd name="connsiteY9" fmla="*/ 151798 h 210756"/>
                <a:gd name="connsiteX10" fmla="*/ 285365 w 336319"/>
                <a:gd name="connsiteY10" fmla="*/ 159221 h 210756"/>
                <a:gd name="connsiteX11" fmla="*/ 284917 w 336319"/>
                <a:gd name="connsiteY11" fmla="*/ 166554 h 210756"/>
                <a:gd name="connsiteX12" fmla="*/ 285327 w 336319"/>
                <a:gd name="connsiteY12" fmla="*/ 194763 h 210756"/>
                <a:gd name="connsiteX13" fmla="*/ 285992 w 336319"/>
                <a:gd name="connsiteY13" fmla="*/ 199639 h 210756"/>
                <a:gd name="connsiteX14" fmla="*/ 286005 w 336319"/>
                <a:gd name="connsiteY14" fmla="*/ 202160 h 210756"/>
                <a:gd name="connsiteX15" fmla="*/ 285826 w 336319"/>
                <a:gd name="connsiteY15" fmla="*/ 204669 h 210756"/>
                <a:gd name="connsiteX16" fmla="*/ 282780 w 336319"/>
                <a:gd name="connsiteY16" fmla="*/ 209596 h 210756"/>
                <a:gd name="connsiteX17" fmla="*/ 277225 w 336319"/>
                <a:gd name="connsiteY17" fmla="*/ 210735 h 210756"/>
                <a:gd name="connsiteX18" fmla="*/ 270800 w 336319"/>
                <a:gd name="connsiteY18" fmla="*/ 209468 h 210756"/>
                <a:gd name="connsiteX19" fmla="*/ 265028 w 336319"/>
                <a:gd name="connsiteY19" fmla="*/ 202698 h 210756"/>
                <a:gd name="connsiteX20" fmla="*/ 260114 w 336319"/>
                <a:gd name="connsiteY20" fmla="*/ 173389 h 210756"/>
                <a:gd name="connsiteX21" fmla="*/ 261521 w 336319"/>
                <a:gd name="connsiteY21" fmla="*/ 147075 h 210756"/>
                <a:gd name="connsiteX22" fmla="*/ 272554 w 336319"/>
                <a:gd name="connsiteY22" fmla="*/ 96034 h 210756"/>
                <a:gd name="connsiteX23" fmla="*/ 280681 w 336319"/>
                <a:gd name="connsiteY23" fmla="*/ 71512 h 210756"/>
                <a:gd name="connsiteX24" fmla="*/ 285224 w 336319"/>
                <a:gd name="connsiteY24" fmla="*/ 59456 h 210756"/>
                <a:gd name="connsiteX25" fmla="*/ 287605 w 336319"/>
                <a:gd name="connsiteY25" fmla="*/ 53479 h 210756"/>
                <a:gd name="connsiteX26" fmla="*/ 288207 w 336319"/>
                <a:gd name="connsiteY26" fmla="*/ 51981 h 210756"/>
                <a:gd name="connsiteX27" fmla="*/ 288360 w 336319"/>
                <a:gd name="connsiteY27" fmla="*/ 51610 h 210756"/>
                <a:gd name="connsiteX28" fmla="*/ 288360 w 336319"/>
                <a:gd name="connsiteY28" fmla="*/ 51546 h 210756"/>
                <a:gd name="connsiteX29" fmla="*/ 288360 w 336319"/>
                <a:gd name="connsiteY29" fmla="*/ 51495 h 210756"/>
                <a:gd name="connsiteX30" fmla="*/ 288360 w 336319"/>
                <a:gd name="connsiteY30" fmla="*/ 51226 h 210756"/>
                <a:gd name="connsiteX31" fmla="*/ 287349 w 336319"/>
                <a:gd name="connsiteY31" fmla="*/ 50701 h 210756"/>
                <a:gd name="connsiteX32" fmla="*/ 287157 w 336319"/>
                <a:gd name="connsiteY32" fmla="*/ 50881 h 210756"/>
                <a:gd name="connsiteX33" fmla="*/ 287042 w 336319"/>
                <a:gd name="connsiteY33" fmla="*/ 51009 h 210756"/>
                <a:gd name="connsiteX34" fmla="*/ 286466 w 336319"/>
                <a:gd name="connsiteY34" fmla="*/ 51341 h 210756"/>
                <a:gd name="connsiteX35" fmla="*/ 285608 w 336319"/>
                <a:gd name="connsiteY35" fmla="*/ 51815 h 210756"/>
                <a:gd name="connsiteX36" fmla="*/ 284713 w 336319"/>
                <a:gd name="connsiteY36" fmla="*/ 52263 h 210756"/>
                <a:gd name="connsiteX37" fmla="*/ 284239 w 336319"/>
                <a:gd name="connsiteY37" fmla="*/ 52480 h 210756"/>
                <a:gd name="connsiteX38" fmla="*/ 280809 w 336319"/>
                <a:gd name="connsiteY38" fmla="*/ 54298 h 210756"/>
                <a:gd name="connsiteX39" fmla="*/ 264747 w 336319"/>
                <a:gd name="connsiteY39" fmla="*/ 62719 h 210756"/>
                <a:gd name="connsiteX40" fmla="*/ 204453 w 336319"/>
                <a:gd name="connsiteY40" fmla="*/ 93065 h 210756"/>
                <a:gd name="connsiteX41" fmla="*/ 183450 w 336319"/>
                <a:gd name="connsiteY41" fmla="*/ 101973 h 210756"/>
                <a:gd name="connsiteX42" fmla="*/ 166722 w 336319"/>
                <a:gd name="connsiteY42" fmla="*/ 109229 h 210756"/>
                <a:gd name="connsiteX43" fmla="*/ 133599 w 336319"/>
                <a:gd name="connsiteY43" fmla="*/ 123781 h 210756"/>
                <a:gd name="connsiteX44" fmla="*/ 100720 w 336319"/>
                <a:gd name="connsiteY44" fmla="*/ 138193 h 210756"/>
                <a:gd name="connsiteX45" fmla="*/ 84235 w 336319"/>
                <a:gd name="connsiteY45" fmla="*/ 145258 h 210756"/>
                <a:gd name="connsiteX46" fmla="*/ 67559 w 336319"/>
                <a:gd name="connsiteY46" fmla="*/ 151567 h 210756"/>
                <a:gd name="connsiteX47" fmla="*/ 3310 w 336319"/>
                <a:gd name="connsiteY47" fmla="*/ 178982 h 210756"/>
                <a:gd name="connsiteX48" fmla="*/ 161 w 336319"/>
                <a:gd name="connsiteY48" fmla="*/ 176499 h 210756"/>
                <a:gd name="connsiteX49" fmla="*/ 149 w 336319"/>
                <a:gd name="connsiteY49" fmla="*/ 174490 h 210756"/>
                <a:gd name="connsiteX50" fmla="*/ 2209 w 336319"/>
                <a:gd name="connsiteY50" fmla="*/ 173414 h 210756"/>
                <a:gd name="connsiteX51" fmla="*/ 4474 w 336319"/>
                <a:gd name="connsiteY51" fmla="*/ 172199 h 210756"/>
                <a:gd name="connsiteX52" fmla="*/ 12563 w 336319"/>
                <a:gd name="connsiteY52" fmla="*/ 167693 h 210756"/>
                <a:gd name="connsiteX53" fmla="*/ 46863 w 336319"/>
                <a:gd name="connsiteY53" fmla="*/ 150147 h 210756"/>
                <a:gd name="connsiteX54" fmla="*/ 81573 w 336319"/>
                <a:gd name="connsiteY54" fmla="*/ 133496 h 210756"/>
                <a:gd name="connsiteX55" fmla="*/ 116577 w 336319"/>
                <a:gd name="connsiteY55" fmla="*/ 117037 h 210756"/>
                <a:gd name="connsiteX56" fmla="*/ 150724 w 336319"/>
                <a:gd name="connsiteY56" fmla="*/ 99963 h 210756"/>
                <a:gd name="connsiteX57" fmla="*/ 168232 w 336319"/>
                <a:gd name="connsiteY57" fmla="*/ 92310 h 210756"/>
                <a:gd name="connsiteX58" fmla="*/ 185370 w 336319"/>
                <a:gd name="connsiteY58" fmla="*/ 83875 h 210756"/>
                <a:gd name="connsiteX59" fmla="*/ 218685 w 336319"/>
                <a:gd name="connsiteY59" fmla="*/ 64281 h 210756"/>
                <a:gd name="connsiteX60" fmla="*/ 234977 w 336319"/>
                <a:gd name="connsiteY60" fmla="*/ 54695 h 210756"/>
                <a:gd name="connsiteX61" fmla="*/ 251167 w 336319"/>
                <a:gd name="connsiteY61" fmla="*/ 44981 h 210756"/>
                <a:gd name="connsiteX62" fmla="*/ 265131 w 336319"/>
                <a:gd name="connsiteY62" fmla="*/ 36047 h 210756"/>
                <a:gd name="connsiteX63" fmla="*/ 272144 w 336319"/>
                <a:gd name="connsiteY63" fmla="*/ 31964 h 210756"/>
                <a:gd name="connsiteX64" fmla="*/ 282498 w 336319"/>
                <a:gd name="connsiteY64" fmla="*/ 25616 h 210756"/>
                <a:gd name="connsiteX65" fmla="*/ 299482 w 336319"/>
                <a:gd name="connsiteY65" fmla="*/ 15198 h 210756"/>
                <a:gd name="connsiteX66" fmla="*/ 317003 w 336319"/>
                <a:gd name="connsiteY66" fmla="*/ 4307 h 210756"/>
                <a:gd name="connsiteX67" fmla="*/ 332938 w 336319"/>
                <a:gd name="connsiteY67" fmla="*/ 1286 h 210756"/>
                <a:gd name="connsiteX68" fmla="*/ 334486 w 336319"/>
                <a:gd name="connsiteY68" fmla="*/ 14315 h 210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336319" h="210756">
                  <a:moveTo>
                    <a:pt x="334525" y="14328"/>
                  </a:moveTo>
                  <a:cubicBezTo>
                    <a:pt x="325950" y="29507"/>
                    <a:pt x="319102" y="43138"/>
                    <a:pt x="312805" y="57203"/>
                  </a:cubicBezTo>
                  <a:lnTo>
                    <a:pt x="311602" y="59840"/>
                  </a:lnTo>
                  <a:lnTo>
                    <a:pt x="310591" y="62156"/>
                  </a:lnTo>
                  <a:lnTo>
                    <a:pt x="309273" y="65292"/>
                  </a:lnTo>
                  <a:cubicBezTo>
                    <a:pt x="308377" y="67378"/>
                    <a:pt x="307571" y="69490"/>
                    <a:pt x="306726" y="71602"/>
                  </a:cubicBezTo>
                  <a:cubicBezTo>
                    <a:pt x="305050" y="75812"/>
                    <a:pt x="303488" y="80061"/>
                    <a:pt x="302029" y="84349"/>
                  </a:cubicBezTo>
                  <a:cubicBezTo>
                    <a:pt x="299469" y="91721"/>
                    <a:pt x="297191" y="99170"/>
                    <a:pt x="295041" y="106606"/>
                  </a:cubicBezTo>
                  <a:cubicBezTo>
                    <a:pt x="292916" y="114144"/>
                    <a:pt x="291086" y="121721"/>
                    <a:pt x="289512" y="129285"/>
                  </a:cubicBezTo>
                  <a:cubicBezTo>
                    <a:pt x="288040" y="136810"/>
                    <a:pt x="286671" y="144336"/>
                    <a:pt x="285980" y="151798"/>
                  </a:cubicBezTo>
                  <a:cubicBezTo>
                    <a:pt x="285660" y="154293"/>
                    <a:pt x="285557" y="156763"/>
                    <a:pt x="285365" y="159221"/>
                  </a:cubicBezTo>
                  <a:cubicBezTo>
                    <a:pt x="285135" y="161691"/>
                    <a:pt x="285071" y="164123"/>
                    <a:pt x="284917" y="166554"/>
                  </a:cubicBezTo>
                  <a:cubicBezTo>
                    <a:pt x="284329" y="176294"/>
                    <a:pt x="284021" y="185842"/>
                    <a:pt x="285327" y="194763"/>
                  </a:cubicBezTo>
                  <a:cubicBezTo>
                    <a:pt x="285455" y="196426"/>
                    <a:pt x="285890" y="197975"/>
                    <a:pt x="285992" y="199639"/>
                  </a:cubicBezTo>
                  <a:cubicBezTo>
                    <a:pt x="286056" y="200458"/>
                    <a:pt x="286069" y="201303"/>
                    <a:pt x="286005" y="202160"/>
                  </a:cubicBezTo>
                  <a:cubicBezTo>
                    <a:pt x="286005" y="202979"/>
                    <a:pt x="285980" y="203798"/>
                    <a:pt x="285826" y="204669"/>
                  </a:cubicBezTo>
                  <a:cubicBezTo>
                    <a:pt x="285583" y="206128"/>
                    <a:pt x="285007" y="208201"/>
                    <a:pt x="282780" y="209596"/>
                  </a:cubicBezTo>
                  <a:cubicBezTo>
                    <a:pt x="281065" y="210671"/>
                    <a:pt x="278966" y="210825"/>
                    <a:pt x="277225" y="210735"/>
                  </a:cubicBezTo>
                  <a:cubicBezTo>
                    <a:pt x="274998" y="210620"/>
                    <a:pt x="272899" y="210082"/>
                    <a:pt x="270800" y="209468"/>
                  </a:cubicBezTo>
                  <a:cubicBezTo>
                    <a:pt x="267396" y="208521"/>
                    <a:pt x="266206" y="205257"/>
                    <a:pt x="265028" y="202698"/>
                  </a:cubicBezTo>
                  <a:cubicBezTo>
                    <a:pt x="260984" y="193431"/>
                    <a:pt x="260318" y="183141"/>
                    <a:pt x="260114" y="173389"/>
                  </a:cubicBezTo>
                  <a:cubicBezTo>
                    <a:pt x="259870" y="164519"/>
                    <a:pt x="260498" y="155752"/>
                    <a:pt x="261521" y="147075"/>
                  </a:cubicBezTo>
                  <a:cubicBezTo>
                    <a:pt x="263582" y="129605"/>
                    <a:pt x="267626" y="112621"/>
                    <a:pt x="272554" y="96034"/>
                  </a:cubicBezTo>
                  <a:cubicBezTo>
                    <a:pt x="275011" y="87766"/>
                    <a:pt x="277789" y="79614"/>
                    <a:pt x="280681" y="71512"/>
                  </a:cubicBezTo>
                  <a:cubicBezTo>
                    <a:pt x="282153" y="67480"/>
                    <a:pt x="283650" y="63449"/>
                    <a:pt x="285224" y="59456"/>
                  </a:cubicBezTo>
                  <a:lnTo>
                    <a:pt x="287605" y="53479"/>
                  </a:lnTo>
                  <a:lnTo>
                    <a:pt x="288207" y="51981"/>
                  </a:lnTo>
                  <a:lnTo>
                    <a:pt x="288360" y="51610"/>
                  </a:lnTo>
                  <a:cubicBezTo>
                    <a:pt x="288399" y="51508"/>
                    <a:pt x="288360" y="51572"/>
                    <a:pt x="288360" y="51546"/>
                  </a:cubicBezTo>
                  <a:cubicBezTo>
                    <a:pt x="288360" y="51546"/>
                    <a:pt x="288360" y="51533"/>
                    <a:pt x="288360" y="51495"/>
                  </a:cubicBezTo>
                  <a:lnTo>
                    <a:pt x="288360" y="51226"/>
                  </a:lnTo>
                  <a:cubicBezTo>
                    <a:pt x="288360" y="49959"/>
                    <a:pt x="287720" y="50356"/>
                    <a:pt x="287349" y="50701"/>
                  </a:cubicBezTo>
                  <a:lnTo>
                    <a:pt x="287157" y="50881"/>
                  </a:lnTo>
                  <a:cubicBezTo>
                    <a:pt x="287093" y="50945"/>
                    <a:pt x="287055" y="50996"/>
                    <a:pt x="287042" y="51009"/>
                  </a:cubicBezTo>
                  <a:cubicBezTo>
                    <a:pt x="287170" y="50945"/>
                    <a:pt x="286722" y="51201"/>
                    <a:pt x="286466" y="51341"/>
                  </a:cubicBezTo>
                  <a:lnTo>
                    <a:pt x="285608" y="51815"/>
                  </a:lnTo>
                  <a:lnTo>
                    <a:pt x="284713" y="52263"/>
                  </a:lnTo>
                  <a:lnTo>
                    <a:pt x="284239" y="52480"/>
                  </a:lnTo>
                  <a:lnTo>
                    <a:pt x="280809" y="54298"/>
                  </a:lnTo>
                  <a:cubicBezTo>
                    <a:pt x="275472" y="57139"/>
                    <a:pt x="270122" y="59955"/>
                    <a:pt x="264747" y="62719"/>
                  </a:cubicBezTo>
                  <a:cubicBezTo>
                    <a:pt x="243207" y="73701"/>
                    <a:pt x="226377" y="83031"/>
                    <a:pt x="204453" y="93065"/>
                  </a:cubicBezTo>
                  <a:cubicBezTo>
                    <a:pt x="197119" y="96392"/>
                    <a:pt x="188915" y="99592"/>
                    <a:pt x="183450" y="101973"/>
                  </a:cubicBezTo>
                  <a:lnTo>
                    <a:pt x="166722" y="109229"/>
                  </a:lnTo>
                  <a:lnTo>
                    <a:pt x="133599" y="123781"/>
                  </a:lnTo>
                  <a:cubicBezTo>
                    <a:pt x="122669" y="128645"/>
                    <a:pt x="111688" y="133419"/>
                    <a:pt x="100720" y="138193"/>
                  </a:cubicBezTo>
                  <a:cubicBezTo>
                    <a:pt x="95242" y="140599"/>
                    <a:pt x="89726" y="142903"/>
                    <a:pt x="84235" y="145258"/>
                  </a:cubicBezTo>
                  <a:cubicBezTo>
                    <a:pt x="78757" y="147587"/>
                    <a:pt x="73152" y="149545"/>
                    <a:pt x="67559" y="151567"/>
                  </a:cubicBezTo>
                  <a:cubicBezTo>
                    <a:pt x="45673" y="159592"/>
                    <a:pt x="24811" y="169869"/>
                    <a:pt x="3310" y="178982"/>
                  </a:cubicBezTo>
                  <a:cubicBezTo>
                    <a:pt x="2094" y="179494"/>
                    <a:pt x="520" y="178265"/>
                    <a:pt x="161" y="176499"/>
                  </a:cubicBezTo>
                  <a:cubicBezTo>
                    <a:pt x="-18" y="175616"/>
                    <a:pt x="-82" y="174822"/>
                    <a:pt x="149" y="174490"/>
                  </a:cubicBezTo>
                  <a:cubicBezTo>
                    <a:pt x="520" y="173952"/>
                    <a:pt x="1646" y="173709"/>
                    <a:pt x="2209" y="173414"/>
                  </a:cubicBezTo>
                  <a:lnTo>
                    <a:pt x="4474" y="172199"/>
                  </a:lnTo>
                  <a:cubicBezTo>
                    <a:pt x="7188" y="170740"/>
                    <a:pt x="9875" y="169229"/>
                    <a:pt x="12563" y="167693"/>
                  </a:cubicBezTo>
                  <a:cubicBezTo>
                    <a:pt x="23788" y="161320"/>
                    <a:pt x="35345" y="155829"/>
                    <a:pt x="46863" y="150147"/>
                  </a:cubicBezTo>
                  <a:cubicBezTo>
                    <a:pt x="58357" y="144426"/>
                    <a:pt x="69965" y="138948"/>
                    <a:pt x="81573" y="133496"/>
                  </a:cubicBezTo>
                  <a:cubicBezTo>
                    <a:pt x="93271" y="128082"/>
                    <a:pt x="104969" y="122642"/>
                    <a:pt x="116577" y="117037"/>
                  </a:cubicBezTo>
                  <a:cubicBezTo>
                    <a:pt x="127981" y="111380"/>
                    <a:pt x="139116" y="105147"/>
                    <a:pt x="150724" y="99963"/>
                  </a:cubicBezTo>
                  <a:cubicBezTo>
                    <a:pt x="156573" y="97416"/>
                    <a:pt x="162409" y="94857"/>
                    <a:pt x="168232" y="92310"/>
                  </a:cubicBezTo>
                  <a:cubicBezTo>
                    <a:pt x="174017" y="89660"/>
                    <a:pt x="179764" y="86909"/>
                    <a:pt x="185370" y="83875"/>
                  </a:cubicBezTo>
                  <a:cubicBezTo>
                    <a:pt x="196735" y="77809"/>
                    <a:pt x="207575" y="70782"/>
                    <a:pt x="218685" y="64281"/>
                  </a:cubicBezTo>
                  <a:cubicBezTo>
                    <a:pt x="224098" y="61056"/>
                    <a:pt x="229525" y="57843"/>
                    <a:pt x="234977" y="54695"/>
                  </a:cubicBezTo>
                  <a:cubicBezTo>
                    <a:pt x="240404" y="51495"/>
                    <a:pt x="245907" y="48436"/>
                    <a:pt x="251167" y="44981"/>
                  </a:cubicBezTo>
                  <a:cubicBezTo>
                    <a:pt x="255826" y="41986"/>
                    <a:pt x="260370" y="38837"/>
                    <a:pt x="265131" y="36047"/>
                  </a:cubicBezTo>
                  <a:lnTo>
                    <a:pt x="272144" y="31964"/>
                  </a:lnTo>
                  <a:lnTo>
                    <a:pt x="282498" y="25616"/>
                  </a:lnTo>
                  <a:lnTo>
                    <a:pt x="299482" y="15198"/>
                  </a:lnTo>
                  <a:cubicBezTo>
                    <a:pt x="305216" y="11679"/>
                    <a:pt x="310911" y="8249"/>
                    <a:pt x="317003" y="4307"/>
                  </a:cubicBezTo>
                  <a:cubicBezTo>
                    <a:pt x="317003" y="4307"/>
                    <a:pt x="326730" y="-2848"/>
                    <a:pt x="332938" y="1286"/>
                  </a:cubicBezTo>
                  <a:cubicBezTo>
                    <a:pt x="332938" y="1286"/>
                    <a:pt x="339375" y="5714"/>
                    <a:pt x="334486" y="14315"/>
                  </a:cubicBezTo>
                </a:path>
              </a:pathLst>
            </a:custGeom>
            <a:grpFill/>
            <a:ln w="1278" cap="flat">
              <a:noFill/>
              <a:prstDash val="solid"/>
              <a:miter/>
            </a:ln>
          </p:spPr>
          <p:txBody>
            <a:bodyPr rtlCol="0" anchor="ctr"/>
            <a:lstStyle/>
            <a:p>
              <a:endParaRPr lang="ja-JP" altLang="en-US" sz="1350"/>
            </a:p>
          </p:txBody>
        </p:sp>
      </p:grpSp>
      <p:pic>
        <p:nvPicPr>
          <p:cNvPr id="9" name="Picture 9">
            <a:extLst>
              <a:ext uri="{FF2B5EF4-FFF2-40B4-BE49-F238E27FC236}">
                <a16:creationId xmlns:a16="http://schemas.microsoft.com/office/drawing/2014/main" id="{7B8C57C4-69B9-A7BB-9B1D-2918D50C9651}"/>
              </a:ext>
            </a:extLst>
          </p:cNvPr>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01245" y="290943"/>
            <a:ext cx="1422518" cy="312858"/>
          </a:xfrm>
          <a:prstGeom prst="rect">
            <a:avLst/>
          </a:prstGeom>
          <a:noFill/>
          <a:ln>
            <a:noFill/>
          </a:ln>
        </p:spPr>
      </p:pic>
    </p:spTree>
    <p:extLst>
      <p:ext uri="{BB962C8B-B14F-4D97-AF65-F5344CB8AC3E}">
        <p14:creationId xmlns:p14="http://schemas.microsoft.com/office/powerpoint/2010/main" val="4157590889"/>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5_表紙用">
    <p:spTree>
      <p:nvGrpSpPr>
        <p:cNvPr id="1" name=""/>
        <p:cNvGrpSpPr/>
        <p:nvPr/>
      </p:nvGrpSpPr>
      <p:grpSpPr>
        <a:xfrm>
          <a:off x="0" y="0"/>
          <a:ext cx="0" cy="0"/>
          <a:chOff x="0" y="0"/>
          <a:chExt cx="0" cy="0"/>
        </a:xfrm>
      </p:grpSpPr>
      <p:sp>
        <p:nvSpPr>
          <p:cNvPr id="2" name="正方形/長方形 1"/>
          <p:cNvSpPr/>
          <p:nvPr userDrawn="1"/>
        </p:nvSpPr>
        <p:spPr>
          <a:xfrm>
            <a:off x="1" y="0"/>
            <a:ext cx="9194683"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pic>
        <p:nvPicPr>
          <p:cNvPr id="5" name="Picture 1573"/>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381000" y="4539854"/>
            <a:ext cx="1919288" cy="312251"/>
          </a:xfrm>
          <a:prstGeom prst="rect">
            <a:avLst/>
          </a:prstGeom>
          <a:noFill/>
          <a:ln>
            <a:noFill/>
          </a:ln>
        </p:spPr>
      </p:pic>
      <p:grpSp>
        <p:nvGrpSpPr>
          <p:cNvPr id="4" name="グループ化 3">
            <a:extLst>
              <a:ext uri="{FF2B5EF4-FFF2-40B4-BE49-F238E27FC236}">
                <a16:creationId xmlns:a16="http://schemas.microsoft.com/office/drawing/2014/main" id="{599C3BD0-F6DF-45B9-9914-B335FFEF8AD3}"/>
              </a:ext>
            </a:extLst>
          </p:cNvPr>
          <p:cNvGrpSpPr/>
          <p:nvPr userDrawn="1"/>
        </p:nvGrpSpPr>
        <p:grpSpPr>
          <a:xfrm>
            <a:off x="1" y="1"/>
            <a:ext cx="9194683" cy="3842741"/>
            <a:chOff x="0" y="0"/>
            <a:chExt cx="9200120" cy="5123655"/>
          </a:xfrm>
        </p:grpSpPr>
        <p:grpSp>
          <p:nvGrpSpPr>
            <p:cNvPr id="6" name="グループ化 5">
              <a:extLst>
                <a:ext uri="{FF2B5EF4-FFF2-40B4-BE49-F238E27FC236}">
                  <a16:creationId xmlns:a16="http://schemas.microsoft.com/office/drawing/2014/main" id="{19936EC0-C099-4E73-8669-3092CEEE46F8}"/>
                </a:ext>
              </a:extLst>
            </p:cNvPr>
            <p:cNvGrpSpPr/>
            <p:nvPr/>
          </p:nvGrpSpPr>
          <p:grpSpPr>
            <a:xfrm>
              <a:off x="0" y="0"/>
              <a:ext cx="9200120" cy="3657600"/>
              <a:chOff x="0" y="0"/>
              <a:chExt cx="9200120" cy="3657600"/>
            </a:xfrm>
            <a:effectLst>
              <a:outerShdw blurRad="50800" dist="38100" dir="2700000" algn="tl" rotWithShape="0">
                <a:prstClr val="black">
                  <a:alpha val="40000"/>
                </a:prstClr>
              </a:outerShdw>
            </a:effectLst>
          </p:grpSpPr>
          <p:sp>
            <p:nvSpPr>
              <p:cNvPr id="12" name="正方形/長方形 11">
                <a:extLst>
                  <a:ext uri="{FF2B5EF4-FFF2-40B4-BE49-F238E27FC236}">
                    <a16:creationId xmlns:a16="http://schemas.microsoft.com/office/drawing/2014/main" id="{3C217C08-9435-4380-8003-44453747C421}"/>
                  </a:ext>
                </a:extLst>
              </p:cNvPr>
              <p:cNvSpPr/>
              <p:nvPr/>
            </p:nvSpPr>
            <p:spPr>
              <a:xfrm>
                <a:off x="0" y="0"/>
                <a:ext cx="4971983" cy="3657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pic>
            <p:nvPicPr>
              <p:cNvPr id="13" name="図 12">
                <a:extLst>
                  <a:ext uri="{FF2B5EF4-FFF2-40B4-BE49-F238E27FC236}">
                    <a16:creationId xmlns:a16="http://schemas.microsoft.com/office/drawing/2014/main" id="{DD635755-BAAF-4A9A-9F5F-C39203B6E833}"/>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545500" y="0"/>
                <a:ext cx="4654620" cy="3657600"/>
              </a:xfrm>
              <a:custGeom>
                <a:avLst/>
                <a:gdLst>
                  <a:gd name="connsiteX0" fmla="*/ 0 w 4654620"/>
                  <a:gd name="connsiteY0" fmla="*/ 0 h 3657600"/>
                  <a:gd name="connsiteX1" fmla="*/ 4654620 w 4654620"/>
                  <a:gd name="connsiteY1" fmla="*/ 0 h 3657600"/>
                  <a:gd name="connsiteX2" fmla="*/ 4654620 w 4654620"/>
                  <a:gd name="connsiteY2" fmla="*/ 3657600 h 3657600"/>
                  <a:gd name="connsiteX3" fmla="*/ 0 w 4654620"/>
                  <a:gd name="connsiteY3" fmla="*/ 3657600 h 3657600"/>
                  <a:gd name="connsiteX4" fmla="*/ 0 w 4654620"/>
                  <a:gd name="connsiteY4" fmla="*/ 0 h 365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4620" h="3657600">
                    <a:moveTo>
                      <a:pt x="0" y="0"/>
                    </a:moveTo>
                    <a:lnTo>
                      <a:pt x="4654620" y="0"/>
                    </a:lnTo>
                    <a:lnTo>
                      <a:pt x="4654620" y="3657600"/>
                    </a:lnTo>
                    <a:lnTo>
                      <a:pt x="0" y="3657600"/>
                    </a:lnTo>
                    <a:lnTo>
                      <a:pt x="0" y="0"/>
                    </a:lnTo>
                    <a:close/>
                  </a:path>
                </a:pathLst>
              </a:custGeom>
            </p:spPr>
          </p:pic>
        </p:grpSp>
        <p:grpSp>
          <p:nvGrpSpPr>
            <p:cNvPr id="7" name="グループ化 6">
              <a:extLst>
                <a:ext uri="{FF2B5EF4-FFF2-40B4-BE49-F238E27FC236}">
                  <a16:creationId xmlns:a16="http://schemas.microsoft.com/office/drawing/2014/main" id="{75BF0138-7470-403C-B1C3-BCD9E86BFF9D}"/>
                </a:ext>
              </a:extLst>
            </p:cNvPr>
            <p:cNvGrpSpPr/>
            <p:nvPr/>
          </p:nvGrpSpPr>
          <p:grpSpPr>
            <a:xfrm>
              <a:off x="0" y="0"/>
              <a:ext cx="7148802" cy="3657600"/>
              <a:chOff x="0" y="0"/>
              <a:chExt cx="7148802" cy="3657600"/>
            </a:xfrm>
            <a:effectLst>
              <a:outerShdw blurRad="50800" dist="38100" dir="2700000" algn="tl" rotWithShape="0">
                <a:prstClr val="black">
                  <a:alpha val="40000"/>
                </a:prstClr>
              </a:outerShdw>
            </a:effectLst>
          </p:grpSpPr>
          <p:sp>
            <p:nvSpPr>
              <p:cNvPr id="10" name="正方形/長方形 9">
                <a:extLst>
                  <a:ext uri="{FF2B5EF4-FFF2-40B4-BE49-F238E27FC236}">
                    <a16:creationId xmlns:a16="http://schemas.microsoft.com/office/drawing/2014/main" id="{53A2CF08-5E40-49C7-8C64-4EB54B230570}"/>
                  </a:ext>
                </a:extLst>
              </p:cNvPr>
              <p:cNvSpPr/>
              <p:nvPr/>
            </p:nvSpPr>
            <p:spPr>
              <a:xfrm>
                <a:off x="0" y="0"/>
                <a:ext cx="5699760" cy="3657600"/>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pic>
            <p:nvPicPr>
              <p:cNvPr id="11" name="図 10">
                <a:extLst>
                  <a:ext uri="{FF2B5EF4-FFF2-40B4-BE49-F238E27FC236}">
                    <a16:creationId xmlns:a16="http://schemas.microsoft.com/office/drawing/2014/main" id="{CC77A769-9F9A-425D-8B67-214F4CC1E01E}"/>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942197" y="0"/>
                <a:ext cx="5206605" cy="3657600"/>
              </a:xfrm>
              <a:custGeom>
                <a:avLst/>
                <a:gdLst>
                  <a:gd name="connsiteX0" fmla="*/ 0 w 5206605"/>
                  <a:gd name="connsiteY0" fmla="*/ 0 h 3657600"/>
                  <a:gd name="connsiteX1" fmla="*/ 5206605 w 5206605"/>
                  <a:gd name="connsiteY1" fmla="*/ 0 h 3657600"/>
                  <a:gd name="connsiteX2" fmla="*/ 3787430 w 5206605"/>
                  <a:gd name="connsiteY2" fmla="*/ 3657600 h 3657600"/>
                  <a:gd name="connsiteX3" fmla="*/ 0 w 5206605"/>
                  <a:gd name="connsiteY3" fmla="*/ 3657600 h 3657600"/>
                  <a:gd name="connsiteX4" fmla="*/ 0 w 5206605"/>
                  <a:gd name="connsiteY4" fmla="*/ 0 h 365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605" h="3657600">
                    <a:moveTo>
                      <a:pt x="0" y="0"/>
                    </a:moveTo>
                    <a:lnTo>
                      <a:pt x="5206605" y="0"/>
                    </a:lnTo>
                    <a:lnTo>
                      <a:pt x="3787430" y="3657600"/>
                    </a:lnTo>
                    <a:lnTo>
                      <a:pt x="0" y="3657600"/>
                    </a:lnTo>
                    <a:lnTo>
                      <a:pt x="0" y="0"/>
                    </a:lnTo>
                    <a:close/>
                  </a:path>
                </a:pathLst>
              </a:custGeom>
            </p:spPr>
          </p:pic>
        </p:grpSp>
        <p:pic>
          <p:nvPicPr>
            <p:cNvPr id="8" name="図 7">
              <a:extLst>
                <a:ext uri="{FF2B5EF4-FFF2-40B4-BE49-F238E27FC236}">
                  <a16:creationId xmlns:a16="http://schemas.microsoft.com/office/drawing/2014/main" id="{21368470-B4F9-431E-80C1-053C46EE1593}"/>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0" y="0"/>
              <a:ext cx="3574402" cy="3657600"/>
            </a:xfrm>
            <a:custGeom>
              <a:avLst/>
              <a:gdLst>
                <a:gd name="connsiteX0" fmla="*/ 0 w 3626114"/>
                <a:gd name="connsiteY0" fmla="*/ 0 h 3657600"/>
                <a:gd name="connsiteX1" fmla="*/ 3626114 w 3626114"/>
                <a:gd name="connsiteY1" fmla="*/ 0 h 3657600"/>
                <a:gd name="connsiteX2" fmla="*/ 2206939 w 3626114"/>
                <a:gd name="connsiteY2" fmla="*/ 3657600 h 3657600"/>
                <a:gd name="connsiteX3" fmla="*/ 0 w 3626114"/>
                <a:gd name="connsiteY3" fmla="*/ 3657600 h 3657600"/>
                <a:gd name="connsiteX4" fmla="*/ 0 w 3626114"/>
                <a:gd name="connsiteY4" fmla="*/ 0 h 365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6114" h="3657600">
                  <a:moveTo>
                    <a:pt x="0" y="0"/>
                  </a:moveTo>
                  <a:lnTo>
                    <a:pt x="3626114" y="0"/>
                  </a:lnTo>
                  <a:lnTo>
                    <a:pt x="2206939" y="3657600"/>
                  </a:lnTo>
                  <a:lnTo>
                    <a:pt x="0" y="3657600"/>
                  </a:lnTo>
                  <a:lnTo>
                    <a:pt x="0" y="0"/>
                  </a:lnTo>
                  <a:close/>
                </a:path>
              </a:pathLst>
            </a:custGeom>
            <a:effectLst>
              <a:outerShdw blurRad="50800" dist="38100" dir="2700000" algn="tl" rotWithShape="0">
                <a:prstClr val="black">
                  <a:alpha val="40000"/>
                </a:prstClr>
              </a:outerShdw>
            </a:effectLst>
          </p:spPr>
        </p:pic>
        <p:sp>
          <p:nvSpPr>
            <p:cNvPr id="9" name="Freeform 30">
              <a:extLst>
                <a:ext uri="{FF2B5EF4-FFF2-40B4-BE49-F238E27FC236}">
                  <a16:creationId xmlns:a16="http://schemas.microsoft.com/office/drawing/2014/main" id="{1A4A49C7-E055-4263-8F3C-DC564D86771C}"/>
                </a:ext>
              </a:extLst>
            </p:cNvPr>
            <p:cNvSpPr>
              <a:spLocks noChangeAspect="1"/>
            </p:cNvSpPr>
            <p:nvPr/>
          </p:nvSpPr>
          <p:spPr bwMode="auto">
            <a:xfrm>
              <a:off x="6354077" y="2634092"/>
              <a:ext cx="2545734" cy="2489563"/>
            </a:xfrm>
            <a:custGeom>
              <a:avLst/>
              <a:gdLst>
                <a:gd name="T0" fmla="*/ 477 w 767"/>
                <a:gd name="T1" fmla="*/ 4 h 748"/>
                <a:gd name="T2" fmla="*/ 476 w 767"/>
                <a:gd name="T3" fmla="*/ 4 h 748"/>
                <a:gd name="T4" fmla="*/ 472 w 767"/>
                <a:gd name="T5" fmla="*/ 15 h 748"/>
                <a:gd name="T6" fmla="*/ 470 w 767"/>
                <a:gd name="T7" fmla="*/ 24 h 748"/>
                <a:gd name="T8" fmla="*/ 445 w 767"/>
                <a:gd name="T9" fmla="*/ 105 h 748"/>
                <a:gd name="T10" fmla="*/ 414 w 767"/>
                <a:gd name="T11" fmla="*/ 200 h 748"/>
                <a:gd name="T12" fmla="*/ 369 w 767"/>
                <a:gd name="T13" fmla="*/ 319 h 748"/>
                <a:gd name="T14" fmla="*/ 351 w 767"/>
                <a:gd name="T15" fmla="*/ 235 h 748"/>
                <a:gd name="T16" fmla="*/ 313 w 767"/>
                <a:gd name="T17" fmla="*/ 65 h 748"/>
                <a:gd name="T18" fmla="*/ 307 w 767"/>
                <a:gd name="T19" fmla="*/ 50 h 748"/>
                <a:gd name="T20" fmla="*/ 317 w 767"/>
                <a:gd name="T21" fmla="*/ 130 h 748"/>
                <a:gd name="T22" fmla="*/ 334 w 767"/>
                <a:gd name="T23" fmla="*/ 250 h 748"/>
                <a:gd name="T24" fmla="*/ 345 w 767"/>
                <a:gd name="T25" fmla="*/ 341 h 748"/>
                <a:gd name="T26" fmla="*/ 289 w 767"/>
                <a:gd name="T27" fmla="*/ 301 h 748"/>
                <a:gd name="T28" fmla="*/ 191 w 767"/>
                <a:gd name="T29" fmla="*/ 238 h 748"/>
                <a:gd name="T30" fmla="*/ 119 w 767"/>
                <a:gd name="T31" fmla="*/ 200 h 748"/>
                <a:gd name="T32" fmla="*/ 111 w 767"/>
                <a:gd name="T33" fmla="*/ 199 h 748"/>
                <a:gd name="T34" fmla="*/ 200 w 767"/>
                <a:gd name="T35" fmla="*/ 261 h 748"/>
                <a:gd name="T36" fmla="*/ 306 w 767"/>
                <a:gd name="T37" fmla="*/ 337 h 748"/>
                <a:gd name="T38" fmla="*/ 322 w 767"/>
                <a:gd name="T39" fmla="*/ 389 h 748"/>
                <a:gd name="T40" fmla="*/ 119 w 767"/>
                <a:gd name="T41" fmla="*/ 475 h 748"/>
                <a:gd name="T42" fmla="*/ 4 w 767"/>
                <a:gd name="T43" fmla="*/ 529 h 748"/>
                <a:gd name="T44" fmla="*/ 5 w 767"/>
                <a:gd name="T45" fmla="*/ 536 h 748"/>
                <a:gd name="T46" fmla="*/ 193 w 767"/>
                <a:gd name="T47" fmla="*/ 463 h 748"/>
                <a:gd name="T48" fmla="*/ 333 w 767"/>
                <a:gd name="T49" fmla="*/ 411 h 748"/>
                <a:gd name="T50" fmla="*/ 276 w 767"/>
                <a:gd name="T51" fmla="*/ 559 h 748"/>
                <a:gd name="T52" fmla="*/ 237 w 767"/>
                <a:gd name="T53" fmla="*/ 657 h 748"/>
                <a:gd name="T54" fmla="*/ 213 w 767"/>
                <a:gd name="T55" fmla="*/ 743 h 748"/>
                <a:gd name="T56" fmla="*/ 236 w 767"/>
                <a:gd name="T57" fmla="*/ 732 h 748"/>
                <a:gd name="T58" fmla="*/ 277 w 767"/>
                <a:gd name="T59" fmla="*/ 639 h 748"/>
                <a:gd name="T60" fmla="*/ 339 w 767"/>
                <a:gd name="T61" fmla="*/ 482 h 748"/>
                <a:gd name="T62" fmla="*/ 372 w 767"/>
                <a:gd name="T63" fmla="*/ 512 h 748"/>
                <a:gd name="T64" fmla="*/ 404 w 767"/>
                <a:gd name="T65" fmla="*/ 682 h 748"/>
                <a:gd name="T66" fmla="*/ 425 w 767"/>
                <a:gd name="T67" fmla="*/ 693 h 748"/>
                <a:gd name="T68" fmla="*/ 423 w 767"/>
                <a:gd name="T69" fmla="*/ 620 h 748"/>
                <a:gd name="T70" fmla="*/ 398 w 767"/>
                <a:gd name="T71" fmla="*/ 478 h 748"/>
                <a:gd name="T72" fmla="*/ 458 w 767"/>
                <a:gd name="T73" fmla="*/ 459 h 748"/>
                <a:gd name="T74" fmla="*/ 605 w 767"/>
                <a:gd name="T75" fmla="*/ 577 h 748"/>
                <a:gd name="T76" fmla="*/ 665 w 767"/>
                <a:gd name="T77" fmla="*/ 621 h 748"/>
                <a:gd name="T78" fmla="*/ 670 w 767"/>
                <a:gd name="T79" fmla="*/ 595 h 748"/>
                <a:gd name="T80" fmla="*/ 581 w 767"/>
                <a:gd name="T81" fmla="*/ 518 h 748"/>
                <a:gd name="T82" fmla="*/ 437 w 767"/>
                <a:gd name="T83" fmla="*/ 403 h 748"/>
                <a:gd name="T84" fmla="*/ 556 w 767"/>
                <a:gd name="T85" fmla="*/ 322 h 748"/>
                <a:gd name="T86" fmla="*/ 756 w 767"/>
                <a:gd name="T87" fmla="*/ 231 h 748"/>
                <a:gd name="T88" fmla="*/ 758 w 767"/>
                <a:gd name="T89" fmla="*/ 204 h 748"/>
                <a:gd name="T90" fmla="*/ 677 w 767"/>
                <a:gd name="T91" fmla="*/ 234 h 748"/>
                <a:gd name="T92" fmla="*/ 509 w 767"/>
                <a:gd name="T93" fmla="*/ 308 h 748"/>
                <a:gd name="T94" fmla="*/ 388 w 767"/>
                <a:gd name="T95" fmla="*/ 343 h 748"/>
                <a:gd name="T96" fmla="*/ 428 w 767"/>
                <a:gd name="T97" fmla="*/ 215 h 748"/>
                <a:gd name="T98" fmla="*/ 477 w 767"/>
                <a:gd name="T99" fmla="*/ 35 h 748"/>
                <a:gd name="T100" fmla="*/ 483 w 767"/>
                <a:gd name="T101" fmla="*/ 9 h 748"/>
                <a:gd name="T102" fmla="*/ 481 w 767"/>
                <a:gd name="T103" fmla="*/ 0 h 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67" h="748">
                  <a:moveTo>
                    <a:pt x="481" y="0"/>
                  </a:moveTo>
                  <a:cubicBezTo>
                    <a:pt x="480" y="0"/>
                    <a:pt x="480" y="0"/>
                    <a:pt x="480" y="1"/>
                  </a:cubicBezTo>
                  <a:cubicBezTo>
                    <a:pt x="479" y="1"/>
                    <a:pt x="478" y="2"/>
                    <a:pt x="477" y="2"/>
                  </a:cubicBezTo>
                  <a:cubicBezTo>
                    <a:pt x="477" y="3"/>
                    <a:pt x="477" y="3"/>
                    <a:pt x="477" y="4"/>
                  </a:cubicBezTo>
                  <a:cubicBezTo>
                    <a:pt x="477" y="4"/>
                    <a:pt x="477" y="4"/>
                    <a:pt x="477" y="4"/>
                  </a:cubicBezTo>
                  <a:cubicBezTo>
                    <a:pt x="477" y="4"/>
                    <a:pt x="477" y="4"/>
                    <a:pt x="477" y="4"/>
                  </a:cubicBezTo>
                  <a:cubicBezTo>
                    <a:pt x="477" y="4"/>
                    <a:pt x="477" y="4"/>
                    <a:pt x="476" y="4"/>
                  </a:cubicBezTo>
                  <a:cubicBezTo>
                    <a:pt x="476" y="4"/>
                    <a:pt x="476" y="4"/>
                    <a:pt x="476" y="4"/>
                  </a:cubicBezTo>
                  <a:cubicBezTo>
                    <a:pt x="475" y="5"/>
                    <a:pt x="475" y="5"/>
                    <a:pt x="475" y="5"/>
                  </a:cubicBezTo>
                  <a:cubicBezTo>
                    <a:pt x="475" y="5"/>
                    <a:pt x="475" y="6"/>
                    <a:pt x="475" y="6"/>
                  </a:cubicBezTo>
                  <a:cubicBezTo>
                    <a:pt x="475" y="7"/>
                    <a:pt x="474" y="9"/>
                    <a:pt x="473" y="11"/>
                  </a:cubicBezTo>
                  <a:cubicBezTo>
                    <a:pt x="473" y="12"/>
                    <a:pt x="472" y="14"/>
                    <a:pt x="472" y="15"/>
                  </a:cubicBezTo>
                  <a:cubicBezTo>
                    <a:pt x="472" y="16"/>
                    <a:pt x="472" y="16"/>
                    <a:pt x="472" y="16"/>
                  </a:cubicBezTo>
                  <a:cubicBezTo>
                    <a:pt x="471" y="17"/>
                    <a:pt x="471" y="17"/>
                    <a:pt x="471" y="17"/>
                  </a:cubicBezTo>
                  <a:cubicBezTo>
                    <a:pt x="471" y="18"/>
                    <a:pt x="471" y="18"/>
                    <a:pt x="471" y="18"/>
                  </a:cubicBezTo>
                  <a:cubicBezTo>
                    <a:pt x="470" y="24"/>
                    <a:pt x="470" y="24"/>
                    <a:pt x="470" y="24"/>
                  </a:cubicBezTo>
                  <a:cubicBezTo>
                    <a:pt x="467" y="36"/>
                    <a:pt x="467" y="36"/>
                    <a:pt x="467" y="36"/>
                  </a:cubicBezTo>
                  <a:cubicBezTo>
                    <a:pt x="464" y="44"/>
                    <a:pt x="462" y="51"/>
                    <a:pt x="460" y="59"/>
                  </a:cubicBezTo>
                  <a:cubicBezTo>
                    <a:pt x="458" y="67"/>
                    <a:pt x="455" y="74"/>
                    <a:pt x="453" y="82"/>
                  </a:cubicBezTo>
                  <a:cubicBezTo>
                    <a:pt x="450" y="90"/>
                    <a:pt x="447" y="97"/>
                    <a:pt x="445" y="105"/>
                  </a:cubicBezTo>
                  <a:cubicBezTo>
                    <a:pt x="442" y="113"/>
                    <a:pt x="440" y="121"/>
                    <a:pt x="437" y="129"/>
                  </a:cubicBezTo>
                  <a:cubicBezTo>
                    <a:pt x="430" y="153"/>
                    <a:pt x="430" y="153"/>
                    <a:pt x="430" y="153"/>
                  </a:cubicBezTo>
                  <a:cubicBezTo>
                    <a:pt x="427" y="160"/>
                    <a:pt x="424" y="168"/>
                    <a:pt x="422" y="176"/>
                  </a:cubicBezTo>
                  <a:cubicBezTo>
                    <a:pt x="414" y="200"/>
                    <a:pt x="414" y="200"/>
                    <a:pt x="414" y="200"/>
                  </a:cubicBezTo>
                  <a:cubicBezTo>
                    <a:pt x="411" y="208"/>
                    <a:pt x="408" y="215"/>
                    <a:pt x="405" y="223"/>
                  </a:cubicBezTo>
                  <a:cubicBezTo>
                    <a:pt x="402" y="231"/>
                    <a:pt x="399" y="239"/>
                    <a:pt x="396" y="247"/>
                  </a:cubicBezTo>
                  <a:cubicBezTo>
                    <a:pt x="393" y="254"/>
                    <a:pt x="389" y="266"/>
                    <a:pt x="385" y="276"/>
                  </a:cubicBezTo>
                  <a:cubicBezTo>
                    <a:pt x="379" y="291"/>
                    <a:pt x="374" y="305"/>
                    <a:pt x="369" y="319"/>
                  </a:cubicBezTo>
                  <a:cubicBezTo>
                    <a:pt x="368" y="320"/>
                    <a:pt x="368" y="321"/>
                    <a:pt x="368" y="322"/>
                  </a:cubicBezTo>
                  <a:cubicBezTo>
                    <a:pt x="368" y="321"/>
                    <a:pt x="367" y="321"/>
                    <a:pt x="367" y="320"/>
                  </a:cubicBezTo>
                  <a:cubicBezTo>
                    <a:pt x="364" y="306"/>
                    <a:pt x="360" y="292"/>
                    <a:pt x="357" y="278"/>
                  </a:cubicBezTo>
                  <a:cubicBezTo>
                    <a:pt x="354" y="263"/>
                    <a:pt x="353" y="249"/>
                    <a:pt x="351" y="235"/>
                  </a:cubicBezTo>
                  <a:cubicBezTo>
                    <a:pt x="349" y="221"/>
                    <a:pt x="345" y="207"/>
                    <a:pt x="342" y="193"/>
                  </a:cubicBezTo>
                  <a:cubicBezTo>
                    <a:pt x="334" y="150"/>
                    <a:pt x="334" y="150"/>
                    <a:pt x="334" y="150"/>
                  </a:cubicBezTo>
                  <a:cubicBezTo>
                    <a:pt x="331" y="136"/>
                    <a:pt x="328" y="121"/>
                    <a:pt x="325" y="107"/>
                  </a:cubicBezTo>
                  <a:cubicBezTo>
                    <a:pt x="321" y="93"/>
                    <a:pt x="318" y="79"/>
                    <a:pt x="313" y="65"/>
                  </a:cubicBezTo>
                  <a:cubicBezTo>
                    <a:pt x="312" y="62"/>
                    <a:pt x="311" y="59"/>
                    <a:pt x="310" y="55"/>
                  </a:cubicBezTo>
                  <a:cubicBezTo>
                    <a:pt x="309" y="53"/>
                    <a:pt x="309" y="53"/>
                    <a:pt x="309" y="53"/>
                  </a:cubicBezTo>
                  <a:cubicBezTo>
                    <a:pt x="309" y="52"/>
                    <a:pt x="309" y="51"/>
                    <a:pt x="309" y="50"/>
                  </a:cubicBezTo>
                  <a:cubicBezTo>
                    <a:pt x="308" y="50"/>
                    <a:pt x="308" y="50"/>
                    <a:pt x="307" y="50"/>
                  </a:cubicBezTo>
                  <a:cubicBezTo>
                    <a:pt x="306" y="50"/>
                    <a:pt x="306" y="50"/>
                    <a:pt x="306" y="50"/>
                  </a:cubicBezTo>
                  <a:cubicBezTo>
                    <a:pt x="304" y="50"/>
                    <a:pt x="302" y="51"/>
                    <a:pt x="302" y="53"/>
                  </a:cubicBezTo>
                  <a:cubicBezTo>
                    <a:pt x="305" y="66"/>
                    <a:pt x="308" y="78"/>
                    <a:pt x="310" y="91"/>
                  </a:cubicBezTo>
                  <a:cubicBezTo>
                    <a:pt x="313" y="104"/>
                    <a:pt x="315" y="117"/>
                    <a:pt x="317" y="130"/>
                  </a:cubicBezTo>
                  <a:cubicBezTo>
                    <a:pt x="317" y="137"/>
                    <a:pt x="318" y="143"/>
                    <a:pt x="319" y="150"/>
                  </a:cubicBezTo>
                  <a:cubicBezTo>
                    <a:pt x="322" y="170"/>
                    <a:pt x="322" y="170"/>
                    <a:pt x="322" y="170"/>
                  </a:cubicBezTo>
                  <a:cubicBezTo>
                    <a:pt x="328" y="209"/>
                    <a:pt x="328" y="209"/>
                    <a:pt x="328" y="209"/>
                  </a:cubicBezTo>
                  <a:cubicBezTo>
                    <a:pt x="330" y="223"/>
                    <a:pt x="332" y="236"/>
                    <a:pt x="334" y="250"/>
                  </a:cubicBezTo>
                  <a:cubicBezTo>
                    <a:pt x="335" y="256"/>
                    <a:pt x="335" y="263"/>
                    <a:pt x="336" y="270"/>
                  </a:cubicBezTo>
                  <a:cubicBezTo>
                    <a:pt x="337" y="277"/>
                    <a:pt x="338" y="286"/>
                    <a:pt x="339" y="295"/>
                  </a:cubicBezTo>
                  <a:cubicBezTo>
                    <a:pt x="340" y="309"/>
                    <a:pt x="342" y="321"/>
                    <a:pt x="344" y="333"/>
                  </a:cubicBezTo>
                  <a:cubicBezTo>
                    <a:pt x="345" y="335"/>
                    <a:pt x="345" y="338"/>
                    <a:pt x="345" y="341"/>
                  </a:cubicBezTo>
                  <a:cubicBezTo>
                    <a:pt x="339" y="337"/>
                    <a:pt x="333" y="333"/>
                    <a:pt x="326" y="329"/>
                  </a:cubicBezTo>
                  <a:cubicBezTo>
                    <a:pt x="320" y="324"/>
                    <a:pt x="314" y="320"/>
                    <a:pt x="308" y="315"/>
                  </a:cubicBezTo>
                  <a:cubicBezTo>
                    <a:pt x="298" y="308"/>
                    <a:pt x="298" y="308"/>
                    <a:pt x="298" y="308"/>
                  </a:cubicBezTo>
                  <a:cubicBezTo>
                    <a:pt x="289" y="301"/>
                    <a:pt x="289" y="301"/>
                    <a:pt x="289" y="301"/>
                  </a:cubicBezTo>
                  <a:cubicBezTo>
                    <a:pt x="277" y="292"/>
                    <a:pt x="263" y="284"/>
                    <a:pt x="250" y="276"/>
                  </a:cubicBezTo>
                  <a:cubicBezTo>
                    <a:pt x="243" y="271"/>
                    <a:pt x="237" y="267"/>
                    <a:pt x="230" y="263"/>
                  </a:cubicBezTo>
                  <a:cubicBezTo>
                    <a:pt x="224" y="259"/>
                    <a:pt x="217" y="254"/>
                    <a:pt x="210" y="250"/>
                  </a:cubicBezTo>
                  <a:cubicBezTo>
                    <a:pt x="204" y="246"/>
                    <a:pt x="197" y="242"/>
                    <a:pt x="191" y="238"/>
                  </a:cubicBezTo>
                  <a:cubicBezTo>
                    <a:pt x="184" y="234"/>
                    <a:pt x="177" y="230"/>
                    <a:pt x="170" y="226"/>
                  </a:cubicBezTo>
                  <a:cubicBezTo>
                    <a:pt x="163" y="222"/>
                    <a:pt x="157" y="219"/>
                    <a:pt x="150" y="215"/>
                  </a:cubicBezTo>
                  <a:cubicBezTo>
                    <a:pt x="143" y="211"/>
                    <a:pt x="136" y="208"/>
                    <a:pt x="129" y="205"/>
                  </a:cubicBezTo>
                  <a:cubicBezTo>
                    <a:pt x="125" y="203"/>
                    <a:pt x="122" y="201"/>
                    <a:pt x="119" y="200"/>
                  </a:cubicBezTo>
                  <a:cubicBezTo>
                    <a:pt x="116" y="199"/>
                    <a:pt x="116" y="199"/>
                    <a:pt x="116" y="199"/>
                  </a:cubicBezTo>
                  <a:cubicBezTo>
                    <a:pt x="115" y="198"/>
                    <a:pt x="114" y="197"/>
                    <a:pt x="113" y="197"/>
                  </a:cubicBezTo>
                  <a:cubicBezTo>
                    <a:pt x="113" y="197"/>
                    <a:pt x="113" y="197"/>
                    <a:pt x="113" y="197"/>
                  </a:cubicBezTo>
                  <a:cubicBezTo>
                    <a:pt x="113" y="197"/>
                    <a:pt x="112" y="198"/>
                    <a:pt x="111" y="199"/>
                  </a:cubicBezTo>
                  <a:cubicBezTo>
                    <a:pt x="110" y="201"/>
                    <a:pt x="110" y="203"/>
                    <a:pt x="111" y="204"/>
                  </a:cubicBezTo>
                  <a:cubicBezTo>
                    <a:pt x="147" y="225"/>
                    <a:pt x="147" y="225"/>
                    <a:pt x="147" y="225"/>
                  </a:cubicBezTo>
                  <a:cubicBezTo>
                    <a:pt x="159" y="232"/>
                    <a:pt x="171" y="240"/>
                    <a:pt x="183" y="248"/>
                  </a:cubicBezTo>
                  <a:cubicBezTo>
                    <a:pt x="188" y="253"/>
                    <a:pt x="194" y="257"/>
                    <a:pt x="200" y="261"/>
                  </a:cubicBezTo>
                  <a:cubicBezTo>
                    <a:pt x="218" y="273"/>
                    <a:pt x="218" y="273"/>
                    <a:pt x="218" y="273"/>
                  </a:cubicBezTo>
                  <a:cubicBezTo>
                    <a:pt x="253" y="298"/>
                    <a:pt x="253" y="298"/>
                    <a:pt x="253" y="298"/>
                  </a:cubicBezTo>
                  <a:cubicBezTo>
                    <a:pt x="265" y="307"/>
                    <a:pt x="277" y="315"/>
                    <a:pt x="288" y="324"/>
                  </a:cubicBezTo>
                  <a:cubicBezTo>
                    <a:pt x="294" y="328"/>
                    <a:pt x="300" y="333"/>
                    <a:pt x="306" y="337"/>
                  </a:cubicBezTo>
                  <a:cubicBezTo>
                    <a:pt x="311" y="342"/>
                    <a:pt x="319" y="349"/>
                    <a:pt x="327" y="355"/>
                  </a:cubicBezTo>
                  <a:cubicBezTo>
                    <a:pt x="335" y="361"/>
                    <a:pt x="342" y="366"/>
                    <a:pt x="349" y="372"/>
                  </a:cubicBezTo>
                  <a:cubicBezTo>
                    <a:pt x="348" y="374"/>
                    <a:pt x="347" y="376"/>
                    <a:pt x="346" y="378"/>
                  </a:cubicBezTo>
                  <a:cubicBezTo>
                    <a:pt x="338" y="382"/>
                    <a:pt x="330" y="385"/>
                    <a:pt x="322" y="389"/>
                  </a:cubicBezTo>
                  <a:cubicBezTo>
                    <a:pt x="305" y="397"/>
                    <a:pt x="289" y="405"/>
                    <a:pt x="272" y="413"/>
                  </a:cubicBezTo>
                  <a:cubicBezTo>
                    <a:pt x="255" y="420"/>
                    <a:pt x="238" y="426"/>
                    <a:pt x="221" y="432"/>
                  </a:cubicBezTo>
                  <a:cubicBezTo>
                    <a:pt x="204" y="439"/>
                    <a:pt x="187" y="447"/>
                    <a:pt x="170" y="454"/>
                  </a:cubicBezTo>
                  <a:cubicBezTo>
                    <a:pt x="153" y="461"/>
                    <a:pt x="136" y="468"/>
                    <a:pt x="119" y="475"/>
                  </a:cubicBezTo>
                  <a:cubicBezTo>
                    <a:pt x="102" y="482"/>
                    <a:pt x="85" y="490"/>
                    <a:pt x="69" y="497"/>
                  </a:cubicBezTo>
                  <a:cubicBezTo>
                    <a:pt x="52" y="505"/>
                    <a:pt x="35" y="512"/>
                    <a:pt x="19" y="521"/>
                  </a:cubicBezTo>
                  <a:cubicBezTo>
                    <a:pt x="15" y="523"/>
                    <a:pt x="11" y="525"/>
                    <a:pt x="7" y="527"/>
                  </a:cubicBezTo>
                  <a:cubicBezTo>
                    <a:pt x="6" y="528"/>
                    <a:pt x="5" y="528"/>
                    <a:pt x="4" y="529"/>
                  </a:cubicBezTo>
                  <a:cubicBezTo>
                    <a:pt x="3" y="529"/>
                    <a:pt x="1" y="530"/>
                    <a:pt x="1" y="530"/>
                  </a:cubicBezTo>
                  <a:cubicBezTo>
                    <a:pt x="0" y="531"/>
                    <a:pt x="0" y="532"/>
                    <a:pt x="1" y="533"/>
                  </a:cubicBezTo>
                  <a:cubicBezTo>
                    <a:pt x="1" y="535"/>
                    <a:pt x="3" y="536"/>
                    <a:pt x="4" y="536"/>
                  </a:cubicBezTo>
                  <a:cubicBezTo>
                    <a:pt x="4" y="536"/>
                    <a:pt x="5" y="536"/>
                    <a:pt x="5" y="536"/>
                  </a:cubicBezTo>
                  <a:cubicBezTo>
                    <a:pt x="36" y="523"/>
                    <a:pt x="66" y="509"/>
                    <a:pt x="97" y="499"/>
                  </a:cubicBezTo>
                  <a:cubicBezTo>
                    <a:pt x="106" y="496"/>
                    <a:pt x="114" y="493"/>
                    <a:pt x="122" y="490"/>
                  </a:cubicBezTo>
                  <a:cubicBezTo>
                    <a:pt x="130" y="487"/>
                    <a:pt x="138" y="484"/>
                    <a:pt x="146" y="481"/>
                  </a:cubicBezTo>
                  <a:cubicBezTo>
                    <a:pt x="161" y="475"/>
                    <a:pt x="177" y="469"/>
                    <a:pt x="193" y="463"/>
                  </a:cubicBezTo>
                  <a:cubicBezTo>
                    <a:pt x="209" y="457"/>
                    <a:pt x="226" y="451"/>
                    <a:pt x="242" y="445"/>
                  </a:cubicBezTo>
                  <a:cubicBezTo>
                    <a:pt x="250" y="442"/>
                    <a:pt x="258" y="439"/>
                    <a:pt x="266" y="436"/>
                  </a:cubicBezTo>
                  <a:cubicBezTo>
                    <a:pt x="274" y="433"/>
                    <a:pt x="286" y="429"/>
                    <a:pt x="297" y="425"/>
                  </a:cubicBezTo>
                  <a:cubicBezTo>
                    <a:pt x="310" y="421"/>
                    <a:pt x="322" y="416"/>
                    <a:pt x="333" y="411"/>
                  </a:cubicBezTo>
                  <a:cubicBezTo>
                    <a:pt x="327" y="426"/>
                    <a:pt x="322" y="441"/>
                    <a:pt x="316" y="455"/>
                  </a:cubicBezTo>
                  <a:cubicBezTo>
                    <a:pt x="311" y="467"/>
                    <a:pt x="307" y="479"/>
                    <a:pt x="302" y="491"/>
                  </a:cubicBezTo>
                  <a:cubicBezTo>
                    <a:pt x="297" y="503"/>
                    <a:pt x="293" y="515"/>
                    <a:pt x="288" y="527"/>
                  </a:cubicBezTo>
                  <a:cubicBezTo>
                    <a:pt x="276" y="559"/>
                    <a:pt x="276" y="559"/>
                    <a:pt x="276" y="559"/>
                  </a:cubicBezTo>
                  <a:cubicBezTo>
                    <a:pt x="263" y="592"/>
                    <a:pt x="263" y="592"/>
                    <a:pt x="263" y="592"/>
                  </a:cubicBezTo>
                  <a:cubicBezTo>
                    <a:pt x="256" y="608"/>
                    <a:pt x="256" y="608"/>
                    <a:pt x="256" y="608"/>
                  </a:cubicBezTo>
                  <a:cubicBezTo>
                    <a:pt x="250" y="624"/>
                    <a:pt x="250" y="624"/>
                    <a:pt x="250" y="624"/>
                  </a:cubicBezTo>
                  <a:cubicBezTo>
                    <a:pt x="237" y="657"/>
                    <a:pt x="237" y="657"/>
                    <a:pt x="237" y="657"/>
                  </a:cubicBezTo>
                  <a:cubicBezTo>
                    <a:pt x="223" y="689"/>
                    <a:pt x="223" y="689"/>
                    <a:pt x="223" y="689"/>
                  </a:cubicBezTo>
                  <a:cubicBezTo>
                    <a:pt x="218" y="700"/>
                    <a:pt x="212" y="712"/>
                    <a:pt x="209" y="725"/>
                  </a:cubicBezTo>
                  <a:cubicBezTo>
                    <a:pt x="208" y="728"/>
                    <a:pt x="207" y="732"/>
                    <a:pt x="209" y="736"/>
                  </a:cubicBezTo>
                  <a:cubicBezTo>
                    <a:pt x="210" y="739"/>
                    <a:pt x="211" y="741"/>
                    <a:pt x="213" y="743"/>
                  </a:cubicBezTo>
                  <a:cubicBezTo>
                    <a:pt x="214" y="745"/>
                    <a:pt x="216" y="747"/>
                    <a:pt x="219" y="748"/>
                  </a:cubicBezTo>
                  <a:cubicBezTo>
                    <a:pt x="219" y="748"/>
                    <a:pt x="220" y="748"/>
                    <a:pt x="220" y="748"/>
                  </a:cubicBezTo>
                  <a:cubicBezTo>
                    <a:pt x="223" y="748"/>
                    <a:pt x="225" y="747"/>
                    <a:pt x="226" y="745"/>
                  </a:cubicBezTo>
                  <a:cubicBezTo>
                    <a:pt x="230" y="741"/>
                    <a:pt x="233" y="736"/>
                    <a:pt x="236" y="732"/>
                  </a:cubicBezTo>
                  <a:cubicBezTo>
                    <a:pt x="246" y="712"/>
                    <a:pt x="246" y="712"/>
                    <a:pt x="246" y="712"/>
                  </a:cubicBezTo>
                  <a:cubicBezTo>
                    <a:pt x="249" y="705"/>
                    <a:pt x="253" y="698"/>
                    <a:pt x="256" y="691"/>
                  </a:cubicBezTo>
                  <a:cubicBezTo>
                    <a:pt x="259" y="684"/>
                    <a:pt x="262" y="677"/>
                    <a:pt x="265" y="671"/>
                  </a:cubicBezTo>
                  <a:cubicBezTo>
                    <a:pt x="269" y="660"/>
                    <a:pt x="273" y="650"/>
                    <a:pt x="277" y="639"/>
                  </a:cubicBezTo>
                  <a:cubicBezTo>
                    <a:pt x="281" y="629"/>
                    <a:pt x="285" y="618"/>
                    <a:pt x="290" y="608"/>
                  </a:cubicBezTo>
                  <a:cubicBezTo>
                    <a:pt x="302" y="577"/>
                    <a:pt x="302" y="577"/>
                    <a:pt x="302" y="577"/>
                  </a:cubicBezTo>
                  <a:cubicBezTo>
                    <a:pt x="311" y="553"/>
                    <a:pt x="321" y="529"/>
                    <a:pt x="330" y="505"/>
                  </a:cubicBezTo>
                  <a:cubicBezTo>
                    <a:pt x="333" y="497"/>
                    <a:pt x="337" y="489"/>
                    <a:pt x="339" y="482"/>
                  </a:cubicBezTo>
                  <a:cubicBezTo>
                    <a:pt x="348" y="458"/>
                    <a:pt x="348" y="458"/>
                    <a:pt x="348" y="458"/>
                  </a:cubicBezTo>
                  <a:cubicBezTo>
                    <a:pt x="352" y="449"/>
                    <a:pt x="355" y="441"/>
                    <a:pt x="358" y="432"/>
                  </a:cubicBezTo>
                  <a:cubicBezTo>
                    <a:pt x="359" y="438"/>
                    <a:pt x="360" y="444"/>
                    <a:pt x="361" y="450"/>
                  </a:cubicBezTo>
                  <a:cubicBezTo>
                    <a:pt x="364" y="471"/>
                    <a:pt x="368" y="491"/>
                    <a:pt x="372" y="512"/>
                  </a:cubicBezTo>
                  <a:cubicBezTo>
                    <a:pt x="382" y="568"/>
                    <a:pt x="382" y="568"/>
                    <a:pt x="382" y="568"/>
                  </a:cubicBezTo>
                  <a:cubicBezTo>
                    <a:pt x="392" y="623"/>
                    <a:pt x="392" y="623"/>
                    <a:pt x="392" y="623"/>
                  </a:cubicBezTo>
                  <a:cubicBezTo>
                    <a:pt x="398" y="651"/>
                    <a:pt x="398" y="651"/>
                    <a:pt x="398" y="651"/>
                  </a:cubicBezTo>
                  <a:cubicBezTo>
                    <a:pt x="399" y="661"/>
                    <a:pt x="401" y="672"/>
                    <a:pt x="404" y="682"/>
                  </a:cubicBezTo>
                  <a:cubicBezTo>
                    <a:pt x="405" y="685"/>
                    <a:pt x="406" y="688"/>
                    <a:pt x="410" y="690"/>
                  </a:cubicBezTo>
                  <a:cubicBezTo>
                    <a:pt x="412" y="691"/>
                    <a:pt x="415" y="692"/>
                    <a:pt x="418" y="693"/>
                  </a:cubicBezTo>
                  <a:cubicBezTo>
                    <a:pt x="419" y="693"/>
                    <a:pt x="421" y="693"/>
                    <a:pt x="422" y="693"/>
                  </a:cubicBezTo>
                  <a:cubicBezTo>
                    <a:pt x="423" y="693"/>
                    <a:pt x="424" y="693"/>
                    <a:pt x="425" y="693"/>
                  </a:cubicBezTo>
                  <a:cubicBezTo>
                    <a:pt x="428" y="692"/>
                    <a:pt x="429" y="690"/>
                    <a:pt x="430" y="688"/>
                  </a:cubicBezTo>
                  <a:cubicBezTo>
                    <a:pt x="431" y="683"/>
                    <a:pt x="431" y="679"/>
                    <a:pt x="431" y="674"/>
                  </a:cubicBezTo>
                  <a:cubicBezTo>
                    <a:pt x="429" y="662"/>
                    <a:pt x="429" y="650"/>
                    <a:pt x="427" y="638"/>
                  </a:cubicBezTo>
                  <a:cubicBezTo>
                    <a:pt x="426" y="632"/>
                    <a:pt x="425" y="626"/>
                    <a:pt x="423" y="620"/>
                  </a:cubicBezTo>
                  <a:cubicBezTo>
                    <a:pt x="418" y="593"/>
                    <a:pt x="418" y="593"/>
                    <a:pt x="418" y="593"/>
                  </a:cubicBezTo>
                  <a:cubicBezTo>
                    <a:pt x="413" y="566"/>
                    <a:pt x="413" y="566"/>
                    <a:pt x="413" y="566"/>
                  </a:cubicBezTo>
                  <a:cubicBezTo>
                    <a:pt x="408" y="540"/>
                    <a:pt x="408" y="540"/>
                    <a:pt x="408" y="540"/>
                  </a:cubicBezTo>
                  <a:cubicBezTo>
                    <a:pt x="404" y="519"/>
                    <a:pt x="401" y="499"/>
                    <a:pt x="398" y="478"/>
                  </a:cubicBezTo>
                  <a:cubicBezTo>
                    <a:pt x="393" y="452"/>
                    <a:pt x="389" y="425"/>
                    <a:pt x="384" y="399"/>
                  </a:cubicBezTo>
                  <a:cubicBezTo>
                    <a:pt x="386" y="401"/>
                    <a:pt x="389" y="402"/>
                    <a:pt x="391" y="404"/>
                  </a:cubicBezTo>
                  <a:cubicBezTo>
                    <a:pt x="402" y="414"/>
                    <a:pt x="413" y="423"/>
                    <a:pt x="425" y="432"/>
                  </a:cubicBezTo>
                  <a:cubicBezTo>
                    <a:pt x="436" y="441"/>
                    <a:pt x="447" y="450"/>
                    <a:pt x="458" y="459"/>
                  </a:cubicBezTo>
                  <a:cubicBezTo>
                    <a:pt x="476" y="473"/>
                    <a:pt x="493" y="487"/>
                    <a:pt x="511" y="501"/>
                  </a:cubicBezTo>
                  <a:cubicBezTo>
                    <a:pt x="527" y="513"/>
                    <a:pt x="543" y="526"/>
                    <a:pt x="558" y="539"/>
                  </a:cubicBezTo>
                  <a:cubicBezTo>
                    <a:pt x="566" y="545"/>
                    <a:pt x="574" y="552"/>
                    <a:pt x="582" y="558"/>
                  </a:cubicBezTo>
                  <a:cubicBezTo>
                    <a:pt x="590" y="565"/>
                    <a:pt x="598" y="571"/>
                    <a:pt x="605" y="577"/>
                  </a:cubicBezTo>
                  <a:cubicBezTo>
                    <a:pt x="629" y="597"/>
                    <a:pt x="629" y="597"/>
                    <a:pt x="629" y="597"/>
                  </a:cubicBezTo>
                  <a:cubicBezTo>
                    <a:pt x="637" y="604"/>
                    <a:pt x="646" y="612"/>
                    <a:pt x="655" y="618"/>
                  </a:cubicBezTo>
                  <a:cubicBezTo>
                    <a:pt x="657" y="619"/>
                    <a:pt x="660" y="621"/>
                    <a:pt x="663" y="621"/>
                  </a:cubicBezTo>
                  <a:cubicBezTo>
                    <a:pt x="664" y="621"/>
                    <a:pt x="664" y="621"/>
                    <a:pt x="665" y="621"/>
                  </a:cubicBezTo>
                  <a:cubicBezTo>
                    <a:pt x="668" y="620"/>
                    <a:pt x="670" y="620"/>
                    <a:pt x="673" y="619"/>
                  </a:cubicBezTo>
                  <a:cubicBezTo>
                    <a:pt x="675" y="618"/>
                    <a:pt x="678" y="617"/>
                    <a:pt x="679" y="615"/>
                  </a:cubicBezTo>
                  <a:cubicBezTo>
                    <a:pt x="681" y="612"/>
                    <a:pt x="680" y="609"/>
                    <a:pt x="679" y="607"/>
                  </a:cubicBezTo>
                  <a:cubicBezTo>
                    <a:pt x="677" y="602"/>
                    <a:pt x="674" y="599"/>
                    <a:pt x="670" y="595"/>
                  </a:cubicBezTo>
                  <a:cubicBezTo>
                    <a:pt x="661" y="586"/>
                    <a:pt x="652" y="576"/>
                    <a:pt x="642" y="568"/>
                  </a:cubicBezTo>
                  <a:cubicBezTo>
                    <a:pt x="637" y="563"/>
                    <a:pt x="632" y="559"/>
                    <a:pt x="627" y="555"/>
                  </a:cubicBezTo>
                  <a:cubicBezTo>
                    <a:pt x="620" y="549"/>
                    <a:pt x="612" y="543"/>
                    <a:pt x="604" y="536"/>
                  </a:cubicBezTo>
                  <a:cubicBezTo>
                    <a:pt x="581" y="518"/>
                    <a:pt x="581" y="518"/>
                    <a:pt x="581" y="518"/>
                  </a:cubicBezTo>
                  <a:cubicBezTo>
                    <a:pt x="559" y="500"/>
                    <a:pt x="559" y="500"/>
                    <a:pt x="559" y="500"/>
                  </a:cubicBezTo>
                  <a:cubicBezTo>
                    <a:pt x="550" y="492"/>
                    <a:pt x="541" y="485"/>
                    <a:pt x="532" y="478"/>
                  </a:cubicBezTo>
                  <a:cubicBezTo>
                    <a:pt x="524" y="471"/>
                    <a:pt x="515" y="464"/>
                    <a:pt x="506" y="457"/>
                  </a:cubicBezTo>
                  <a:cubicBezTo>
                    <a:pt x="483" y="439"/>
                    <a:pt x="461" y="421"/>
                    <a:pt x="437" y="403"/>
                  </a:cubicBezTo>
                  <a:cubicBezTo>
                    <a:pt x="421" y="391"/>
                    <a:pt x="421" y="391"/>
                    <a:pt x="421" y="391"/>
                  </a:cubicBezTo>
                  <a:cubicBezTo>
                    <a:pt x="417" y="388"/>
                    <a:pt x="413" y="385"/>
                    <a:pt x="408" y="382"/>
                  </a:cubicBezTo>
                  <a:cubicBezTo>
                    <a:pt x="433" y="373"/>
                    <a:pt x="458" y="363"/>
                    <a:pt x="482" y="353"/>
                  </a:cubicBezTo>
                  <a:cubicBezTo>
                    <a:pt x="507" y="343"/>
                    <a:pt x="531" y="332"/>
                    <a:pt x="556" y="322"/>
                  </a:cubicBezTo>
                  <a:cubicBezTo>
                    <a:pt x="578" y="312"/>
                    <a:pt x="600" y="302"/>
                    <a:pt x="622" y="293"/>
                  </a:cubicBezTo>
                  <a:cubicBezTo>
                    <a:pt x="644" y="283"/>
                    <a:pt x="666" y="273"/>
                    <a:pt x="688" y="263"/>
                  </a:cubicBezTo>
                  <a:cubicBezTo>
                    <a:pt x="699" y="258"/>
                    <a:pt x="709" y="253"/>
                    <a:pt x="720" y="248"/>
                  </a:cubicBezTo>
                  <a:cubicBezTo>
                    <a:pt x="732" y="243"/>
                    <a:pt x="745" y="238"/>
                    <a:pt x="756" y="231"/>
                  </a:cubicBezTo>
                  <a:cubicBezTo>
                    <a:pt x="759" y="229"/>
                    <a:pt x="763" y="227"/>
                    <a:pt x="765" y="222"/>
                  </a:cubicBezTo>
                  <a:cubicBezTo>
                    <a:pt x="765" y="220"/>
                    <a:pt x="766" y="217"/>
                    <a:pt x="766" y="214"/>
                  </a:cubicBezTo>
                  <a:cubicBezTo>
                    <a:pt x="767" y="212"/>
                    <a:pt x="767" y="209"/>
                    <a:pt x="765" y="207"/>
                  </a:cubicBezTo>
                  <a:cubicBezTo>
                    <a:pt x="764" y="204"/>
                    <a:pt x="760" y="204"/>
                    <a:pt x="758" y="204"/>
                  </a:cubicBezTo>
                  <a:cubicBezTo>
                    <a:pt x="758" y="204"/>
                    <a:pt x="758" y="204"/>
                    <a:pt x="758" y="204"/>
                  </a:cubicBezTo>
                  <a:cubicBezTo>
                    <a:pt x="752" y="204"/>
                    <a:pt x="746" y="206"/>
                    <a:pt x="741" y="208"/>
                  </a:cubicBezTo>
                  <a:cubicBezTo>
                    <a:pt x="727" y="213"/>
                    <a:pt x="712" y="218"/>
                    <a:pt x="698" y="224"/>
                  </a:cubicBezTo>
                  <a:cubicBezTo>
                    <a:pt x="691" y="227"/>
                    <a:pt x="684" y="231"/>
                    <a:pt x="677" y="234"/>
                  </a:cubicBezTo>
                  <a:cubicBezTo>
                    <a:pt x="666" y="239"/>
                    <a:pt x="656" y="243"/>
                    <a:pt x="645" y="248"/>
                  </a:cubicBezTo>
                  <a:cubicBezTo>
                    <a:pt x="635" y="253"/>
                    <a:pt x="624" y="258"/>
                    <a:pt x="614" y="262"/>
                  </a:cubicBezTo>
                  <a:cubicBezTo>
                    <a:pt x="582" y="276"/>
                    <a:pt x="582" y="276"/>
                    <a:pt x="582" y="276"/>
                  </a:cubicBezTo>
                  <a:cubicBezTo>
                    <a:pt x="558" y="287"/>
                    <a:pt x="534" y="297"/>
                    <a:pt x="509" y="308"/>
                  </a:cubicBezTo>
                  <a:cubicBezTo>
                    <a:pt x="478" y="321"/>
                    <a:pt x="446" y="334"/>
                    <a:pt x="415" y="347"/>
                  </a:cubicBezTo>
                  <a:cubicBezTo>
                    <a:pt x="407" y="350"/>
                    <a:pt x="400" y="353"/>
                    <a:pt x="393" y="357"/>
                  </a:cubicBezTo>
                  <a:cubicBezTo>
                    <a:pt x="389" y="358"/>
                    <a:pt x="386" y="360"/>
                    <a:pt x="382" y="362"/>
                  </a:cubicBezTo>
                  <a:cubicBezTo>
                    <a:pt x="384" y="355"/>
                    <a:pt x="386" y="349"/>
                    <a:pt x="388" y="343"/>
                  </a:cubicBezTo>
                  <a:cubicBezTo>
                    <a:pt x="391" y="334"/>
                    <a:pt x="393" y="326"/>
                    <a:pt x="396" y="317"/>
                  </a:cubicBezTo>
                  <a:cubicBezTo>
                    <a:pt x="401" y="300"/>
                    <a:pt x="405" y="283"/>
                    <a:pt x="410" y="266"/>
                  </a:cubicBezTo>
                  <a:cubicBezTo>
                    <a:pt x="413" y="257"/>
                    <a:pt x="416" y="249"/>
                    <a:pt x="419" y="240"/>
                  </a:cubicBezTo>
                  <a:cubicBezTo>
                    <a:pt x="422" y="232"/>
                    <a:pt x="425" y="224"/>
                    <a:pt x="428" y="215"/>
                  </a:cubicBezTo>
                  <a:cubicBezTo>
                    <a:pt x="434" y="199"/>
                    <a:pt x="438" y="181"/>
                    <a:pt x="443" y="164"/>
                  </a:cubicBezTo>
                  <a:cubicBezTo>
                    <a:pt x="458" y="113"/>
                    <a:pt x="458" y="113"/>
                    <a:pt x="458" y="113"/>
                  </a:cubicBezTo>
                  <a:cubicBezTo>
                    <a:pt x="463" y="95"/>
                    <a:pt x="467" y="78"/>
                    <a:pt x="471" y="61"/>
                  </a:cubicBezTo>
                  <a:cubicBezTo>
                    <a:pt x="473" y="52"/>
                    <a:pt x="475" y="43"/>
                    <a:pt x="477" y="35"/>
                  </a:cubicBezTo>
                  <a:cubicBezTo>
                    <a:pt x="478" y="30"/>
                    <a:pt x="479" y="26"/>
                    <a:pt x="480" y="22"/>
                  </a:cubicBezTo>
                  <a:cubicBezTo>
                    <a:pt x="481" y="18"/>
                    <a:pt x="481" y="18"/>
                    <a:pt x="481" y="18"/>
                  </a:cubicBezTo>
                  <a:cubicBezTo>
                    <a:pt x="481" y="17"/>
                    <a:pt x="481" y="16"/>
                    <a:pt x="481" y="15"/>
                  </a:cubicBezTo>
                  <a:cubicBezTo>
                    <a:pt x="482" y="13"/>
                    <a:pt x="483" y="11"/>
                    <a:pt x="483" y="9"/>
                  </a:cubicBezTo>
                  <a:cubicBezTo>
                    <a:pt x="483" y="8"/>
                    <a:pt x="483" y="7"/>
                    <a:pt x="483" y="6"/>
                  </a:cubicBezTo>
                  <a:cubicBezTo>
                    <a:pt x="484" y="5"/>
                    <a:pt x="483" y="4"/>
                    <a:pt x="483" y="3"/>
                  </a:cubicBezTo>
                  <a:cubicBezTo>
                    <a:pt x="483" y="2"/>
                    <a:pt x="483" y="2"/>
                    <a:pt x="482" y="1"/>
                  </a:cubicBezTo>
                  <a:cubicBezTo>
                    <a:pt x="482" y="0"/>
                    <a:pt x="481" y="0"/>
                    <a:pt x="481"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sz="1350"/>
            </a:p>
          </p:txBody>
        </p:sp>
      </p:grpSp>
      <p:pic>
        <p:nvPicPr>
          <p:cNvPr id="15" name="図 1"/>
          <p:cNvPicPr>
            <a:picLocks noChangeAspect="1"/>
          </p:cNvPicPr>
          <p:nvPr userDrawn="1"/>
        </p:nvPicPr>
        <p:blipFill>
          <a:blip r:embed="rId6">
            <a:extLst>
              <a:ext uri="{28A0092B-C50C-407E-A947-70E740481C1C}">
                <a14:useLocalDpi xmlns:a14="http://schemas.microsoft.com/office/drawing/2010/main"/>
              </a:ext>
            </a:extLst>
          </a:blip>
          <a:srcRect/>
          <a:stretch>
            <a:fillRect/>
          </a:stretch>
        </p:blipFill>
        <p:spPr bwMode="auto">
          <a:xfrm>
            <a:off x="250105" y="4930132"/>
            <a:ext cx="1223963" cy="16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2448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白紙">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7530413" y="4742350"/>
            <a:ext cx="1236216" cy="281231"/>
          </a:xfrm>
          <a:prstGeom prst="rect">
            <a:avLst/>
          </a:prstGeom>
        </p:spPr>
        <p:txBody>
          <a:bodyPr vert="horz" lIns="0" tIns="0" rIns="0" bIns="0" rtlCol="0" anchor="t" anchorCtr="0"/>
          <a:lstStyle>
            <a:lvl1pPr algn="r">
              <a:defRPr sz="1350">
                <a:solidFill>
                  <a:schemeClr val="tx1"/>
                </a:solidFill>
              </a:defRPr>
            </a:lvl1pPr>
          </a:lstStyle>
          <a:p>
            <a:fld id="{A3381702-59A5-4643-AE93-D7BF7F78153B}" type="slidenum">
              <a:rPr lang="en-GB" smtClean="0"/>
              <a:pPr/>
              <a:t>‹#›</a:t>
            </a:fld>
            <a:endParaRPr lang="en-GB" dirty="0"/>
          </a:p>
        </p:txBody>
      </p:sp>
      <p:sp>
        <p:nvSpPr>
          <p:cNvPr id="4" name="Footer Placeholder 4"/>
          <p:cNvSpPr>
            <a:spLocks noGrp="1"/>
          </p:cNvSpPr>
          <p:nvPr>
            <p:ph type="ftr" sz="quarter" idx="3"/>
          </p:nvPr>
        </p:nvSpPr>
        <p:spPr>
          <a:xfrm>
            <a:off x="5888507" y="4946603"/>
            <a:ext cx="2878123" cy="162000"/>
          </a:xfrm>
          <a:prstGeom prst="rect">
            <a:avLst/>
          </a:prstGeom>
        </p:spPr>
        <p:txBody>
          <a:bodyPr vert="horz" lIns="0" tIns="0" rIns="0" bIns="0" rtlCol="0" anchor="t" anchorCtr="0"/>
          <a:lstStyle>
            <a:lvl1pPr algn="r">
              <a:defRPr sz="525">
                <a:solidFill>
                  <a:schemeClr val="tx1"/>
                </a:solidFill>
                <a:latin typeface="+mn-lt"/>
              </a:defRPr>
            </a:lvl1pPr>
          </a:lstStyle>
          <a:p>
            <a:endParaRPr lang="en-GB" dirty="0"/>
          </a:p>
        </p:txBody>
      </p:sp>
    </p:spTree>
    <p:extLst>
      <p:ext uri="{BB962C8B-B14F-4D97-AF65-F5344CB8AC3E}">
        <p14:creationId xmlns:p14="http://schemas.microsoft.com/office/powerpoint/2010/main" val="42605465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emf"/><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theme" Target="../theme/theme2.xml"/><Relationship Id="rId4" Type="http://schemas.openxmlformats.org/officeDocument/2006/relationships/image" Target="../media/image1.emf"/><Relationship Id="rId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395999" y="273845"/>
            <a:ext cx="5760000" cy="165771"/>
          </a:xfrm>
          <a:prstGeom prst="rect">
            <a:avLst/>
          </a:prstGeom>
        </p:spPr>
        <p:txBody>
          <a:bodyPr vert="horz" lIns="0" tIns="0" rIns="0" bIns="0" rtlCol="0" anchor="t" anchorCtr="0">
            <a:normAutofit/>
          </a:bodyPr>
          <a:lstStyle/>
          <a:p>
            <a:r>
              <a:rPr lang="ja-JP" altLang="en-US" dirty="0"/>
              <a:t>マスター タイトルの書式設定</a:t>
            </a:r>
            <a:endParaRPr lang="en-GB" dirty="0"/>
          </a:p>
        </p:txBody>
      </p:sp>
      <p:sp>
        <p:nvSpPr>
          <p:cNvPr id="8" name="Text Placeholder 2"/>
          <p:cNvSpPr>
            <a:spLocks noGrp="1"/>
          </p:cNvSpPr>
          <p:nvPr>
            <p:ph type="body" idx="1"/>
          </p:nvPr>
        </p:nvSpPr>
        <p:spPr>
          <a:xfrm>
            <a:off x="396001" y="1191718"/>
            <a:ext cx="8370629" cy="3046907"/>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GB" dirty="0"/>
          </a:p>
        </p:txBody>
      </p:sp>
      <p:sp>
        <p:nvSpPr>
          <p:cNvPr id="10" name="Footer Placeholder 4"/>
          <p:cNvSpPr>
            <a:spLocks noGrp="1"/>
          </p:cNvSpPr>
          <p:nvPr>
            <p:ph type="ftr" sz="quarter" idx="3"/>
          </p:nvPr>
        </p:nvSpPr>
        <p:spPr>
          <a:xfrm>
            <a:off x="5888507" y="4946603"/>
            <a:ext cx="2878123" cy="162000"/>
          </a:xfrm>
          <a:prstGeom prst="rect">
            <a:avLst/>
          </a:prstGeom>
        </p:spPr>
        <p:txBody>
          <a:bodyPr vert="horz" lIns="0" tIns="0" rIns="0" bIns="0" rtlCol="0" anchor="t" anchorCtr="0"/>
          <a:lstStyle>
            <a:lvl1pPr algn="r">
              <a:defRPr sz="700">
                <a:solidFill>
                  <a:schemeClr val="tx1"/>
                </a:solidFill>
                <a:latin typeface="+mn-lt"/>
              </a:defRPr>
            </a:lvl1pPr>
          </a:lstStyle>
          <a:p>
            <a:endParaRPr lang="en-GB" dirty="0"/>
          </a:p>
        </p:txBody>
      </p:sp>
      <p:sp>
        <p:nvSpPr>
          <p:cNvPr id="11" name="Slide Number Placeholder 5"/>
          <p:cNvSpPr>
            <a:spLocks noGrp="1"/>
          </p:cNvSpPr>
          <p:nvPr>
            <p:ph type="sldNum" sz="quarter" idx="4"/>
          </p:nvPr>
        </p:nvSpPr>
        <p:spPr>
          <a:xfrm>
            <a:off x="7530413" y="4665373"/>
            <a:ext cx="1236216" cy="281231"/>
          </a:xfrm>
          <a:prstGeom prst="rect">
            <a:avLst/>
          </a:prstGeom>
        </p:spPr>
        <p:txBody>
          <a:bodyPr vert="horz" lIns="0" tIns="0" rIns="0" bIns="0" rtlCol="0" anchor="t" anchorCtr="0"/>
          <a:lstStyle>
            <a:lvl1pPr algn="r">
              <a:defRPr sz="1800">
                <a:solidFill>
                  <a:schemeClr val="tx1"/>
                </a:solidFill>
              </a:defRPr>
            </a:lvl1pPr>
          </a:lstStyle>
          <a:p>
            <a:fld id="{A3381702-59A5-4643-AE93-D7BF7F78153B}" type="slidenum">
              <a:rPr lang="en-GB" smtClean="0"/>
              <a:pPr/>
              <a:t>‹#›</a:t>
            </a:fld>
            <a:endParaRPr lang="en-GB" dirty="0"/>
          </a:p>
        </p:txBody>
      </p:sp>
      <p:pic>
        <p:nvPicPr>
          <p:cNvPr id="14" name="Picture 7"/>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300420" y="4688150"/>
            <a:ext cx="1170000" cy="257321"/>
          </a:xfrm>
          <a:prstGeom prst="rect">
            <a:avLst/>
          </a:prstGeom>
          <a:noFill/>
          <a:ln>
            <a:noFill/>
          </a:ln>
        </p:spPr>
      </p:pic>
      <p:pic>
        <p:nvPicPr>
          <p:cNvPr id="12" name="図 1"/>
          <p:cNvPicPr>
            <a:picLocks noChangeAspect="1"/>
          </p:cNvPicPr>
          <p:nvPr userDrawn="1"/>
        </p:nvPicPr>
        <p:blipFill>
          <a:blip r:embed="rId9">
            <a:extLst>
              <a:ext uri="{28A0092B-C50C-407E-A947-70E740481C1C}">
                <a14:useLocalDpi xmlns:a14="http://schemas.microsoft.com/office/drawing/2010/main"/>
              </a:ext>
            </a:extLst>
          </a:blip>
          <a:srcRect/>
          <a:stretch>
            <a:fillRect/>
          </a:stretch>
        </p:blipFill>
        <p:spPr bwMode="auto">
          <a:xfrm>
            <a:off x="1641619" y="4708821"/>
            <a:ext cx="12239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4399373"/>
      </p:ext>
    </p:extLst>
  </p:cSld>
  <p:clrMap bg1="lt1" tx1="dk1" bg2="lt2" tx2="dk2" accent1="accent1" accent2="accent2" accent3="accent3" accent4="accent4" accent5="accent5" accent6="accent6" hlink="hlink" folHlink="folHlink"/>
  <p:sldLayoutIdLst>
    <p:sldLayoutId id="2147483859" r:id="rId1"/>
    <p:sldLayoutId id="2147483890" r:id="rId2"/>
    <p:sldLayoutId id="2147483905" r:id="rId3"/>
    <p:sldLayoutId id="2147483910" r:id="rId4"/>
    <p:sldLayoutId id="2147483911" r:id="rId5"/>
    <p:sldLayoutId id="2147483912" r:id="rId6"/>
  </p:sldLayoutIdLst>
  <p:hf hdr="0" ftr="0" dt="0"/>
  <p:txStyles>
    <p:titleStyle>
      <a:lvl1pPr algn="l" defTabSz="914400" rtl="0" eaLnBrk="1" latinLnBrk="0" hangingPunct="1">
        <a:lnSpc>
          <a:spcPct val="90000"/>
        </a:lnSpc>
        <a:spcBef>
          <a:spcPct val="0"/>
        </a:spcBef>
        <a:buNone/>
        <a:defRPr kumimoji="1" sz="1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5" name="Picture 1573"/>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52396" y="4682361"/>
            <a:ext cx="1361087" cy="228866"/>
          </a:xfrm>
          <a:prstGeom prst="rect">
            <a:avLst/>
          </a:prstGeom>
          <a:noFill/>
          <a:ln>
            <a:noFill/>
          </a:ln>
        </p:spPr>
      </p:pic>
      <p:sp>
        <p:nvSpPr>
          <p:cNvPr id="26" name="Slide Number Placeholder 5"/>
          <p:cNvSpPr>
            <a:spLocks noGrp="1"/>
          </p:cNvSpPr>
          <p:nvPr>
            <p:ph type="sldNum" sz="quarter" idx="4"/>
          </p:nvPr>
        </p:nvSpPr>
        <p:spPr>
          <a:xfrm>
            <a:off x="7892358" y="4665373"/>
            <a:ext cx="1098859" cy="281231"/>
          </a:xfrm>
          <a:prstGeom prst="rect">
            <a:avLst/>
          </a:prstGeom>
        </p:spPr>
        <p:txBody>
          <a:bodyPr vert="horz" lIns="0" tIns="0" rIns="0" bIns="0" rtlCol="0" anchor="t" anchorCtr="0"/>
          <a:lstStyle>
            <a:lvl1pPr algn="r">
              <a:defRPr sz="1350">
                <a:solidFill>
                  <a:schemeClr val="tx1"/>
                </a:solidFill>
              </a:defRPr>
            </a:lvl1pPr>
          </a:lstStyle>
          <a:p>
            <a:fld id="{6C06A925-82FD-4209-802A-5A4BE4463A41}" type="slidenum">
              <a:rPr kumimoji="1" lang="ja-JP" altLang="en-US" smtClean="0"/>
              <a:t>‹#›</a:t>
            </a:fld>
            <a:endParaRPr kumimoji="1" lang="ja-JP" altLang="en-US"/>
          </a:p>
        </p:txBody>
      </p:sp>
      <p:sp>
        <p:nvSpPr>
          <p:cNvPr id="27" name="Footer Placeholder 4"/>
          <p:cNvSpPr>
            <a:spLocks noGrp="1"/>
          </p:cNvSpPr>
          <p:nvPr>
            <p:ph type="ftr" sz="quarter" idx="3"/>
          </p:nvPr>
        </p:nvSpPr>
        <p:spPr>
          <a:xfrm>
            <a:off x="6432885" y="4946603"/>
            <a:ext cx="2558333" cy="162000"/>
          </a:xfrm>
          <a:prstGeom prst="rect">
            <a:avLst/>
          </a:prstGeom>
        </p:spPr>
        <p:txBody>
          <a:bodyPr vert="horz" lIns="0" tIns="0" rIns="0" bIns="0" rtlCol="0" anchor="t" anchorCtr="0"/>
          <a:lstStyle>
            <a:lvl1pPr algn="r">
              <a:defRPr sz="525">
                <a:solidFill>
                  <a:schemeClr val="tx1"/>
                </a:solidFill>
                <a:latin typeface="+mn-lt"/>
              </a:defRPr>
            </a:lvl1pPr>
          </a:lstStyle>
          <a:p>
            <a:endParaRPr kumimoji="1" lang="ja-JP" altLang="en-US" dirty="0"/>
          </a:p>
        </p:txBody>
      </p:sp>
      <p:pic>
        <p:nvPicPr>
          <p:cNvPr id="28" name="図 1"/>
          <p:cNvPicPr>
            <a:picLocks noChangeAspect="1"/>
          </p:cNvPicPr>
          <p:nvPr userDrawn="1"/>
        </p:nvPicPr>
        <p:blipFill>
          <a:blip r:embed="rId5">
            <a:extLst>
              <a:ext uri="{28A0092B-C50C-407E-A947-70E740481C1C}">
                <a14:useLocalDpi xmlns:a14="http://schemas.microsoft.com/office/drawing/2010/main"/>
              </a:ext>
            </a:extLst>
          </a:blip>
          <a:srcRect/>
          <a:stretch>
            <a:fillRect/>
          </a:stretch>
        </p:blipFill>
        <p:spPr bwMode="auto">
          <a:xfrm>
            <a:off x="250105" y="4930132"/>
            <a:ext cx="1223963" cy="16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6106404"/>
      </p:ext>
    </p:extLst>
  </p:cSld>
  <p:clrMap bg1="lt1" tx1="dk1" bg2="lt2" tx2="dk2" accent1="accent1" accent2="accent2" accent3="accent3" accent4="accent4" accent5="accent5" accent6="accent6" hlink="hlink" folHlink="folHlink"/>
  <p:sldLayoutIdLst>
    <p:sldLayoutId id="2147483907" r:id="rId1"/>
    <p:sldLayoutId id="2147483908" r:id="rId2"/>
  </p:sldLayoutIdLst>
  <p:hf hdr="0" ftr="0" dt="0"/>
  <p:txStyles>
    <p:titleStyle>
      <a:lvl1pPr algn="l" defTabSz="685800" rtl="0" eaLnBrk="1" latinLnBrk="0" hangingPunct="1">
        <a:lnSpc>
          <a:spcPct val="90000"/>
        </a:lnSpc>
        <a:spcBef>
          <a:spcPct val="0"/>
        </a:spcBef>
        <a:buNone/>
        <a:defRPr kumimoji="1" sz="12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135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jpeg"/><Relationship Id="rId6" Type="http://schemas.openxmlformats.org/officeDocument/2006/relationships/image" Target="../media/image16.emf"/><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2.png"/><Relationship Id="rId10" Type="http://schemas.openxmlformats.org/officeDocument/2006/relationships/image" Target="../media/image19.png"/><Relationship Id="rId11"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0.png"/><Relationship Id="rId3" Type="http://schemas.openxmlformats.org/officeDocument/2006/relationships/image" Target="../media/image32.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4.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25.png"/><Relationship Id="rId8" Type="http://schemas.openxmlformats.org/officeDocument/2006/relationships/image" Target="../media/image30.png"/><Relationship Id="rId9" Type="http://schemas.openxmlformats.org/officeDocument/2006/relationships/image" Target="../media/image38.png"/><Relationship Id="rId10"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9.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 Id="rId3" Type="http://schemas.openxmlformats.org/officeDocument/2006/relationships/image" Target="../media/image45.png"/><Relationship Id="rId4" Type="http://schemas.openxmlformats.org/officeDocument/2006/relationships/image" Target="../media/image37.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5.png"/><Relationship Id="rId4" Type="http://schemas.openxmlformats.org/officeDocument/2006/relationships/image" Target="../media/image37.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5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4.png"/><Relationship Id="rId3" Type="http://schemas.openxmlformats.org/officeDocument/2006/relationships/image" Target="../media/image39.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5.png"/><Relationship Id="rId3" Type="http://schemas.openxmlformats.org/officeDocument/2006/relationships/image" Target="../media/image39.png"/><Relationship Id="rId4" Type="http://schemas.openxmlformats.org/officeDocument/2006/relationships/image" Target="../media/image29.png"/><Relationship Id="rId5"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図 32"/>
          <p:cNvPicPr>
            <a:picLocks noChangeAspect="1"/>
          </p:cNvPicPr>
          <p:nvPr/>
        </p:nvPicPr>
        <p:blipFill>
          <a:blip r:embed="rId2">
            <a:extLst>
              <a:ext uri="{28A0092B-C50C-407E-A947-70E740481C1C}">
                <a14:useLocalDpi xmlns:a14="http://schemas.microsoft.com/office/drawing/2010/main" val="0"/>
              </a:ext>
            </a:extLst>
          </a:blip>
          <a:srcRect l="67024" t="-26" r="32964" b="100000"/>
          <a:stretch>
            <a:fillRect/>
          </a:stretch>
        </p:blipFill>
        <p:spPr>
          <a:xfrm>
            <a:off x="-2177961" y="-12896"/>
            <a:ext cx="518" cy="713"/>
          </a:xfrm>
          <a:custGeom>
            <a:avLst/>
            <a:gdLst>
              <a:gd name="connsiteX0" fmla="*/ 369 w 691"/>
              <a:gd name="connsiteY0" fmla="*/ 0 h 951"/>
              <a:gd name="connsiteX1" fmla="*/ 691 w 691"/>
              <a:gd name="connsiteY1" fmla="*/ 951 h 951"/>
              <a:gd name="connsiteX2" fmla="*/ 0 w 691"/>
              <a:gd name="connsiteY2" fmla="*/ 951 h 951"/>
              <a:gd name="connsiteX3" fmla="*/ 369 w 691"/>
              <a:gd name="connsiteY3" fmla="*/ 0 h 951"/>
            </a:gdLst>
            <a:ahLst/>
            <a:cxnLst>
              <a:cxn ang="0">
                <a:pos x="connsiteX0" y="connsiteY0"/>
              </a:cxn>
              <a:cxn ang="0">
                <a:pos x="connsiteX1" y="connsiteY1"/>
              </a:cxn>
              <a:cxn ang="0">
                <a:pos x="connsiteX2" y="connsiteY2"/>
              </a:cxn>
              <a:cxn ang="0">
                <a:pos x="connsiteX3" y="connsiteY3"/>
              </a:cxn>
            </a:cxnLst>
            <a:rect l="l" t="t" r="r" b="b"/>
            <a:pathLst>
              <a:path w="691" h="951">
                <a:moveTo>
                  <a:pt x="369" y="0"/>
                </a:moveTo>
                <a:lnTo>
                  <a:pt x="691" y="951"/>
                </a:lnTo>
                <a:lnTo>
                  <a:pt x="0" y="951"/>
                </a:lnTo>
                <a:lnTo>
                  <a:pt x="369" y="0"/>
                </a:lnTo>
                <a:close/>
              </a:path>
            </a:pathLst>
          </a:custGeom>
        </p:spPr>
      </p:pic>
      <p:sp>
        <p:nvSpPr>
          <p:cNvPr id="2" name="テキスト ボックス 1">
            <a:extLst>
              <a:ext uri="{FF2B5EF4-FFF2-40B4-BE49-F238E27FC236}">
                <a16:creationId xmlns:a16="http://schemas.microsoft.com/office/drawing/2014/main" id="{34DDBC89-6B69-68D7-9BF6-AFD5F3CA2729}"/>
              </a:ext>
            </a:extLst>
          </p:cNvPr>
          <p:cNvSpPr txBox="1"/>
          <p:nvPr/>
        </p:nvSpPr>
        <p:spPr>
          <a:xfrm>
            <a:off x="373619" y="1022361"/>
            <a:ext cx="5510291" cy="461665"/>
          </a:xfrm>
          <a:prstGeom prst="rect">
            <a:avLst/>
          </a:prstGeom>
          <a:noFill/>
        </p:spPr>
        <p:txBody>
          <a:bodyPr wrap="square" rtlCol="0" lIns="27432" rIns="27432" tIns="18288" bIns="18288">
            <a:normAutofit/>
          </a:bodyPr>
          <a:lstStyle/>
          <a:p>
            <a:pPr defTabSz="342900">
              <a:defRPr lang="vi-VN">
                <a:latin typeface="Times New Roman" pitchFamily="18" charset="0"/>
                <a:ea typeface="Times New Roman" pitchFamily="18" charset="0"/>
                <a:cs typeface="Times New Roman" pitchFamily="18" charset="0"/>
              </a:defRPr>
            </a:pPr>
            <a:r>
              <a:rPr kumimoji="1" lang="vi-VN" altLang="en-US" sz="1920" b="1" dirty="0">
                <a:solidFill>
                  <a:prstClr val="black"/>
                </a:solidFill>
                <a:latin typeface="Times New Roman" panose="020B0604030504040204" pitchFamily="18" charset="0"/>
                <a:ea typeface="Times New Roman" panose="020B0604030504040204" pitchFamily="18" charset="0"/>
                <a:cs typeface="Times New Roman" pitchFamily="18" charset="0"/>
              </a:rPr>
              <a:t>Tên cuộc họp: Giải thích sáng kiến ​​về quy trình đảm bảo của Athena</a:t>
            </a:r>
            <a:r>
              <a:rPr kumimoji="1" lang="vi-VN" altLang="ja-JP" sz="1920" b="1" dirty="0">
                <a:solidFill>
                  <a:prstClr val="black"/>
                </a:solidFill>
                <a:latin typeface="Times New Roman" panose="020B0604030504040204" pitchFamily="18" charset="0"/>
                <a:ea typeface="Times New Roman" panose="020B0604030504040204" pitchFamily="18" charset="0"/>
                <a:cs typeface="Times New Roman" pitchFamily="18" charset="0"/>
              </a:rPr>
              <a:t/>
            </a:r>
            <a:r>
              <a:rPr kumimoji="1" lang="vi-VN" altLang="en-US" sz="1920" b="1" dirty="0">
                <a:solidFill>
                  <a:prstClr val="black"/>
                </a:solidFill>
                <a:latin typeface="Times New Roman" panose="020B0604030504040204" pitchFamily="18" charset="0"/>
                <a:ea typeface="Times New Roman" panose="020B0604030504040204" pitchFamily="18" charset="0"/>
                <a:cs typeface="Times New Roman" pitchFamily="18" charset="0"/>
              </a:rPr>
              <a:t/>
            </a:r>
            <a:endParaRPr kumimoji="1" lang="vi-VN" altLang="en-US" sz="2400" b="1" dirty="0">
              <a:solidFill>
                <a:prstClr val="black"/>
              </a:solidFill>
              <a:latin typeface="Times New Roman" panose="020B0604030504040204" pitchFamily="18" charset="0"/>
              <a:ea typeface="Times New Roman" panose="020B0604030504040204" pitchFamily="18" charset="0"/>
              <a:cs typeface="Times New Roman" pitchFamily="18" charset="0"/>
            </a:endParaRPr>
          </a:p>
        </p:txBody>
      </p:sp>
      <p:sp>
        <p:nvSpPr>
          <p:cNvPr id="3" name="テキスト ボックス 2">
            <a:extLst>
              <a:ext uri="{FF2B5EF4-FFF2-40B4-BE49-F238E27FC236}">
                <a16:creationId xmlns:a16="http://schemas.microsoft.com/office/drawing/2014/main" id="{D7D64600-AC36-912F-4E8D-48F818CD3D19}"/>
              </a:ext>
            </a:extLst>
          </p:cNvPr>
          <p:cNvSpPr txBox="1"/>
          <p:nvPr/>
        </p:nvSpPr>
        <p:spPr>
          <a:xfrm>
            <a:off x="373619" y="2370755"/>
            <a:ext cx="3198311" cy="300082"/>
          </a:xfrm>
          <a:prstGeom prst="rect">
            <a:avLst/>
          </a:prstGeom>
          <a:noFill/>
        </p:spPr>
        <p:txBody>
          <a:bodyPr wrap="square" rtlCol="0" lIns="27432" rIns="27432" tIns="18288" bIns="18288">
            <a:normAutofit/>
          </a:bodyPr>
          <a:lstStyle/>
          <a:p>
            <a:pPr defTabSz="342900">
              <a:defRPr lang="vi-VN">
                <a:latin typeface="Times New Roman" pitchFamily="18" charset="0"/>
                <a:ea typeface="Times New Roman" pitchFamily="18" charset="0"/>
                <a:cs typeface="Times New Roman" pitchFamily="18" charset="0"/>
              </a:defRPr>
            </a:pPr>
            <a:r>
              <a:rPr lang="vi-VN" altLang="en-US" sz="1080" b="1" dirty="0">
                <a:solidFill>
                  <a:prstClr val="black"/>
                </a:solidFill>
                <a:latin typeface="Times New Roman" panose="020B0604030504040204" pitchFamily="18" charset="0"/>
                <a:ea typeface="Times New Roman" panose="020B0604030504040204" pitchFamily="18" charset="0"/>
                <a:cs typeface="Times New Roman" panose="020B0604030504040204" pitchFamily="18" charset="0"/>
              </a:rPr>
              <a:t>Công ty TNHH Giải pháp Tài liệu Kyocera</a:t>
            </a:r>
            <a:endParaRPr lang="vi-VN">
              <a:latin typeface="Times New Roman" pitchFamily="18" charset="0"/>
              <a:ea typeface="Times New Roman" pitchFamily="18" charset="0"/>
              <a:cs typeface="Times New Roman" pitchFamily="18" charset="0"/>
            </a:endParaRPr>
          </a:p>
        </p:txBody>
      </p:sp>
      <p:sp>
        <p:nvSpPr>
          <p:cNvPr id="4" name="テキスト ボックス 2">
            <a:extLst>
              <a:ext uri="{FF2B5EF4-FFF2-40B4-BE49-F238E27FC236}">
                <a16:creationId xmlns:a16="http://schemas.microsoft.com/office/drawing/2014/main" id="{BFF629D2-BCC7-C260-C7D6-EFDFBB761194}"/>
              </a:ext>
            </a:extLst>
          </p:cNvPr>
          <p:cNvSpPr txBox="1"/>
          <p:nvPr/>
        </p:nvSpPr>
        <p:spPr>
          <a:xfrm>
            <a:off x="373619" y="2084150"/>
            <a:ext cx="1273105" cy="253916"/>
          </a:xfrm>
          <a:prstGeom prst="rect">
            <a:avLst/>
          </a:prstGeom>
          <a:noFill/>
        </p:spPr>
        <p:txBody>
          <a:bodyPr wrap="square" rtlCol="0"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lang="vi-VN" altLang="ja-JP" sz="1050" b="1" dirty="0">
                <a:latin typeface="Times New Roman" panose="020B0604030504040204" pitchFamily="18" charset="0"/>
                <a:ea typeface="Times New Roman" panose="020B0604030504040204" pitchFamily="18" charset="0"/>
                <a:cs typeface="Times New Roman" panose="020B0604030504040204" pitchFamily="18" charset="0"/>
              </a:rPr>
              <a:t>Ngày 22 tháng 8 năm 2025</a:t>
            </a:r>
            <a:r>
              <a:rPr lang="vi-VN" altLang="en-US" sz="1050" b="1" dirty="0">
                <a:latin typeface="Times New Roman" panose="020B0604030504040204" pitchFamily="18" charset="0"/>
                <a:ea typeface="Times New Roman" panose="020B0604030504040204" pitchFamily="18" charset="0"/>
                <a:cs typeface="Times New Roman" panose="020B0604030504040204" pitchFamily="18" charset="0"/>
              </a:rPr>
              <a:t/>
            </a:r>
            <a:r>
              <a:rPr lang="vi-VN" altLang="ja-JP" sz="1050" b="1" dirty="0">
                <a:latin typeface="Times New Roman" panose="020B0604030504040204" pitchFamily="18" charset="0"/>
                <a:ea typeface="Times New Roman" panose="020B0604030504040204" pitchFamily="18" charset="0"/>
                <a:cs typeface="Times New Roman" panose="020B0604030504040204" pitchFamily="18" charset="0"/>
              </a:rPr>
              <a:t/>
            </a:r>
            <a:r>
              <a:rPr lang="vi-VN" altLang="en-US" sz="1050" b="1" dirty="0">
                <a:latin typeface="Times New Roman" panose="020B0604030504040204" pitchFamily="18" charset="0"/>
                <a:ea typeface="Times New Roman" panose="020B0604030504040204" pitchFamily="18" charset="0"/>
                <a:cs typeface="Times New Roman" panose="020B0604030504040204" pitchFamily="18" charset="0"/>
              </a:rPr>
              <a:t/>
            </a:r>
            <a:r>
              <a:rPr lang="vi-VN" altLang="ja-JP" sz="1050" b="1" dirty="0">
                <a:latin typeface="Times New Roman" panose="020B0604030504040204" pitchFamily="18" charset="0"/>
                <a:ea typeface="Times New Roman" panose="020B0604030504040204" pitchFamily="18" charset="0"/>
                <a:cs typeface="Times New Roman" panose="020B0604030504040204" pitchFamily="18" charset="0"/>
              </a:rPr>
              <a:t/>
            </a:r>
            <a:r>
              <a:rPr lang="vi-VN" altLang="en-US" sz="1050" b="1" dirty="0">
                <a:latin typeface="Times New Roman" panose="020B0604030504040204" pitchFamily="18" charset="0"/>
                <a:ea typeface="Times New Roman" panose="020B0604030504040204" pitchFamily="18" charset="0"/>
                <a:cs typeface="Times New Roman" panose="020B0604030504040204" pitchFamily="18" charset="0"/>
              </a:rPr>
              <a:t/>
            </a:r>
            <a:endParaRPr lang="vi-VN">
              <a:latin typeface="Times New Roman" pitchFamily="18" charset="0"/>
              <a:ea typeface="Times New Roman" pitchFamily="18" charset="0"/>
              <a:cs typeface="Times New Roman" pitchFamily="18" charset="0"/>
            </a:endParaRPr>
          </a:p>
        </p:txBody>
      </p:sp>
      <p:sp>
        <p:nvSpPr>
          <p:cNvPr id="5" name="テキスト ボックス 4">
            <a:extLst>
              <a:ext uri="{FF2B5EF4-FFF2-40B4-BE49-F238E27FC236}">
                <a16:creationId xmlns:a16="http://schemas.microsoft.com/office/drawing/2014/main" id="{560E589B-D9AA-8292-0F86-8A244B7B1744}"/>
              </a:ext>
            </a:extLst>
          </p:cNvPr>
          <p:cNvSpPr txBox="1"/>
          <p:nvPr/>
        </p:nvSpPr>
        <p:spPr>
          <a:xfrm>
            <a:off x="373619" y="2703527"/>
            <a:ext cx="3666388" cy="253916"/>
          </a:xfrm>
          <a:prstGeom prst="rect">
            <a:avLst/>
          </a:prstGeom>
          <a:noFill/>
        </p:spPr>
        <p:txBody>
          <a:bodyPr wrap="square" rtlCol="0"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1050" b="1" dirty="0">
                <a:latin typeface="Times New Roman" panose="020B0604030504040204" pitchFamily="18" charset="0"/>
                <a:ea typeface="Times New Roman" panose="020B0604030504040204" pitchFamily="18" charset="0"/>
                <a:cs typeface="Times New Roman" panose="020B0604030504040204" pitchFamily="18" charset="0"/>
              </a:rPr>
              <a:t>Sản phẩm in ấn Trụ sở kinh doanh Công nghệ sản xuất Phần 14 Maniki Nakayama</a:t>
            </a:r>
            <a:r>
              <a:rPr kumimoji="1" lang="vi-VN" altLang="ja-JP" sz="1050" b="1" dirty="0">
                <a:latin typeface="Times New Roman" panose="020B0604030504040204" pitchFamily="18" charset="0"/>
                <a:ea typeface="Times New Roman" panose="020B0604030504040204" pitchFamily="18" charset="0"/>
                <a:cs typeface="Times New Roman" panose="020B0604030504040204" pitchFamily="18" charset="0"/>
              </a:rPr>
              <a:t/>
            </a:r>
            <a:r>
              <a:rPr kumimoji="1" lang="vi-VN" altLang="en-US" sz="1050" b="1" dirty="0">
                <a:latin typeface="Times New Roman" panose="020B0604030504040204" pitchFamily="18" charset="0"/>
                <a:ea typeface="Times New Roman" panose="020B0604030504040204" pitchFamily="18" charset="0"/>
                <a:cs typeface="Times New Roman" panose="020B0604030504040204" pitchFamily="18" charset="0"/>
              </a:rPr>
              <a:t/>
            </a:r>
            <a:endParaRPr kumimoji="1" lang="vi-VN" altLang="en-US" sz="1350" b="1" dirty="0">
              <a:latin typeface="Times New Roman" panose="020B0604030504040204" pitchFamily="18" charset="0"/>
              <a:ea typeface="Times New Roman" panose="020B0604030504040204" pitchFamily="18" charset="0"/>
              <a:cs typeface="Times New Roman" panose="020B0604030504040204" pitchFamily="18" charset="0"/>
            </a:endParaRPr>
          </a:p>
        </p:txBody>
      </p:sp>
    </p:spTree>
    <p:extLst>
      <p:ext uri="{BB962C8B-B14F-4D97-AF65-F5344CB8AC3E}">
        <p14:creationId xmlns:p14="http://schemas.microsoft.com/office/powerpoint/2010/main" val="1792510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9E9A6-E128-E517-C658-D6E0CFAB9EAF}"/>
            </a:ext>
          </a:extLst>
        </p:cNvPr>
        <p:cNvGrpSpPr/>
        <p:nvPr/>
      </p:nvGrpSpPr>
      <p:grpSpPr>
        <a:xfrm>
          <a:off x="0" y="0"/>
          <a:ext cx="0" cy="0"/>
          <a:chOff x="0" y="0"/>
          <a:chExt cx="0" cy="0"/>
        </a:xfrm>
      </p:grpSpPr>
      <p:sp>
        <p:nvSpPr>
          <p:cNvPr id="21" name="スライド番号プレースホルダー 1">
            <a:extLst>
              <a:ext uri="{FF2B5EF4-FFF2-40B4-BE49-F238E27FC236}">
                <a16:creationId xmlns:a16="http://schemas.microsoft.com/office/drawing/2014/main" id="{1BDED4A4-D41D-FB36-E80F-BAEB396CF807}"/>
              </a:ext>
            </a:extLst>
          </p:cNvPr>
          <p:cNvSpPr txBox="1">
            <a:spLocks/>
          </p:cNvSpPr>
          <p:nvPr/>
        </p:nvSpPr>
        <p:spPr>
          <a:xfrm>
            <a:off x="7530413" y="4665373"/>
            <a:ext cx="1236216" cy="281231"/>
          </a:xfrm>
          <a:prstGeom prst="rect">
            <a:avLst/>
          </a:prstGeom>
        </p:spPr>
        <p:txBody>
          <a:bodyPr wrap="square"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lang="vi-VN">
                <a:latin typeface="Times New Roman" pitchFamily="18" charset="0"/>
                <a:ea typeface="Times New Roman" pitchFamily="18" charset="0"/>
                <a:cs typeface="Times New Roman" pitchFamily="18" charset="0"/>
              </a:defRPr>
            </a:pPr>
            <a:fld id="{BBCAF52D-4F9C-4C98-97E5-368871F90D31}" type="slidenum">
              <a:rPr kumimoji="1" lang="ja-JP" altLang="en-US" smtClean="0"/>
              <a:pPr algn="r"/>
              <a:t>2</a:t>
            </a:fld>
            <a:endParaRPr kumimoji="1" lang="vi-VN" altLang="en-US" dirty="0">
              <a:latin typeface="Times New Roman" pitchFamily="18" charset="0"/>
              <a:ea typeface="Times New Roman" pitchFamily="18" charset="0"/>
              <a:cs typeface="Times New Roman" pitchFamily="18" charset="0"/>
            </a:endParaRPr>
          </a:p>
        </p:txBody>
      </p:sp>
      <p:sp>
        <p:nvSpPr>
          <p:cNvPr id="3" name="正方形/長方形 2">
            <a:extLst>
              <a:ext uri="{FF2B5EF4-FFF2-40B4-BE49-F238E27FC236}">
                <a16:creationId xmlns:a16="http://schemas.microsoft.com/office/drawing/2014/main" id="{CF64B8E1-2410-10EE-6888-F89C640761CC}"/>
              </a:ext>
            </a:extLst>
          </p:cNvPr>
          <p:cNvSpPr/>
          <p:nvPr/>
        </p:nvSpPr>
        <p:spPr>
          <a:xfrm>
            <a:off x="0" y="1970356"/>
            <a:ext cx="9144000" cy="1202788"/>
          </a:xfrm>
          <a:prstGeom prst="rect">
            <a:avLst/>
          </a:prstGeom>
          <a:solidFill>
            <a:schemeClr val="accent4">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920" b="1" dirty="0">
                <a:latin typeface="Times New Roman" pitchFamily="18" charset="0"/>
                <a:ea typeface="Times New Roman" pitchFamily="18" charset="0"/>
                <a:cs typeface="Times New Roman" pitchFamily="18" charset="0"/>
              </a:rPr>
              <a:t>Về quá trình điều chỉnh</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1731540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4AAEBD40-C375-5E88-9ED7-1B4183D8B5F9}"/>
              </a:ext>
            </a:extLst>
          </p:cNvPr>
          <p:cNvSpPr/>
          <p:nvPr/>
        </p:nvSpPr>
        <p:spPr>
          <a:xfrm>
            <a:off x="1961533" y="140960"/>
            <a:ext cx="5220934" cy="39115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b="1" dirty="0">
                <a:solidFill>
                  <a:schemeClr val="tx1"/>
                </a:solidFill>
                <a:latin typeface="Times New Roman" pitchFamily="18" charset="0"/>
                <a:ea typeface="Times New Roman" pitchFamily="18" charset="0"/>
                <a:cs typeface="Times New Roman" pitchFamily="18" charset="0"/>
              </a:rPr>
              <a:t>Tìm hiểu thực trạng -Về quá trình điều chỉnh-</a:t>
            </a:r>
            <a:r>
              <a:rPr kumimoji="1" lang="vi-VN" altLang="ja-JP" b="1" dirty="0">
                <a:solidFill>
                  <a:schemeClr val="tx1"/>
                </a:solidFill>
                <a:latin typeface="Times New Roman" pitchFamily="18" charset="0"/>
                <a:ea typeface="Times New Roman" pitchFamily="18" charset="0"/>
                <a:cs typeface="Times New Roman" pitchFamily="18" charset="0"/>
              </a:rPr>
              <a:t/>
            </a:r>
            <a:r>
              <a:rPr kumimoji="1" lang="vi-VN" altLang="en-US" b="1" dirty="0">
                <a:solidFill>
                  <a:schemeClr val="tx1"/>
                </a:solidFill>
                <a:latin typeface="Times New Roman" pitchFamily="18" charset="0"/>
                <a:ea typeface="Times New Roman" pitchFamily="18" charset="0"/>
                <a:cs typeface="Times New Roman" pitchFamily="18" charset="0"/>
              </a:rPr>
              <a:t/>
            </a:r>
            <a:r>
              <a:rPr kumimoji="1" lang="vi-VN" altLang="ja-JP" b="1" dirty="0">
                <a:solidFill>
                  <a:schemeClr val="tx1"/>
                </a:solidFill>
                <a:latin typeface="Times New Roman" pitchFamily="18" charset="0"/>
                <a:ea typeface="Times New Roman" pitchFamily="18" charset="0"/>
                <a:cs typeface="Times New Roman" pitchFamily="18" charset="0"/>
              </a:rPr>
              <a:t/>
            </a:r>
            <a:endParaRPr kumimoji="1" lang="vi-VN" altLang="en-US" b="1" dirty="0">
              <a:solidFill>
                <a:schemeClr val="tx1"/>
              </a:solidFill>
              <a:latin typeface="Times New Roman" pitchFamily="18" charset="0"/>
              <a:ea typeface="Times New Roman" pitchFamily="18" charset="0"/>
              <a:cs typeface="Times New Roman" pitchFamily="18" charset="0"/>
            </a:endParaRPr>
          </a:p>
        </p:txBody>
      </p:sp>
      <p:pic>
        <p:nvPicPr>
          <p:cNvPr id="8" name="図 7">
            <a:extLst>
              <a:ext uri="{FF2B5EF4-FFF2-40B4-BE49-F238E27FC236}">
                <a16:creationId xmlns:a16="http://schemas.microsoft.com/office/drawing/2014/main" id="{D654077C-9546-C653-C242-0D1B38EE70CA}"/>
              </a:ext>
            </a:extLst>
          </p:cNvPr>
          <p:cNvPicPr>
            <a:picLocks noChangeAspect="1"/>
          </p:cNvPicPr>
          <p:nvPr/>
        </p:nvPicPr>
        <p:blipFill>
          <a:blip r:embed="rId2"/>
          <a:stretch>
            <a:fillRect/>
          </a:stretch>
        </p:blipFill>
        <p:spPr>
          <a:xfrm>
            <a:off x="1721600" y="2598656"/>
            <a:ext cx="5700800" cy="1874730"/>
          </a:xfrm>
          <a:prstGeom prst="rect">
            <a:avLst/>
          </a:prstGeom>
        </p:spPr>
      </p:pic>
      <p:sp>
        <p:nvSpPr>
          <p:cNvPr id="2" name="テキスト ボックス 165">
            <a:extLst>
              <a:ext uri="{FF2B5EF4-FFF2-40B4-BE49-F238E27FC236}">
                <a16:creationId xmlns:a16="http://schemas.microsoft.com/office/drawing/2014/main" id="{7F7EF867-FD65-A7DA-CF09-DB7E55CBD983}"/>
              </a:ext>
            </a:extLst>
          </p:cNvPr>
          <p:cNvSpPr txBox="1"/>
          <p:nvPr/>
        </p:nvSpPr>
        <p:spPr>
          <a:xfrm>
            <a:off x="337398" y="1451776"/>
            <a:ext cx="1969699" cy="276999"/>
          </a:xfrm>
          <a:prstGeom prst="rect">
            <a:avLst/>
          </a:prstGeom>
          <a:solidFill>
            <a:schemeClr val="bg1">
              <a:lumMod val="95000"/>
            </a:schemeClr>
          </a:solidFill>
          <a:ln w="9525" cmpd="sng">
            <a:noFill/>
          </a:ln>
        </p:spPr>
        <p:style>
          <a:lnRef idx="0">
            <a:scrgbClr r="0" g="0" b="0"/>
          </a:lnRef>
          <a:fillRef idx="0">
            <a:scrgbClr r="0" g="0" b="0"/>
          </a:fillRef>
          <a:effectRef idx="0">
            <a:scrgbClr r="0" g="0" b="0"/>
          </a:effectRef>
          <a:fontRef idx="minor">
            <a:schemeClr val="dk1"/>
          </a:fontRef>
        </p:style>
        <p:txBody>
          <a:bodyPr wrap="square" rtlCol="0" anchor="t" lIns="27432" rIns="27432" tIns="18288" bIns="18288">
            <a:norm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960" b="1" dirty="0">
                <a:solidFill>
                  <a:schemeClr val="tx1"/>
                </a:solidFill>
                <a:latin typeface="Times New Roman" panose="020B0604030504040204" pitchFamily="18" charset="0"/>
                <a:ea typeface="Times New Roman" panose="020B0604030504040204" pitchFamily="18" charset="0"/>
                <a:cs typeface="Times New Roman" pitchFamily="18" charset="0"/>
              </a:rPr>
              <a:t>Bố cục quy trình điều chỉnh hiện tại</a:t>
            </a:r>
            <a:endParaRPr kumimoji="1" lang="vi-VN" altLang="ja-JP" sz="1200" b="1" dirty="0">
              <a:solidFill>
                <a:schemeClr val="tx1"/>
              </a:solidFill>
              <a:latin typeface="Times New Roman" panose="020B0604030504040204" pitchFamily="18" charset="0"/>
              <a:ea typeface="Times New Roman" panose="020B0604030504040204" pitchFamily="18" charset="0"/>
              <a:cs typeface="Times New Roman" pitchFamily="18" charset="0"/>
            </a:endParaRPr>
          </a:p>
        </p:txBody>
      </p:sp>
      <p:sp>
        <p:nvSpPr>
          <p:cNvPr id="10" name="吹き出し: 角を丸めた四角形 9">
            <a:extLst>
              <a:ext uri="{FF2B5EF4-FFF2-40B4-BE49-F238E27FC236}">
                <a16:creationId xmlns:a16="http://schemas.microsoft.com/office/drawing/2014/main" id="{A9C21320-3A91-E716-633F-33B68FE2235C}"/>
              </a:ext>
            </a:extLst>
          </p:cNvPr>
          <p:cNvSpPr/>
          <p:nvPr/>
        </p:nvSpPr>
        <p:spPr>
          <a:xfrm>
            <a:off x="4987614" y="2318479"/>
            <a:ext cx="1624201" cy="460425"/>
          </a:xfrm>
          <a:prstGeom prst="wedgeRoundRectCallout">
            <a:avLst>
              <a:gd name="adj1" fmla="val -15430"/>
              <a:gd name="adj2" fmla="val 121212"/>
              <a:gd name="adj3" fmla="val 16667"/>
            </a:avLst>
          </a:prstGeom>
        </p:spPr>
        <p:style>
          <a:lnRef idx="2">
            <a:schemeClr val="accent6"/>
          </a:lnRef>
          <a:fillRef idx="1">
            <a:schemeClr val="lt1"/>
          </a:fillRef>
          <a:effectRef idx="0">
            <a:schemeClr val="accent6"/>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b="1" dirty="0">
                <a:solidFill>
                  <a:schemeClr val="tx1"/>
                </a:solidFill>
                <a:latin typeface="Times New Roman" panose="020B0604030504040204" pitchFamily="18" charset="0"/>
                <a:ea typeface="Times New Roman" panose="020B0604030504040204" pitchFamily="18" charset="0"/>
                <a:cs typeface="Times New Roman" pitchFamily="18" charset="0"/>
              </a:rPr>
              <a:t>② Chương trình điều chỉnh hình ảnh</a:t>
            </a:r>
            <a:endParaRPr kumimoji="1" lang="vi-VN" altLang="ja-JP" sz="1200" b="1" dirty="0">
              <a:solidFill>
                <a:schemeClr val="tx1"/>
              </a:solidFill>
              <a:latin typeface="Times New Roman" panose="020B0604030504040204" pitchFamily="18" charset="0"/>
              <a:ea typeface="Times New Roman" panose="020B0604030504040204"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anose="020B0604030504040204" pitchFamily="18" charset="0"/>
                <a:ea typeface="Times New Roman" panose="020B0604030504040204" pitchFamily="18" charset="0"/>
                <a:cs typeface="Times New Roman" pitchFamily="18" charset="0"/>
              </a:rPr>
              <a:t>・画像の色味、直角度</a:t>
            </a:r>
            <a:endParaRPr kumimoji="1" lang="vi-VN" altLang="ja-JP" sz="1200" dirty="0">
              <a:solidFill>
                <a:schemeClr val="tx1"/>
              </a:solidFill>
              <a:latin typeface="Times New Roman" panose="020B0604030504040204" pitchFamily="18" charset="0"/>
              <a:ea typeface="Times New Roman" panose="020B0604030504040204" pitchFamily="18" charset="0"/>
              <a:cs typeface="Times New Roman" pitchFamily="18" charset="0"/>
            </a:endParaRPr>
          </a:p>
        </p:txBody>
      </p:sp>
      <p:sp>
        <p:nvSpPr>
          <p:cNvPr id="13" name="四角形: 角を丸くする 12">
            <a:extLst>
              <a:ext uri="{FF2B5EF4-FFF2-40B4-BE49-F238E27FC236}">
                <a16:creationId xmlns:a16="http://schemas.microsoft.com/office/drawing/2014/main" id="{9B9134E1-D6B3-9E54-BBBE-7ECDF3DCFBF5}"/>
              </a:ext>
            </a:extLst>
          </p:cNvPr>
          <p:cNvSpPr/>
          <p:nvPr/>
        </p:nvSpPr>
        <p:spPr>
          <a:xfrm>
            <a:off x="281207" y="3096897"/>
            <a:ext cx="810993" cy="88900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dirty="0">
                <a:solidFill>
                  <a:schemeClr val="tx1"/>
                </a:solidFill>
                <a:latin typeface="Times New Roman" pitchFamily="18" charset="0"/>
                <a:ea typeface="Times New Roman" pitchFamily="18" charset="0"/>
                <a:cs typeface="Times New Roman" pitchFamily="18" charset="0"/>
              </a:rPr>
              <a:t>cuộc họp</a:t>
            </a:r>
            <a:endParaRPr lang="vi-VN">
              <a:latin typeface="Times New Roman" pitchFamily="18" charset="0"/>
              <a:ea typeface="Times New Roman" pitchFamily="18" charset="0"/>
              <a:cs typeface="Times New Roman" pitchFamily="18" charset="0"/>
            </a:endParaRPr>
          </a:p>
        </p:txBody>
      </p:sp>
      <p:sp>
        <p:nvSpPr>
          <p:cNvPr id="14" name="矢印: 下 13">
            <a:extLst>
              <a:ext uri="{FF2B5EF4-FFF2-40B4-BE49-F238E27FC236}">
                <a16:creationId xmlns:a16="http://schemas.microsoft.com/office/drawing/2014/main" id="{2AA93AE8-5D8F-7912-ADB1-505E268873CC}"/>
              </a:ext>
            </a:extLst>
          </p:cNvPr>
          <p:cNvSpPr/>
          <p:nvPr/>
        </p:nvSpPr>
        <p:spPr>
          <a:xfrm rot="16200000">
            <a:off x="1268402" y="3319134"/>
            <a:ext cx="276996" cy="433774"/>
          </a:xfrm>
          <a:prstGeom prst="downArrow">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2CD62823-6561-3F05-FF1A-2D4CF0101DC5}"/>
              </a:ext>
            </a:extLst>
          </p:cNvPr>
          <p:cNvSpPr/>
          <p:nvPr/>
        </p:nvSpPr>
        <p:spPr>
          <a:xfrm>
            <a:off x="8051800" y="3096897"/>
            <a:ext cx="810993" cy="88900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dirty="0">
                <a:solidFill>
                  <a:schemeClr val="tx1"/>
                </a:solidFill>
                <a:latin typeface="Times New Roman" pitchFamily="18" charset="0"/>
                <a:ea typeface="Times New Roman" pitchFamily="18" charset="0"/>
                <a:cs typeface="Times New Roman" pitchFamily="18" charset="0"/>
              </a:rPr>
              <a:t>đóng gói</a:t>
            </a:r>
            <a:endParaRPr lang="vi-VN">
              <a:latin typeface="Times New Roman" pitchFamily="18" charset="0"/>
              <a:ea typeface="Times New Roman" pitchFamily="18" charset="0"/>
              <a:cs typeface="Times New Roman" pitchFamily="18" charset="0"/>
            </a:endParaRPr>
          </a:p>
        </p:txBody>
      </p:sp>
      <p:sp>
        <p:nvSpPr>
          <p:cNvPr id="16" name="矢印: 下 15">
            <a:extLst>
              <a:ext uri="{FF2B5EF4-FFF2-40B4-BE49-F238E27FC236}">
                <a16:creationId xmlns:a16="http://schemas.microsoft.com/office/drawing/2014/main" id="{311E5D76-6C8D-5889-CA95-CF8060BC1746}"/>
              </a:ext>
            </a:extLst>
          </p:cNvPr>
          <p:cNvSpPr/>
          <p:nvPr/>
        </p:nvSpPr>
        <p:spPr>
          <a:xfrm rot="16200000">
            <a:off x="7588322" y="3327181"/>
            <a:ext cx="276996" cy="433774"/>
          </a:xfrm>
          <a:prstGeom prst="downArrow">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4F47A37F-EF40-4D17-1643-957825D545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569" t="10031" r="28122" b="42828"/>
          <a:stretch/>
        </p:blipFill>
        <p:spPr bwMode="auto">
          <a:xfrm>
            <a:off x="7010582" y="3131707"/>
            <a:ext cx="296870" cy="289306"/>
          </a:xfrm>
          <a:prstGeom prst="rect">
            <a:avLst/>
          </a:prstGeom>
          <a:noFill/>
          <a:extLst>
            <a:ext uri="{909E8E84-426E-40DD-AFC4-6F175D3DCCD1}">
              <a14:hiddenFill xmlns:a14="http://schemas.microsoft.com/office/drawing/2010/main">
                <a:solidFill>
                  <a:srgbClr val="FFFFFF"/>
                </a:solidFill>
              </a14:hiddenFill>
            </a:ext>
          </a:extLst>
        </p:spPr>
      </p:pic>
      <p:pic>
        <p:nvPicPr>
          <p:cNvPr id="17" name="図 16">
            <a:extLst>
              <a:ext uri="{FF2B5EF4-FFF2-40B4-BE49-F238E27FC236}">
                <a16:creationId xmlns:a16="http://schemas.microsoft.com/office/drawing/2014/main" id="{71DF5EE3-B223-D84F-A86C-361565FCB49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0991" t="8206" r="28472" b="51267"/>
          <a:stretch/>
        </p:blipFill>
        <p:spPr bwMode="auto">
          <a:xfrm>
            <a:off x="5436086" y="3132806"/>
            <a:ext cx="296870" cy="287108"/>
          </a:xfrm>
          <a:prstGeom prst="rect">
            <a:avLst/>
          </a:prstGeom>
          <a:noFill/>
          <a:extLst>
            <a:ext uri="{909E8E84-426E-40DD-AFC4-6F175D3DCCD1}">
              <a14:hiddenFill xmlns:a14="http://schemas.microsoft.com/office/drawing/2010/main">
                <a:solidFill>
                  <a:srgbClr val="FFFFFF"/>
                </a:solidFill>
              </a14:hiddenFill>
            </a:ext>
          </a:extLst>
        </p:spPr>
      </p:pic>
      <p:pic>
        <p:nvPicPr>
          <p:cNvPr id="18" name="図 17">
            <a:extLst>
              <a:ext uri="{FF2B5EF4-FFF2-40B4-BE49-F238E27FC236}">
                <a16:creationId xmlns:a16="http://schemas.microsoft.com/office/drawing/2014/main" id="{6F926FD0-B16A-EDF6-09F8-E051BDFCC6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569" t="10031" r="28122" b="42828"/>
          <a:stretch/>
        </p:blipFill>
        <p:spPr bwMode="auto">
          <a:xfrm>
            <a:off x="3861590" y="3131707"/>
            <a:ext cx="296870" cy="289306"/>
          </a:xfrm>
          <a:prstGeom prst="rect">
            <a:avLst/>
          </a:prstGeom>
          <a:noFill/>
          <a:extLst>
            <a:ext uri="{909E8E84-426E-40DD-AFC4-6F175D3DCCD1}">
              <a14:hiddenFill xmlns:a14="http://schemas.microsoft.com/office/drawing/2010/main">
                <a:solidFill>
                  <a:srgbClr val="FFFFFF"/>
                </a:solidFill>
              </a14:hiddenFill>
            </a:ext>
          </a:extLst>
        </p:spPr>
      </p:pic>
      <p:sp>
        <p:nvSpPr>
          <p:cNvPr id="21" name="スライド番号プレースホルダー 1">
            <a:extLst>
              <a:ext uri="{FF2B5EF4-FFF2-40B4-BE49-F238E27FC236}">
                <a16:creationId xmlns:a16="http://schemas.microsoft.com/office/drawing/2014/main" id="{40B5BCE2-9B51-B9F2-E7BD-6C1F056FEA1C}"/>
              </a:ext>
            </a:extLst>
          </p:cNvPr>
          <p:cNvSpPr txBox="1">
            <a:spLocks/>
          </p:cNvSpPr>
          <p:nvPr/>
        </p:nvSpPr>
        <p:spPr>
          <a:xfrm>
            <a:off x="7530413" y="4665373"/>
            <a:ext cx="1236216" cy="281231"/>
          </a:xfrm>
          <a:prstGeom prst="rect">
            <a:avLst/>
          </a:prstGeom>
        </p:spPr>
        <p:txBody>
          <a:bodyPr wrap="square"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lang="vi-VN">
                <a:latin typeface="Times New Roman" pitchFamily="18" charset="0"/>
                <a:ea typeface="Times New Roman" pitchFamily="18" charset="0"/>
                <a:cs typeface="Times New Roman" pitchFamily="18" charset="0"/>
              </a:defRPr>
            </a:pPr>
            <a:fld id="{BBCAF52D-4F9C-4C98-97E5-368871F90D31}" type="slidenum">
              <a:rPr kumimoji="1" lang="ja-JP" altLang="en-US" smtClean="0"/>
              <a:pPr algn="r"/>
              <a:t>3</a:t>
            </a:fld>
            <a:endParaRPr kumimoji="1" lang="vi-VN" altLang="en-US" dirty="0">
              <a:latin typeface="Times New Roman" pitchFamily="18" charset="0"/>
              <a:ea typeface="Times New Roman" pitchFamily="18" charset="0"/>
              <a:cs typeface="Times New Roman" pitchFamily="18" charset="0"/>
            </a:endParaRPr>
          </a:p>
        </p:txBody>
      </p:sp>
      <p:sp>
        <p:nvSpPr>
          <p:cNvPr id="5" name="吹き出し: 角を丸めた四角形 4">
            <a:extLst>
              <a:ext uri="{FF2B5EF4-FFF2-40B4-BE49-F238E27FC236}">
                <a16:creationId xmlns:a16="http://schemas.microsoft.com/office/drawing/2014/main" id="{29172B81-F3AF-0D88-53E7-512E38499143}"/>
              </a:ext>
            </a:extLst>
          </p:cNvPr>
          <p:cNvSpPr/>
          <p:nvPr/>
        </p:nvSpPr>
        <p:spPr>
          <a:xfrm>
            <a:off x="2468879" y="2318479"/>
            <a:ext cx="2420922" cy="460425"/>
          </a:xfrm>
          <a:prstGeom prst="wedgeRoundRectCallout">
            <a:avLst>
              <a:gd name="adj1" fmla="val 6361"/>
              <a:gd name="adj2" fmla="val 125795"/>
              <a:gd name="adj3" fmla="val 16667"/>
            </a:avLst>
          </a:prstGeom>
        </p:spPr>
        <p:style>
          <a:lnRef idx="2">
            <a:schemeClr val="accent6"/>
          </a:lnRef>
          <a:fillRef idx="1">
            <a:schemeClr val="lt1"/>
          </a:fillRef>
          <a:effectRef idx="0">
            <a:schemeClr val="accent6"/>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b="1" dirty="0">
                <a:solidFill>
                  <a:schemeClr val="tx1"/>
                </a:solidFill>
                <a:latin typeface="Times New Roman" panose="020B0604030504040204" pitchFamily="18" charset="0"/>
                <a:ea typeface="Times New Roman" panose="020B0604030504040204" pitchFamily="18" charset="0"/>
                <a:cs typeface="Times New Roman" pitchFamily="18" charset="0"/>
              </a:rPr>
              <a:t>①Cài đặt chương trình xác minh</a:t>
            </a:r>
            <a:endParaRPr kumimoji="1" lang="vi-VN" altLang="ja-JP" sz="1200" b="1" dirty="0">
              <a:solidFill>
                <a:schemeClr val="tx1"/>
              </a:solidFill>
              <a:latin typeface="Times New Roman" panose="020B0604030504040204" pitchFamily="18" charset="0"/>
              <a:ea typeface="Times New Roman" panose="020B0604030504040204"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anose="020B0604030504040204" pitchFamily="18" charset="0"/>
                <a:ea typeface="Times New Roman" panose="020B0604030504040204" pitchFamily="18" charset="0"/>
                <a:cs typeface="Times New Roman" pitchFamily="18" charset="0"/>
              </a:rPr>
              <a:t>・Kiểm tra用設定　ex:製品エリアコード</a:t>
            </a:r>
            <a:r>
              <a:rPr kumimoji="1" lang="vi-VN" altLang="ja-JP" sz="960" dirty="0">
                <a:solidFill>
                  <a:schemeClr val="tx1"/>
                </a:solidFill>
                <a:latin typeface="Times New Roman" panose="020B0604030504040204" pitchFamily="18" charset="0"/>
                <a:ea typeface="Times New Roman" panose="020B0604030504040204" pitchFamily="18" charset="0"/>
                <a:cs typeface="Times New Roman" pitchFamily="18" charset="0"/>
              </a:rPr>
              <a:t/>
            </a:r>
            <a:r>
              <a:rPr kumimoji="1" lang="vi-VN" altLang="en-US" sz="960" dirty="0">
                <a:solidFill>
                  <a:schemeClr val="tx1"/>
                </a:solidFill>
                <a:latin typeface="Times New Roman" panose="020B0604030504040204" pitchFamily="18" charset="0"/>
                <a:ea typeface="Times New Roman" panose="020B0604030504040204" pitchFamily="18" charset="0"/>
                <a:cs typeface="Times New Roman" pitchFamily="18" charset="0"/>
              </a:rPr>
              <a:t/>
            </a:r>
            <a:endParaRPr kumimoji="1" lang="vi-VN" altLang="ja-JP" sz="1200" dirty="0">
              <a:solidFill>
                <a:schemeClr val="tx1"/>
              </a:solidFill>
              <a:latin typeface="Times New Roman" panose="020B0604030504040204" pitchFamily="18" charset="0"/>
              <a:ea typeface="Times New Roman" panose="020B0604030504040204" pitchFamily="18" charset="0"/>
              <a:cs typeface="Times New Roman" pitchFamily="18" charset="0"/>
            </a:endParaRPr>
          </a:p>
        </p:txBody>
      </p:sp>
      <p:sp>
        <p:nvSpPr>
          <p:cNvPr id="7" name="吹き出し: 角を丸めた四角形 6">
            <a:extLst>
              <a:ext uri="{FF2B5EF4-FFF2-40B4-BE49-F238E27FC236}">
                <a16:creationId xmlns:a16="http://schemas.microsoft.com/office/drawing/2014/main" id="{AB8DCF47-AA14-5E20-B6A9-290639CD32AD}"/>
              </a:ext>
            </a:extLst>
          </p:cNvPr>
          <p:cNvSpPr/>
          <p:nvPr/>
        </p:nvSpPr>
        <p:spPr>
          <a:xfrm>
            <a:off x="7120790" y="2335811"/>
            <a:ext cx="1742003" cy="460425"/>
          </a:xfrm>
          <a:prstGeom prst="wedgeRoundRectCallout">
            <a:avLst>
              <a:gd name="adj1" fmla="val -35047"/>
              <a:gd name="adj2" fmla="val 133433"/>
              <a:gd name="adj3" fmla="val 16667"/>
            </a:avLst>
          </a:prstGeom>
        </p:spPr>
        <p:style>
          <a:lnRef idx="2">
            <a:schemeClr val="accent6"/>
          </a:lnRef>
          <a:fillRef idx="1">
            <a:schemeClr val="lt1"/>
          </a:fillRef>
          <a:effectRef idx="0">
            <a:schemeClr val="accent6"/>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b="1" dirty="0">
                <a:solidFill>
                  <a:schemeClr val="tx1"/>
                </a:solidFill>
                <a:latin typeface="Times New Roman" panose="020B0604030504040204" pitchFamily="18" charset="0"/>
                <a:ea typeface="Times New Roman" panose="020B0604030504040204" pitchFamily="18" charset="0"/>
                <a:cs typeface="Times New Roman" pitchFamily="18" charset="0"/>
              </a:rPr>
              <a:t>③Cài đặt chương trình xác minh</a:t>
            </a:r>
            <a:endParaRPr kumimoji="1" lang="vi-VN" altLang="ja-JP" sz="1200" dirty="0">
              <a:solidFill>
                <a:schemeClr val="tx1"/>
              </a:solidFill>
              <a:latin typeface="Times New Roman" panose="020B0604030504040204" pitchFamily="18" charset="0"/>
              <a:ea typeface="Times New Roman" panose="020B0604030504040204"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anose="020B0604030504040204" pitchFamily="18" charset="0"/>
                <a:ea typeface="Times New Roman" panose="020B0604030504040204" pitchFamily="18" charset="0"/>
                <a:cs typeface="Times New Roman" pitchFamily="18" charset="0"/>
              </a:rPr>
              <a:t>・出荷用設定</a:t>
            </a:r>
            <a:endParaRPr kumimoji="1" lang="vi-VN" altLang="ja-JP" sz="1200" dirty="0">
              <a:solidFill>
                <a:schemeClr val="tx1"/>
              </a:solidFill>
              <a:latin typeface="Times New Roman" panose="020B0604030504040204" pitchFamily="18" charset="0"/>
              <a:ea typeface="Times New Roman" panose="020B0604030504040204" pitchFamily="18" charset="0"/>
              <a:cs typeface="Times New Roman" pitchFamily="18" charset="0"/>
            </a:endParaRPr>
          </a:p>
        </p:txBody>
      </p:sp>
      <p:sp>
        <p:nvSpPr>
          <p:cNvPr id="20" name="右中かっこ 19">
            <a:extLst>
              <a:ext uri="{FF2B5EF4-FFF2-40B4-BE49-F238E27FC236}">
                <a16:creationId xmlns:a16="http://schemas.microsoft.com/office/drawing/2014/main" id="{B5A953EE-965F-E96F-13E6-9194E923E376}"/>
              </a:ext>
            </a:extLst>
          </p:cNvPr>
          <p:cNvSpPr/>
          <p:nvPr/>
        </p:nvSpPr>
        <p:spPr>
          <a:xfrm rot="16200000">
            <a:off x="5489990" y="-1205656"/>
            <a:ext cx="351692" cy="6393914"/>
          </a:xfrm>
          <a:prstGeom prst="rightBrace">
            <a:avLst/>
          </a:prstGeom>
          <a:ln w="127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solidFill>
                <a:srgbClr val="FF0000"/>
              </a:solidFill>
            </a:endParaRPr>
          </a:p>
        </p:txBody>
      </p:sp>
      <p:sp>
        <p:nvSpPr>
          <p:cNvPr id="22" name="テキスト ボックス 21">
            <a:extLst>
              <a:ext uri="{FF2B5EF4-FFF2-40B4-BE49-F238E27FC236}">
                <a16:creationId xmlns:a16="http://schemas.microsoft.com/office/drawing/2014/main" id="{EF526E34-A904-0BA8-D0FA-7F7590012179}"/>
              </a:ext>
            </a:extLst>
          </p:cNvPr>
          <p:cNvSpPr txBox="1"/>
          <p:nvPr/>
        </p:nvSpPr>
        <p:spPr>
          <a:xfrm>
            <a:off x="4227345" y="1512086"/>
            <a:ext cx="2851680" cy="307777"/>
          </a:xfrm>
          <a:prstGeom prst="rect">
            <a:avLst/>
          </a:prstGeom>
          <a:noFill/>
        </p:spPr>
        <p:txBody>
          <a:bodyPr wrap="square" rtlCol="0"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120" b="1" dirty="0">
                <a:solidFill>
                  <a:srgbClr val="FF0000"/>
                </a:solidFill>
                <a:latin typeface="Times New Roman" panose="020B0604030504040204" pitchFamily="18" charset="0"/>
                <a:ea typeface="Times New Roman" panose="020B0604030504040204" pitchFamily="18" charset="0"/>
                <a:cs typeface="Times New Roman" pitchFamily="18" charset="0"/>
              </a:rPr>
              <a:t>①＋②＋③=Chương trình kiểm tra tích hợp</a:t>
            </a:r>
            <a:endParaRPr kumimoji="1" lang="vi-VN" altLang="ja-JP" sz="1400" b="1" dirty="0">
              <a:solidFill>
                <a:srgbClr val="FF0000"/>
              </a:solidFill>
              <a:latin typeface="Times New Roman" pitchFamily="18" charset="0"/>
              <a:ea typeface="Times New Roman" pitchFamily="18" charset="0"/>
              <a:cs typeface="Times New Roman" pitchFamily="18" charset="0"/>
            </a:endParaRPr>
          </a:p>
        </p:txBody>
      </p:sp>
      <p:sp>
        <p:nvSpPr>
          <p:cNvPr id="23" name="テキスト ボックス 22">
            <a:extLst>
              <a:ext uri="{FF2B5EF4-FFF2-40B4-BE49-F238E27FC236}">
                <a16:creationId xmlns:a16="http://schemas.microsoft.com/office/drawing/2014/main" id="{BCC76678-FC5D-E2D5-0A56-D2CFB4F73043}"/>
              </a:ext>
            </a:extLst>
          </p:cNvPr>
          <p:cNvSpPr txBox="1"/>
          <p:nvPr/>
        </p:nvSpPr>
        <p:spPr>
          <a:xfrm>
            <a:off x="312882" y="631704"/>
            <a:ext cx="8507028" cy="507831"/>
          </a:xfrm>
          <a:prstGeom prst="rect">
            <a:avLst/>
          </a:prstGeom>
          <a:noFill/>
        </p:spPr>
        <p:txBody>
          <a:bodyPr wrap="square" rtlCol="0" lIns="27432" rIns="27432" tIns="18288" bIns="18288">
            <a:normAutofit/>
          </a:bodyPr>
          <a:lstStyle/>
          <a:p>
            <a:pPr marL="214313" indent="-214313">
              <a:buFont typeface="Wingdings" panose="05000000000000000000" pitchFamily="2" charset="2"/>
              <a:buChar char="n"/>
              <a:defRPr lang="vi-VN">
                <a:latin typeface="Times New Roman" pitchFamily="18" charset="0"/>
                <a:ea typeface="Times New Roman" pitchFamily="18" charset="0"/>
                <a:cs typeface="Times New Roman" pitchFamily="18" charset="0"/>
              </a:defRPr>
            </a:pPr>
            <a:r>
              <a:rPr kumimoji="1" lang="vi-VN" altLang="en-US" sz="1080" dirty="0">
                <a:latin typeface="Times New Roman" pitchFamily="18" charset="0"/>
                <a:ea typeface="Times New Roman" pitchFamily="18" charset="0"/>
                <a:cs typeface="Times New Roman" pitchFamily="18" charset="0"/>
              </a:rPr>
              <a:t>Quá trình điều chỉnh là gì?</a:t>
            </a:r>
            <a:endParaRPr kumimoji="1" lang="vi-VN" altLang="ja-JP" sz="1350" dirty="0">
              <a:latin typeface="Times New Roman" pitchFamily="18" charset="0"/>
              <a:ea typeface="Times New Roman" pitchFamily="18" charset="0"/>
              <a:cs typeface="Times New Roman" pitchFamily="18" charset="0"/>
            </a:endParaRPr>
          </a:p>
          <a:p>
            <a:pPr lvl="1">
              <a:defRPr lang="vi-VN">
                <a:latin typeface="Times New Roman" pitchFamily="18" charset="0"/>
                <a:ea typeface="Times New Roman" pitchFamily="18" charset="0"/>
                <a:cs typeface="Times New Roman" pitchFamily="18" charset="0"/>
              </a:defRPr>
            </a:pPr>
            <a:r>
              <a:rPr kumimoji="1" lang="vi-VN" altLang="en-US" sz="1080" dirty="0">
                <a:latin typeface="Times New Roman" pitchFamily="18" charset="0"/>
                <a:ea typeface="Times New Roman" pitchFamily="18" charset="0"/>
                <a:cs typeface="Times New Roman" pitchFamily="18" charset="0"/>
              </a:rPr>
              <a:t>Quá trình cài đặt/xác minh, kiểm tra hình ảnh và cài đặt vận chuyển cho từng điểm đến đối với các máy đến từ quá trình lắp ráp.</a:t>
            </a:r>
            <a:r>
              <a:rPr kumimoji="1" lang="vi-VN" altLang="ja-JP" sz="1080" dirty="0">
                <a:latin typeface="Times New Roman" pitchFamily="18" charset="0"/>
                <a:ea typeface="Times New Roman" pitchFamily="18" charset="0"/>
                <a:cs typeface="Times New Roman" pitchFamily="18" charset="0"/>
              </a:rPr>
              <a:t/>
            </a:r>
            <a:r>
              <a:rPr kumimoji="1" lang="vi-VN" altLang="en-US" sz="1080" dirty="0">
                <a:latin typeface="Times New Roman" pitchFamily="18" charset="0"/>
                <a:ea typeface="Times New Roman" pitchFamily="18" charset="0"/>
                <a:cs typeface="Times New Roman" pitchFamily="18" charset="0"/>
              </a:rPr>
              <a:t/>
            </a:r>
            <a:endParaRPr kumimoji="1" lang="vi-VN" altLang="ja-JP" sz="1350" dirty="0">
              <a:latin typeface="Times New Roman" pitchFamily="18" charset="0"/>
              <a:ea typeface="Times New Roman" pitchFamily="18" charset="0"/>
              <a:cs typeface="Times New Roman" pitchFamily="18" charset="0"/>
            </a:endParaRPr>
          </a:p>
        </p:txBody>
      </p:sp>
      <p:sp>
        <p:nvSpPr>
          <p:cNvPr id="24" name="TextBox 23"/>
          <p:cNvSpPr txBox="1"/>
          <p:nvPr/>
        </p:nvSpPr>
        <p:spPr>
          <a:xfrm>
            <a:off x="4285833" y="2923128"/>
            <a:ext cx="3227824" cy="507889"/>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ーーーーーーーーーーーーーーーーーーここーーー</a:t>
            </a:r>
            <a:endParaRPr lang="vi-VN">
              <a:latin typeface="Times New Roman" pitchFamily="18" charset="0"/>
              <a:ea typeface="Times New Roman" pitchFamily="18" charset="0"/>
              <a:cs typeface="Times New Roman" pitchFamily="18" charset="0"/>
            </a:endParaRPr>
          </a:p>
        </p:txBody>
      </p:sp>
      <p:sp>
        <p:nvSpPr>
          <p:cNvPr id="25" name="TextBox 24"/>
          <p:cNvSpPr txBox="1"/>
          <p:nvPr/>
        </p:nvSpPr>
        <p:spPr>
          <a:xfrm>
            <a:off x="2960904" y="2981713"/>
            <a:ext cx="529520" cy="440516"/>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a:t>
            </a:r>
            <a:endParaRPr lang="vi-VN">
              <a:latin typeface="Times New Roman" pitchFamily="18" charset="0"/>
              <a:ea typeface="Times New Roman" pitchFamily="18" charset="0"/>
              <a:cs typeface="Times New Roman" pitchFamily="18" charset="0"/>
            </a:endParaRPr>
          </a:p>
        </p:txBody>
      </p:sp>
      <p:sp>
        <p:nvSpPr>
          <p:cNvPr id="26" name="TextBox 25"/>
          <p:cNvSpPr txBox="1"/>
          <p:nvPr/>
        </p:nvSpPr>
        <p:spPr>
          <a:xfrm>
            <a:off x="6764442" y="3396317"/>
            <a:ext cx="180000" cy="134746"/>
          </a:xfrm>
          <a:prstGeom prst="rect">
            <a:avLst/>
          </a:prstGeom>
          <a:noFill/>
        </p:spPr>
        <p:txBody>
          <a:bodyPr wrap="square" lIns="0" rIns="0" tIns="0" bIns="0">
            <a:spAutoFit/>
          </a:bodyPr>
          <a:lstStyle/>
          <a:p>
            <a:pPr algn="l">
              <a:defRPr sz="763"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quốc gia</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108480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B6631-43A7-FD62-F376-34BD990C93CB}"/>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A5517F2-C1D8-6F59-479F-A936B8998C75}"/>
              </a:ext>
            </a:extLst>
          </p:cNvPr>
          <p:cNvSpPr txBox="1"/>
          <p:nvPr/>
        </p:nvSpPr>
        <p:spPr>
          <a:xfrm>
            <a:off x="312882" y="631704"/>
            <a:ext cx="8507028" cy="715581"/>
          </a:xfrm>
          <a:prstGeom prst="rect">
            <a:avLst/>
          </a:prstGeom>
          <a:noFill/>
        </p:spPr>
        <p:txBody>
          <a:bodyPr wrap="square" rtlCol="0" lIns="27432" rIns="27432" tIns="18288" bIns="18288">
            <a:normAutofit/>
          </a:bodyPr>
          <a:lstStyle/>
          <a:p>
            <a:pPr marL="214313" indent="-214313">
              <a:buFont typeface="Wingdings" panose="05000000000000000000" pitchFamily="2" charset="2"/>
              <a:buChar char="n"/>
              <a:defRPr lang="vi-VN">
                <a:latin typeface="Times New Roman" pitchFamily="18" charset="0"/>
                <a:ea typeface="Times New Roman" pitchFamily="18" charset="0"/>
                <a:cs typeface="Times New Roman" pitchFamily="18" charset="0"/>
              </a:defRPr>
            </a:pPr>
            <a:r>
              <a:rPr kumimoji="1" lang="vi-VN" altLang="en-US" sz="1080" dirty="0">
                <a:latin typeface="Times New Roman" pitchFamily="18" charset="0"/>
                <a:ea typeface="Times New Roman" pitchFamily="18" charset="0"/>
                <a:cs typeface="Times New Roman" pitchFamily="18" charset="0"/>
              </a:rPr>
              <a:t>Chương trình thanh tra tích hợp là gì?</a:t>
            </a:r>
            <a:endParaRPr kumimoji="1" lang="vi-VN" altLang="ja-JP" sz="1350" dirty="0">
              <a:latin typeface="Times New Roman" pitchFamily="18" charset="0"/>
              <a:ea typeface="Times New Roman" pitchFamily="18" charset="0"/>
              <a:cs typeface="Times New Roman" pitchFamily="18" charset="0"/>
            </a:endParaRPr>
          </a:p>
          <a:p>
            <a:pPr lvl="1">
              <a:defRPr lang="vi-VN">
                <a:latin typeface="Times New Roman" pitchFamily="18" charset="0"/>
                <a:ea typeface="Times New Roman" pitchFamily="18" charset="0"/>
                <a:cs typeface="Times New Roman" pitchFamily="18" charset="0"/>
              </a:defRPr>
            </a:pPr>
            <a:r>
              <a:rPr kumimoji="1" lang="vi-VN" altLang="en-US" sz="1080" dirty="0">
                <a:latin typeface="Times New Roman" pitchFamily="18" charset="0"/>
                <a:ea typeface="Times New Roman" pitchFamily="18" charset="0"/>
                <a:cs typeface="Times New Roman" pitchFamily="18" charset="0"/>
              </a:rPr>
              <a:t>Một chương trình đồ gá được sử dụng trong quá trình điều chỉnh.</a:t>
            </a:r>
            <a:r>
              <a:rPr kumimoji="1" lang="vi-VN" altLang="en-US" sz="1080" b="1" dirty="0">
                <a:latin typeface="Times New Roman" pitchFamily="18" charset="0"/>
                <a:ea typeface="Times New Roman" pitchFamily="18" charset="0"/>
                <a:cs typeface="Times New Roman" pitchFamily="18" charset="0"/>
              </a:rPr>
              <a:t/>
            </a:r>
            <a:r>
              <a:rPr kumimoji="1" lang="vi-VN" altLang="en-US" sz="1080" dirty="0">
                <a:latin typeface="Times New Roman" pitchFamily="18" charset="0"/>
                <a:ea typeface="Times New Roman" pitchFamily="18" charset="0"/>
                <a:cs typeface="Times New Roman" pitchFamily="18" charset="0"/>
              </a:rPr>
              <a:t/>
            </a:r>
            <a:endParaRPr kumimoji="1" lang="vi-VN" altLang="ja-JP" sz="1350" dirty="0">
              <a:latin typeface="Times New Roman" pitchFamily="18" charset="0"/>
              <a:ea typeface="Times New Roman" pitchFamily="18" charset="0"/>
              <a:cs typeface="Times New Roman" pitchFamily="18" charset="0"/>
            </a:endParaRPr>
          </a:p>
          <a:p>
            <a:pPr lvl="1">
              <a:defRPr lang="vi-VN">
                <a:latin typeface="Times New Roman" pitchFamily="18" charset="0"/>
                <a:ea typeface="Times New Roman" pitchFamily="18" charset="0"/>
                <a:cs typeface="Times New Roman" pitchFamily="18" charset="0"/>
              </a:defRPr>
            </a:pPr>
            <a:r>
              <a:rPr kumimoji="1" lang="vi-VN" altLang="en-US" sz="1080" dirty="0">
                <a:latin typeface="Times New Roman" pitchFamily="18" charset="0"/>
                <a:ea typeface="Times New Roman" pitchFamily="18" charset="0"/>
                <a:cs typeface="Times New Roman" pitchFamily="18" charset="0"/>
              </a:rPr>
              <a:t>Có hai loại chương trình đồ gá chính và việc xác minh cài đặt và kiểm tra điều chỉnh được thực hiện tùy thuộc vào ứng dụng.</a:t>
            </a:r>
            <a:r>
              <a:rPr kumimoji="1" lang="vi-VN" altLang="ja-JP" sz="1080" dirty="0">
                <a:latin typeface="Times New Roman" pitchFamily="18" charset="0"/>
                <a:ea typeface="Times New Roman" pitchFamily="18" charset="0"/>
                <a:cs typeface="Times New Roman" pitchFamily="18" charset="0"/>
              </a:rPr>
              <a:t/>
            </a:r>
            <a:r>
              <a:rPr kumimoji="1" lang="vi-VN" altLang="en-US" sz="1080" dirty="0">
                <a:latin typeface="Times New Roman" pitchFamily="18" charset="0"/>
                <a:ea typeface="Times New Roman" pitchFamily="18" charset="0"/>
                <a:cs typeface="Times New Roman" pitchFamily="18" charset="0"/>
              </a:rPr>
              <a:t/>
            </a:r>
            <a:endParaRPr kumimoji="1" lang="vi-VN" altLang="ja-JP" sz="1350" dirty="0">
              <a:latin typeface="Times New Roman" pitchFamily="18" charset="0"/>
              <a:ea typeface="Times New Roman" pitchFamily="18" charset="0"/>
              <a:cs typeface="Times New Roman" pitchFamily="18" charset="0"/>
            </a:endParaRPr>
          </a:p>
        </p:txBody>
      </p:sp>
      <p:pic>
        <p:nvPicPr>
          <p:cNvPr id="6" name="図 5">
            <a:extLst>
              <a:ext uri="{FF2B5EF4-FFF2-40B4-BE49-F238E27FC236}">
                <a16:creationId xmlns:a16="http://schemas.microsoft.com/office/drawing/2014/main" id="{18B304C2-D724-AE72-4BE9-A0ECAAA3563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569" t="10031" r="28122" b="42828"/>
          <a:stretch/>
        </p:blipFill>
        <p:spPr bwMode="auto">
          <a:xfrm>
            <a:off x="720368" y="1390511"/>
            <a:ext cx="296870" cy="289306"/>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グループ化 15">
            <a:extLst>
              <a:ext uri="{FF2B5EF4-FFF2-40B4-BE49-F238E27FC236}">
                <a16:creationId xmlns:a16="http://schemas.microsoft.com/office/drawing/2014/main" id="{B447428D-4DB9-2AB7-9B80-FCFB17897D2E}"/>
              </a:ext>
            </a:extLst>
          </p:cNvPr>
          <p:cNvGrpSpPr/>
          <p:nvPr/>
        </p:nvGrpSpPr>
        <p:grpSpPr>
          <a:xfrm>
            <a:off x="953527" y="1884598"/>
            <a:ext cx="2960446" cy="1723817"/>
            <a:chOff x="953887" y="1840062"/>
            <a:chExt cx="4068846" cy="2620168"/>
          </a:xfrm>
        </p:grpSpPr>
        <p:pic>
          <p:nvPicPr>
            <p:cNvPr id="3" name="图片 3">
              <a:extLst>
                <a:ext uri="{FF2B5EF4-FFF2-40B4-BE49-F238E27FC236}">
                  <a16:creationId xmlns:a16="http://schemas.microsoft.com/office/drawing/2014/main" id="{319B27C3-1504-1A11-844B-ACF98830137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3887" y="1840062"/>
              <a:ext cx="3649980" cy="21602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9">
              <a:extLst>
                <a:ext uri="{FF2B5EF4-FFF2-40B4-BE49-F238E27FC236}">
                  <a16:creationId xmlns:a16="http://schemas.microsoft.com/office/drawing/2014/main" id="{B0C9ED3D-20DF-615C-16C4-5E762803F76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72753" y="2277100"/>
              <a:ext cx="3649980" cy="218313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16">
              <a:extLst>
                <a:ext uri="{FF2B5EF4-FFF2-40B4-BE49-F238E27FC236}">
                  <a16:creationId xmlns:a16="http://schemas.microsoft.com/office/drawing/2014/main" id="{24985E18-4AA3-8146-EE0A-0DC711D1252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77776" y="2977347"/>
              <a:ext cx="1684020" cy="1022985"/>
            </a:xfrm>
            <a:prstGeom prst="rect">
              <a:avLst/>
            </a:prstGeom>
            <a:noFill/>
            <a:ln>
              <a:noFill/>
            </a:ln>
            <a:effectLst>
              <a:outerShdw dist="35921" dir="2700000" algn="ctr" rotWithShape="0">
                <a:srgbClr val="808080"/>
              </a:outerShdw>
            </a:effectLst>
            <a:extLst>
              <a:ext uri="{909E8E84-426E-40DD-AFC4-6F175D3DCCD1}">
                <a14:hiddenFill xmlns:a14="http://schemas.microsoft.com/office/drawing/2010/main">
                  <a:solidFill>
                    <a:srgbClr xmlns:mc="http://schemas.openxmlformats.org/markup-compatibility/2006" val="000000" mc:Ignorable="a14" a14:legacySpreadsheetColorIndex="64"/>
                  </a:solidFill>
                </a14:hiddenFill>
              </a:ext>
              <a:ext uri="{91240B29-F687-4F45-9708-019B960494DF}">
                <a14:hiddenLine xmlns:a14="http://schemas.microsoft.com/office/drawing/2010/main" w="1">
                  <a:solidFill>
                    <a:srgbClr xmlns:mc="http://schemas.openxmlformats.org/markup-compatibility/2006" val="FFFFFF" mc:Ignorable="a14" a14:legacySpreadsheetColorIndex="65"/>
                  </a:solidFill>
                  <a:miter lim="800000"/>
                  <a:headEnd/>
                  <a:tailEnd/>
                </a14:hiddenLine>
              </a:ext>
            </a:extLst>
          </p:spPr>
        </p:pic>
        <p:pic>
          <p:nvPicPr>
            <p:cNvPr id="7" name="Picture 24">
              <a:extLst>
                <a:ext uri="{FF2B5EF4-FFF2-40B4-BE49-F238E27FC236}">
                  <a16:creationId xmlns:a16="http://schemas.microsoft.com/office/drawing/2014/main" id="{92CAF7AF-8593-7455-7585-550106402EF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l="3876" t="23289" r="21597" b="22891"/>
            <a:stretch>
              <a:fillRect/>
            </a:stretch>
          </p:blipFill>
          <p:spPr bwMode="auto">
            <a:xfrm>
              <a:off x="2626045" y="3317664"/>
              <a:ext cx="1668868" cy="102298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テキスト ボックス 11">
            <a:extLst>
              <a:ext uri="{FF2B5EF4-FFF2-40B4-BE49-F238E27FC236}">
                <a16:creationId xmlns:a16="http://schemas.microsoft.com/office/drawing/2014/main" id="{25085024-6A77-DBD6-7EA9-BCD43A4F668E}"/>
              </a:ext>
            </a:extLst>
          </p:cNvPr>
          <p:cNvSpPr txBox="1"/>
          <p:nvPr/>
        </p:nvSpPr>
        <p:spPr>
          <a:xfrm>
            <a:off x="1038418" y="1386528"/>
            <a:ext cx="3204158" cy="300082"/>
          </a:xfrm>
          <a:prstGeom prst="rect">
            <a:avLst/>
          </a:prstGeom>
          <a:solidFill>
            <a:schemeClr val="accent4">
              <a:lumMod val="20000"/>
              <a:lumOff val="80000"/>
            </a:schemeClr>
          </a:solidFill>
        </p:spPr>
        <p:txBody>
          <a:bodyPr wrap="square" rtlCol="0"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1080" b="1" dirty="0">
                <a:latin typeface="Times New Roman" pitchFamily="18" charset="0"/>
                <a:ea typeface="Times New Roman" pitchFamily="18" charset="0"/>
                <a:cs typeface="Times New Roman" pitchFamily="18" charset="0"/>
              </a:rPr>
              <a:t>Chương trình xác minh cài đặt XXX_7900</a:t>
            </a:r>
            <a:r>
              <a:rPr kumimoji="1" lang="vi-VN" altLang="ja-JP" sz="1080" b="1" dirty="0">
                <a:latin typeface="Times New Roman" pitchFamily="18" charset="0"/>
                <a:ea typeface="Times New Roman" pitchFamily="18" charset="0"/>
                <a:cs typeface="Times New Roman" pitchFamily="18" charset="0"/>
              </a:rPr>
              <a:t/>
            </a:r>
            <a:r>
              <a:rPr kumimoji="1" lang="vi-VN" altLang="en-US" sz="1080" b="1" dirty="0">
                <a:latin typeface="Times New Roman" pitchFamily="18" charset="0"/>
                <a:ea typeface="Times New Roman" pitchFamily="18" charset="0"/>
                <a:cs typeface="Times New Roman" pitchFamily="18" charset="0"/>
              </a:rPr>
              <a:t/>
            </a:r>
            <a:r>
              <a:rPr kumimoji="1" lang="vi-VN" altLang="ja-JP" sz="1080" b="1" dirty="0">
                <a:latin typeface="Times New Roman" pitchFamily="18" charset="0"/>
                <a:ea typeface="Times New Roman" pitchFamily="18" charset="0"/>
                <a:cs typeface="Times New Roman" pitchFamily="18" charset="0"/>
              </a:rPr>
              <a:t/>
            </a:r>
            <a:r>
              <a:rPr kumimoji="1" lang="vi-VN" altLang="ja-JP" sz="1080" b="1" dirty="0">
                <a:solidFill>
                  <a:srgbClr val="FF0000"/>
                </a:solidFill>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p:txBody>
      </p:sp>
      <p:grpSp>
        <p:nvGrpSpPr>
          <p:cNvPr id="18" name="グループ化 17">
            <a:extLst>
              <a:ext uri="{FF2B5EF4-FFF2-40B4-BE49-F238E27FC236}">
                <a16:creationId xmlns:a16="http://schemas.microsoft.com/office/drawing/2014/main" id="{B678C356-51EA-4FD7-9061-809FB8C7D40F}"/>
              </a:ext>
            </a:extLst>
          </p:cNvPr>
          <p:cNvGrpSpPr/>
          <p:nvPr/>
        </p:nvGrpSpPr>
        <p:grpSpPr>
          <a:xfrm>
            <a:off x="5527502" y="1945478"/>
            <a:ext cx="2892012" cy="1584263"/>
            <a:chOff x="6344338" y="1280697"/>
            <a:chExt cx="4307526" cy="2160269"/>
          </a:xfrm>
        </p:grpSpPr>
        <p:pic>
          <p:nvPicPr>
            <p:cNvPr id="9" name="図 8">
              <a:extLst>
                <a:ext uri="{FF2B5EF4-FFF2-40B4-BE49-F238E27FC236}">
                  <a16:creationId xmlns:a16="http://schemas.microsoft.com/office/drawing/2014/main" id="{ACC25FFC-F758-EEF9-1BC1-20902BC43A69}"/>
                </a:ext>
              </a:extLst>
            </p:cNvPr>
            <p:cNvPicPr>
              <a:picLocks noChangeAspect="1"/>
            </p:cNvPicPr>
            <p:nvPr/>
          </p:nvPicPr>
          <p:blipFill>
            <a:blip r:embed="rId7"/>
            <a:stretch>
              <a:fillRect/>
            </a:stretch>
          </p:blipFill>
          <p:spPr>
            <a:xfrm>
              <a:off x="6344338" y="1280697"/>
              <a:ext cx="4307526" cy="2160269"/>
            </a:xfrm>
            <a:prstGeom prst="rect">
              <a:avLst/>
            </a:prstGeom>
            <a:ln>
              <a:solidFill>
                <a:srgbClr val="000000"/>
              </a:solidFill>
            </a:ln>
            <a:effectLst>
              <a:outerShdw blurRad="50800" dist="38100" dir="2700000" algn="tl" rotWithShape="0">
                <a:prstClr val="black">
                  <a:alpha val="40000"/>
                </a:prstClr>
              </a:outerShdw>
            </a:effectLst>
          </p:spPr>
        </p:pic>
        <p:pic>
          <p:nvPicPr>
            <p:cNvPr id="10" name="图片 1">
              <a:extLst>
                <a:ext uri="{FF2B5EF4-FFF2-40B4-BE49-F238E27FC236}">
                  <a16:creationId xmlns:a16="http://schemas.microsoft.com/office/drawing/2014/main" id="{4DCD4752-3D1A-4B72-8DA1-C1346AF5683D}"/>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273122" y="2539444"/>
              <a:ext cx="1205222" cy="72626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 name="図 10">
            <a:extLst>
              <a:ext uri="{FF2B5EF4-FFF2-40B4-BE49-F238E27FC236}">
                <a16:creationId xmlns:a16="http://schemas.microsoft.com/office/drawing/2014/main" id="{C94AB92D-D2C7-23F1-444E-9906385ADFA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30991" t="8206" r="28472" b="51267"/>
          <a:stretch/>
        </p:blipFill>
        <p:spPr bwMode="auto">
          <a:xfrm>
            <a:off x="5063872" y="1368750"/>
            <a:ext cx="296870" cy="287108"/>
          </a:xfrm>
          <a:prstGeom prst="rect">
            <a:avLst/>
          </a:prstGeom>
          <a:noFill/>
          <a:extLst>
            <a:ext uri="{909E8E84-426E-40DD-AFC4-6F175D3DCCD1}">
              <a14:hiddenFill xmlns:a14="http://schemas.microsoft.com/office/drawing/2010/main">
                <a:solidFill>
                  <a:srgbClr val="FFFFFF"/>
                </a:solidFill>
              </a14:hiddenFill>
            </a:ext>
          </a:extLst>
        </p:spPr>
      </p:pic>
      <p:sp>
        <p:nvSpPr>
          <p:cNvPr id="13" name="テキスト ボックス 12">
            <a:extLst>
              <a:ext uri="{FF2B5EF4-FFF2-40B4-BE49-F238E27FC236}">
                <a16:creationId xmlns:a16="http://schemas.microsoft.com/office/drawing/2014/main" id="{FBF735C1-DE6F-77A6-E8B0-C5D311D04938}"/>
              </a:ext>
            </a:extLst>
          </p:cNvPr>
          <p:cNvSpPr txBox="1"/>
          <p:nvPr/>
        </p:nvSpPr>
        <p:spPr>
          <a:xfrm>
            <a:off x="5434178" y="1347404"/>
            <a:ext cx="3127424" cy="300082"/>
          </a:xfrm>
          <a:prstGeom prst="rect">
            <a:avLst/>
          </a:prstGeom>
          <a:solidFill>
            <a:schemeClr val="accent4">
              <a:lumMod val="20000"/>
              <a:lumOff val="80000"/>
            </a:schemeClr>
          </a:solidFill>
        </p:spPr>
        <p:txBody>
          <a:bodyPr wrap="square" rtlCol="0"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1080" b="1" dirty="0">
                <a:latin typeface="Times New Roman" pitchFamily="18" charset="0"/>
                <a:ea typeface="Times New Roman" pitchFamily="18" charset="0"/>
                <a:cs typeface="Times New Roman" pitchFamily="18" charset="0"/>
              </a:rPr>
              <a:t>Chương trình kiểm tra điều chỉnh　XXX_7910</a:t>
            </a:r>
            <a:r>
              <a:rPr kumimoji="1" lang="vi-VN" altLang="ja-JP" sz="1080" b="1" dirty="0">
                <a:latin typeface="Times New Roman" pitchFamily="18" charset="0"/>
                <a:ea typeface="Times New Roman" pitchFamily="18" charset="0"/>
                <a:cs typeface="Times New Roman" pitchFamily="18" charset="0"/>
              </a:rPr>
              <a:t/>
            </a:r>
            <a:r>
              <a:rPr kumimoji="1" lang="vi-VN" altLang="en-US" sz="1080" b="1" dirty="0">
                <a:latin typeface="Times New Roman" pitchFamily="18" charset="0"/>
                <a:ea typeface="Times New Roman" pitchFamily="18" charset="0"/>
                <a:cs typeface="Times New Roman" pitchFamily="18" charset="0"/>
              </a:rPr>
              <a:t/>
            </a:r>
            <a:r>
              <a:rPr kumimoji="1" lang="vi-VN" altLang="ja-JP" sz="1080" b="1" dirty="0">
                <a:latin typeface="Times New Roman" pitchFamily="18" charset="0"/>
                <a:ea typeface="Times New Roman" pitchFamily="18" charset="0"/>
                <a:cs typeface="Times New Roman" pitchFamily="18" charset="0"/>
              </a:rPr>
              <a:t/>
            </a:r>
            <a:r>
              <a:rPr kumimoji="1" lang="vi-VN" altLang="ja-JP" sz="1080" b="1" dirty="0">
                <a:solidFill>
                  <a:srgbClr val="FF0000"/>
                </a:solidFill>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p:txBody>
      </p:sp>
      <p:sp>
        <p:nvSpPr>
          <p:cNvPr id="19" name="テキスト ボックス 18">
            <a:extLst>
              <a:ext uri="{FF2B5EF4-FFF2-40B4-BE49-F238E27FC236}">
                <a16:creationId xmlns:a16="http://schemas.microsoft.com/office/drawing/2014/main" id="{37316AF2-4919-05B1-9BFA-1B5457C66243}"/>
              </a:ext>
            </a:extLst>
          </p:cNvPr>
          <p:cNvSpPr txBox="1"/>
          <p:nvPr/>
        </p:nvSpPr>
        <p:spPr>
          <a:xfrm>
            <a:off x="378453" y="3777625"/>
            <a:ext cx="4203316" cy="715581"/>
          </a:xfrm>
          <a:prstGeom prst="rect">
            <a:avLst/>
          </a:prstGeom>
          <a:noFill/>
        </p:spPr>
        <p:txBody>
          <a:bodyPr wrap="square" rtlCol="0" lIns="27432" rIns="27432" tIns="18288" bIns="18288">
            <a:normAutofit/>
          </a:bodyPr>
          <a:lstStyle/>
          <a:p>
            <a:pPr marL="214313" indent="-214313">
              <a:buFont typeface="Wingdings" panose="05000000000000000000" pitchFamily="2" charset="2"/>
              <a:buChar char="ü"/>
              <a:defRPr lang="vi-VN">
                <a:latin typeface="Times New Roman" pitchFamily="18" charset="0"/>
                <a:ea typeface="Times New Roman" pitchFamily="18" charset="0"/>
                <a:cs typeface="Times New Roman" pitchFamily="18" charset="0"/>
              </a:defRPr>
            </a:pPr>
            <a:r>
              <a:rPr kumimoji="1" lang="vi-VN" altLang="en-US" sz="1080" dirty="0">
                <a:latin typeface="Times New Roman" pitchFamily="18" charset="0"/>
                <a:ea typeface="Times New Roman" pitchFamily="18" charset="0"/>
                <a:cs typeface="Times New Roman" pitchFamily="18" charset="0"/>
              </a:rPr>
              <a:t>Chủ yếu thực hiện cài đặt và xác minh cho sản phẩm.</a:t>
            </a:r>
            <a:r>
              <a:rPr kumimoji="1" lang="vi-VN" altLang="en-US" sz="1080" b="1" dirty="0">
                <a:latin typeface="Times New Roman" pitchFamily="18" charset="0"/>
                <a:ea typeface="Times New Roman" pitchFamily="18" charset="0"/>
                <a:cs typeface="Times New Roman" pitchFamily="18" charset="0"/>
              </a:rPr>
              <a:t/>
            </a:r>
            <a:r>
              <a:rPr kumimoji="1" lang="vi-VN" altLang="en-US" sz="1080" dirty="0">
                <a:latin typeface="Times New Roman" pitchFamily="18" charset="0"/>
                <a:ea typeface="Times New Roman" pitchFamily="18" charset="0"/>
                <a:cs typeface="Times New Roman" pitchFamily="18" charset="0"/>
              </a:rPr>
              <a:t/>
            </a:r>
            <a:endParaRPr kumimoji="1" lang="vi-VN" altLang="ja-JP" sz="1350" dirty="0">
              <a:latin typeface="Times New Roman" pitchFamily="18" charset="0"/>
              <a:ea typeface="Times New Roman" pitchFamily="18" charset="0"/>
              <a:cs typeface="Times New Roman" pitchFamily="18" charset="0"/>
            </a:endParaRPr>
          </a:p>
          <a:p>
            <a:pPr marL="214313" indent="-214313">
              <a:buFont typeface="Wingdings" panose="05000000000000000000" pitchFamily="2" charset="2"/>
              <a:buChar char="ü"/>
              <a:defRPr lang="vi-VN">
                <a:latin typeface="Times New Roman" pitchFamily="18" charset="0"/>
                <a:ea typeface="Times New Roman" pitchFamily="18" charset="0"/>
                <a:cs typeface="Times New Roman" pitchFamily="18" charset="0"/>
              </a:defRPr>
            </a:pPr>
            <a:r>
              <a:rPr kumimoji="1" lang="vi-VN" altLang="en-US" sz="1080" dirty="0">
                <a:latin typeface="Times New Roman" pitchFamily="18" charset="0"/>
                <a:ea typeface="Times New Roman" pitchFamily="18" charset="0"/>
                <a:cs typeface="Times New Roman" pitchFamily="18" charset="0"/>
              </a:rPr>
              <a:t>Đặt và kiểm tra các giá trị phù hợp với thông số kỹ thuật của sản phẩm cho từng mục, chẳng hạn như "ghi nối tiếp".</a:t>
            </a:r>
            <a:br>
              <a:rPr kumimoji="1" lang="en-US" altLang="ja-JP" sz="1350" dirty="0"/>
            </a:br>
            <a:r>
              <a:rPr kumimoji="1" lang="vi-VN" altLang="en-US" sz="1080" b="1" dirty="0">
                <a:latin typeface="Times New Roman" pitchFamily="18" charset="0"/>
                <a:ea typeface="Times New Roman" pitchFamily="18" charset="0"/>
                <a:cs typeface="Times New Roman" pitchFamily="18" charset="0"/>
              </a:rPr>
              <a:t/>
            </a:r>
            <a:r>
              <a:rPr kumimoji="1" lang="vi-VN" altLang="en-US" sz="1080" dirty="0">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p:txBody>
      </p:sp>
      <p:sp>
        <p:nvSpPr>
          <p:cNvPr id="20" name="テキスト ボックス 19">
            <a:extLst>
              <a:ext uri="{FF2B5EF4-FFF2-40B4-BE49-F238E27FC236}">
                <a16:creationId xmlns:a16="http://schemas.microsoft.com/office/drawing/2014/main" id="{E7C72F62-9419-A671-6DA6-56CC6FD0AE4D}"/>
              </a:ext>
            </a:extLst>
          </p:cNvPr>
          <p:cNvSpPr txBox="1"/>
          <p:nvPr/>
        </p:nvSpPr>
        <p:spPr>
          <a:xfrm>
            <a:off x="4884364" y="3793891"/>
            <a:ext cx="4070301" cy="507831"/>
          </a:xfrm>
          <a:prstGeom prst="rect">
            <a:avLst/>
          </a:prstGeom>
          <a:noFill/>
        </p:spPr>
        <p:txBody>
          <a:bodyPr wrap="square" rtlCol="0" lIns="27432" rIns="27432" tIns="18288" bIns="18288">
            <a:normAutofit/>
          </a:bodyPr>
          <a:lstStyle/>
          <a:p>
            <a:pPr marL="214313" indent="-214313">
              <a:buFont typeface="Wingdings" panose="05000000000000000000" pitchFamily="2" charset="2"/>
              <a:buChar char="ü"/>
              <a:defRPr lang="vi-VN">
                <a:latin typeface="Times New Roman" pitchFamily="18" charset="0"/>
                <a:ea typeface="Times New Roman" pitchFamily="18" charset="0"/>
                <a:cs typeface="Times New Roman" pitchFamily="18" charset="0"/>
              </a:defRPr>
            </a:pPr>
            <a:r>
              <a:rPr kumimoji="1" lang="vi-VN" altLang="en-US" sz="1080" dirty="0">
                <a:latin typeface="Times New Roman" pitchFamily="18" charset="0"/>
                <a:ea typeface="Times New Roman" pitchFamily="18" charset="0"/>
                <a:cs typeface="Times New Roman" pitchFamily="18" charset="0"/>
              </a:rPr>
              <a:t>Kiểm tra hình ảnh đầu ra từ sản phẩm, tiến hành kiểm tra điện, v.v. Việc điều chỉnh tự động cũng được thực hiện dựa trên hình ảnh đầu ra.</a:t>
            </a:r>
            <a:r>
              <a:rPr kumimoji="1" lang="vi-VN" altLang="en-US" sz="1080" b="1" dirty="0">
                <a:latin typeface="Times New Roman" pitchFamily="18" charset="0"/>
                <a:ea typeface="Times New Roman" pitchFamily="18" charset="0"/>
                <a:cs typeface="Times New Roman" pitchFamily="18" charset="0"/>
              </a:rPr>
              <a:t/>
            </a:r>
            <a:r>
              <a:rPr kumimoji="1" lang="vi-VN" altLang="en-US" sz="1080" dirty="0">
                <a:latin typeface="Times New Roman" pitchFamily="18" charset="0"/>
                <a:ea typeface="Times New Roman" pitchFamily="18" charset="0"/>
                <a:cs typeface="Times New Roman" pitchFamily="18" charset="0"/>
              </a:rPr>
              <a:t/>
            </a:r>
            <a:br>
              <a:rPr kumimoji="1" lang="en-US" altLang="ja-JP" sz="1350" dirty="0"/>
            </a:br>
            <a:r>
              <a:rPr kumimoji="1" lang="vi-VN" altLang="en-US" sz="1080" dirty="0">
                <a:latin typeface="Times New Roman" pitchFamily="18" charset="0"/>
                <a:ea typeface="Times New Roman" pitchFamily="18" charset="0"/>
                <a:cs typeface="Times New Roman" pitchFamily="18" charset="0"/>
              </a:rPr>
              <a:t/>
            </a:r>
            <a:r>
              <a:rPr kumimoji="1" lang="vi-VN" altLang="en-US" sz="1080" b="1" dirty="0">
                <a:latin typeface="Times New Roman" pitchFamily="18" charset="0"/>
                <a:ea typeface="Times New Roman" pitchFamily="18" charset="0"/>
                <a:cs typeface="Times New Roman" pitchFamily="18" charset="0"/>
              </a:rPr>
              <a:t/>
            </a:r>
            <a:r>
              <a:rPr kumimoji="1" lang="vi-VN" altLang="en-US" sz="1080" dirty="0">
                <a:latin typeface="Times New Roman" pitchFamily="18" charset="0"/>
                <a:ea typeface="Times New Roman" pitchFamily="18" charset="0"/>
                <a:cs typeface="Times New Roman" pitchFamily="18" charset="0"/>
              </a:rPr>
              <a:t/>
            </a:r>
            <a:endParaRPr kumimoji="1" lang="vi-VN" altLang="ja-JP" sz="1350" dirty="0">
              <a:latin typeface="Times New Roman" pitchFamily="18" charset="0"/>
              <a:ea typeface="Times New Roman" pitchFamily="18" charset="0"/>
              <a:cs typeface="Times New Roman" pitchFamily="18" charset="0"/>
            </a:endParaRPr>
          </a:p>
        </p:txBody>
      </p:sp>
      <p:sp>
        <p:nvSpPr>
          <p:cNvPr id="21" name="正方形/長方形 20">
            <a:extLst>
              <a:ext uri="{FF2B5EF4-FFF2-40B4-BE49-F238E27FC236}">
                <a16:creationId xmlns:a16="http://schemas.microsoft.com/office/drawing/2014/main" id="{278DCF6D-8775-055C-8032-DB7404871DC2}"/>
              </a:ext>
            </a:extLst>
          </p:cNvPr>
          <p:cNvSpPr/>
          <p:nvPr/>
        </p:nvSpPr>
        <p:spPr>
          <a:xfrm>
            <a:off x="1961533" y="140960"/>
            <a:ext cx="5220934" cy="39115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b="1" dirty="0">
                <a:solidFill>
                  <a:schemeClr val="tx1"/>
                </a:solidFill>
                <a:latin typeface="Times New Roman" pitchFamily="18" charset="0"/>
                <a:ea typeface="Times New Roman" pitchFamily="18" charset="0"/>
                <a:cs typeface="Times New Roman" pitchFamily="18" charset="0"/>
              </a:rPr>
              <a:t>Tìm hiểu thực trạng -Về quá trình điều chỉnh-</a:t>
            </a:r>
            <a:r>
              <a:rPr kumimoji="1" lang="vi-VN" altLang="ja-JP" b="1" dirty="0">
                <a:solidFill>
                  <a:schemeClr val="tx1"/>
                </a:solidFill>
                <a:latin typeface="Times New Roman" pitchFamily="18" charset="0"/>
                <a:ea typeface="Times New Roman" pitchFamily="18" charset="0"/>
                <a:cs typeface="Times New Roman" pitchFamily="18" charset="0"/>
              </a:rPr>
              <a:t/>
            </a:r>
            <a:r>
              <a:rPr kumimoji="1" lang="vi-VN" altLang="en-US" b="1" dirty="0">
                <a:solidFill>
                  <a:schemeClr val="tx1"/>
                </a:solidFill>
                <a:latin typeface="Times New Roman" pitchFamily="18" charset="0"/>
                <a:ea typeface="Times New Roman" pitchFamily="18" charset="0"/>
                <a:cs typeface="Times New Roman" pitchFamily="18" charset="0"/>
              </a:rPr>
              <a:t/>
            </a:r>
            <a:r>
              <a:rPr kumimoji="1" lang="vi-VN" altLang="ja-JP" b="1" dirty="0">
                <a:solidFill>
                  <a:schemeClr val="tx1"/>
                </a:solidFill>
                <a:latin typeface="Times New Roman" pitchFamily="18" charset="0"/>
                <a:ea typeface="Times New Roman" pitchFamily="18" charset="0"/>
                <a:cs typeface="Times New Roman" pitchFamily="18" charset="0"/>
              </a:rPr>
              <a:t/>
            </a:r>
            <a:endParaRPr kumimoji="1" lang="vi-VN" altLang="en-US" b="1" dirty="0">
              <a:solidFill>
                <a:schemeClr val="tx1"/>
              </a:solidFill>
              <a:latin typeface="Times New Roman" pitchFamily="18" charset="0"/>
              <a:ea typeface="Times New Roman" pitchFamily="18" charset="0"/>
              <a:cs typeface="Times New Roman" pitchFamily="18" charset="0"/>
            </a:endParaRPr>
          </a:p>
        </p:txBody>
      </p:sp>
      <p:pic>
        <p:nvPicPr>
          <p:cNvPr id="22" name="図 21">
            <a:extLst>
              <a:ext uri="{FF2B5EF4-FFF2-40B4-BE49-F238E27FC236}">
                <a16:creationId xmlns:a16="http://schemas.microsoft.com/office/drawing/2014/main" id="{7AC0618F-071B-4584-1CCF-D578C733117E}"/>
              </a:ext>
            </a:extLst>
          </p:cNvPr>
          <p:cNvPicPr>
            <a:picLocks noChangeAspect="1"/>
          </p:cNvPicPr>
          <p:nvPr/>
        </p:nvPicPr>
        <p:blipFill>
          <a:blip r:embed="rId10"/>
          <a:srcRect r="31113"/>
          <a:stretch/>
        </p:blipFill>
        <p:spPr>
          <a:xfrm>
            <a:off x="4166795" y="1770161"/>
            <a:ext cx="1116709" cy="600884"/>
          </a:xfrm>
          <a:prstGeom prst="rect">
            <a:avLst/>
          </a:prstGeom>
        </p:spPr>
      </p:pic>
      <p:grpSp>
        <p:nvGrpSpPr>
          <p:cNvPr id="26" name="Group 144">
            <a:extLst>
              <a:ext uri="{FF2B5EF4-FFF2-40B4-BE49-F238E27FC236}">
                <a16:creationId xmlns:a16="http://schemas.microsoft.com/office/drawing/2014/main" id="{56161D1D-1C72-54C7-12FB-BCF2215B52CA}"/>
              </a:ext>
            </a:extLst>
          </p:cNvPr>
          <p:cNvGrpSpPr/>
          <p:nvPr/>
        </p:nvGrpSpPr>
        <p:grpSpPr>
          <a:xfrm rot="3082299">
            <a:off x="4839437" y="2505769"/>
            <a:ext cx="366279" cy="193039"/>
            <a:chOff x="7314313" y="3192341"/>
            <a:chExt cx="419736" cy="140698"/>
          </a:xfrm>
          <a:solidFill>
            <a:schemeClr val="accent2"/>
          </a:solidFill>
        </p:grpSpPr>
        <p:sp>
          <p:nvSpPr>
            <p:cNvPr id="27" name="Freeform 72">
              <a:extLst>
                <a:ext uri="{FF2B5EF4-FFF2-40B4-BE49-F238E27FC236}">
                  <a16:creationId xmlns:a16="http://schemas.microsoft.com/office/drawing/2014/main" id="{7CD42A02-63DC-03CA-0D7B-F20890360C1A}"/>
                </a:ext>
              </a:extLst>
            </p:cNvPr>
            <p:cNvSpPr>
              <a:spLocks noChangeAspect="1"/>
            </p:cNvSpPr>
            <p:nvPr/>
          </p:nvSpPr>
          <p:spPr bwMode="auto">
            <a:xfrm>
              <a:off x="7314313" y="3240329"/>
              <a:ext cx="364491" cy="92710"/>
            </a:xfrm>
            <a:custGeom>
              <a:avLst/>
              <a:gdLst>
                <a:gd name="T0" fmla="*/ 803 w 809"/>
                <a:gd name="T1" fmla="*/ 1 h 206"/>
                <a:gd name="T2" fmla="*/ 723 w 809"/>
                <a:gd name="T3" fmla="*/ 68 h 206"/>
                <a:gd name="T4" fmla="*/ 690 w 809"/>
                <a:gd name="T5" fmla="*/ 90 h 206"/>
                <a:gd name="T6" fmla="*/ 632 w 809"/>
                <a:gd name="T7" fmla="*/ 122 h 206"/>
                <a:gd name="T8" fmla="*/ 577 w 809"/>
                <a:gd name="T9" fmla="*/ 143 h 206"/>
                <a:gd name="T10" fmla="*/ 558 w 809"/>
                <a:gd name="T11" fmla="*/ 148 h 206"/>
                <a:gd name="T12" fmla="*/ 524 w 809"/>
                <a:gd name="T13" fmla="*/ 154 h 206"/>
                <a:gd name="T14" fmla="*/ 499 w 809"/>
                <a:gd name="T15" fmla="*/ 159 h 206"/>
                <a:gd name="T16" fmla="*/ 475 w 809"/>
                <a:gd name="T17" fmla="*/ 163 h 206"/>
                <a:gd name="T18" fmla="*/ 464 w 809"/>
                <a:gd name="T19" fmla="*/ 165 h 206"/>
                <a:gd name="T20" fmla="*/ 426 w 809"/>
                <a:gd name="T21" fmla="*/ 170 h 206"/>
                <a:gd name="T22" fmla="*/ 337 w 809"/>
                <a:gd name="T23" fmla="*/ 175 h 206"/>
                <a:gd name="T24" fmla="*/ 239 w 809"/>
                <a:gd name="T25" fmla="*/ 169 h 206"/>
                <a:gd name="T26" fmla="*/ 96 w 809"/>
                <a:gd name="T27" fmla="*/ 131 h 206"/>
                <a:gd name="T28" fmla="*/ 80 w 809"/>
                <a:gd name="T29" fmla="*/ 123 h 206"/>
                <a:gd name="T30" fmla="*/ 59 w 809"/>
                <a:gd name="T31" fmla="*/ 112 h 206"/>
                <a:gd name="T32" fmla="*/ 45 w 809"/>
                <a:gd name="T33" fmla="*/ 104 h 206"/>
                <a:gd name="T34" fmla="*/ 17 w 809"/>
                <a:gd name="T35" fmla="*/ 91 h 206"/>
                <a:gd name="T36" fmla="*/ 7 w 809"/>
                <a:gd name="T37" fmla="*/ 94 h 206"/>
                <a:gd name="T38" fmla="*/ 3 w 809"/>
                <a:gd name="T39" fmla="*/ 107 h 206"/>
                <a:gd name="T40" fmla="*/ 26 w 809"/>
                <a:gd name="T41" fmla="*/ 127 h 206"/>
                <a:gd name="T42" fmla="*/ 42 w 809"/>
                <a:gd name="T43" fmla="*/ 138 h 206"/>
                <a:gd name="T44" fmla="*/ 59 w 809"/>
                <a:gd name="T45" fmla="*/ 148 h 206"/>
                <a:gd name="T46" fmla="*/ 76 w 809"/>
                <a:gd name="T47" fmla="*/ 156 h 206"/>
                <a:gd name="T48" fmla="*/ 91 w 809"/>
                <a:gd name="T49" fmla="*/ 162 h 206"/>
                <a:gd name="T50" fmla="*/ 108 w 809"/>
                <a:gd name="T51" fmla="*/ 169 h 206"/>
                <a:gd name="T52" fmla="*/ 126 w 809"/>
                <a:gd name="T53" fmla="*/ 175 h 206"/>
                <a:gd name="T54" fmla="*/ 144 w 809"/>
                <a:gd name="T55" fmla="*/ 181 h 206"/>
                <a:gd name="T56" fmla="*/ 162 w 809"/>
                <a:gd name="T57" fmla="*/ 186 h 206"/>
                <a:gd name="T58" fmla="*/ 180 w 809"/>
                <a:gd name="T59" fmla="*/ 190 h 206"/>
                <a:gd name="T60" fmla="*/ 274 w 809"/>
                <a:gd name="T61" fmla="*/ 204 h 206"/>
                <a:gd name="T62" fmla="*/ 385 w 809"/>
                <a:gd name="T63" fmla="*/ 204 h 206"/>
                <a:gd name="T64" fmla="*/ 435 w 809"/>
                <a:gd name="T65" fmla="*/ 197 h 206"/>
                <a:gd name="T66" fmla="*/ 548 w 809"/>
                <a:gd name="T67" fmla="*/ 170 h 206"/>
                <a:gd name="T68" fmla="*/ 618 w 809"/>
                <a:gd name="T69" fmla="*/ 149 h 206"/>
                <a:gd name="T70" fmla="*/ 644 w 809"/>
                <a:gd name="T71" fmla="*/ 136 h 206"/>
                <a:gd name="T72" fmla="*/ 657 w 809"/>
                <a:gd name="T73" fmla="*/ 128 h 206"/>
                <a:gd name="T74" fmla="*/ 682 w 809"/>
                <a:gd name="T75" fmla="*/ 113 h 206"/>
                <a:gd name="T76" fmla="*/ 752 w 809"/>
                <a:gd name="T77" fmla="*/ 61 h 206"/>
                <a:gd name="T78" fmla="*/ 803 w 809"/>
                <a:gd name="T79" fmla="*/ 10 h 206"/>
                <a:gd name="T80" fmla="*/ 808 w 809"/>
                <a:gd name="T81" fmla="*/ 5 h 206"/>
                <a:gd name="T82" fmla="*/ 804 w 809"/>
                <a:gd name="T83"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09" h="206">
                  <a:moveTo>
                    <a:pt x="804" y="0"/>
                  </a:moveTo>
                  <a:cubicBezTo>
                    <a:pt x="804" y="0"/>
                    <a:pt x="803" y="1"/>
                    <a:pt x="803" y="1"/>
                  </a:cubicBezTo>
                  <a:cubicBezTo>
                    <a:pt x="790" y="13"/>
                    <a:pt x="777" y="25"/>
                    <a:pt x="764" y="36"/>
                  </a:cubicBezTo>
                  <a:cubicBezTo>
                    <a:pt x="751" y="48"/>
                    <a:pt x="737" y="59"/>
                    <a:pt x="723" y="68"/>
                  </a:cubicBezTo>
                  <a:cubicBezTo>
                    <a:pt x="716" y="73"/>
                    <a:pt x="708" y="78"/>
                    <a:pt x="701" y="83"/>
                  </a:cubicBezTo>
                  <a:cubicBezTo>
                    <a:pt x="690" y="90"/>
                    <a:pt x="690" y="90"/>
                    <a:pt x="690" y="90"/>
                  </a:cubicBezTo>
                  <a:cubicBezTo>
                    <a:pt x="679" y="97"/>
                    <a:pt x="679" y="97"/>
                    <a:pt x="679" y="97"/>
                  </a:cubicBezTo>
                  <a:cubicBezTo>
                    <a:pt x="663" y="106"/>
                    <a:pt x="648" y="115"/>
                    <a:pt x="632" y="122"/>
                  </a:cubicBezTo>
                  <a:cubicBezTo>
                    <a:pt x="616" y="130"/>
                    <a:pt x="600" y="136"/>
                    <a:pt x="583" y="141"/>
                  </a:cubicBezTo>
                  <a:cubicBezTo>
                    <a:pt x="581" y="142"/>
                    <a:pt x="579" y="143"/>
                    <a:pt x="577" y="143"/>
                  </a:cubicBezTo>
                  <a:cubicBezTo>
                    <a:pt x="570" y="145"/>
                    <a:pt x="570" y="145"/>
                    <a:pt x="570" y="145"/>
                  </a:cubicBezTo>
                  <a:cubicBezTo>
                    <a:pt x="566" y="146"/>
                    <a:pt x="562" y="147"/>
                    <a:pt x="558" y="148"/>
                  </a:cubicBezTo>
                  <a:cubicBezTo>
                    <a:pt x="553" y="149"/>
                    <a:pt x="548" y="150"/>
                    <a:pt x="542" y="151"/>
                  </a:cubicBezTo>
                  <a:cubicBezTo>
                    <a:pt x="536" y="152"/>
                    <a:pt x="530" y="153"/>
                    <a:pt x="524" y="154"/>
                  </a:cubicBezTo>
                  <a:cubicBezTo>
                    <a:pt x="520" y="155"/>
                    <a:pt x="516" y="156"/>
                    <a:pt x="512" y="157"/>
                  </a:cubicBezTo>
                  <a:cubicBezTo>
                    <a:pt x="507" y="158"/>
                    <a:pt x="503" y="158"/>
                    <a:pt x="499" y="159"/>
                  </a:cubicBezTo>
                  <a:cubicBezTo>
                    <a:pt x="495" y="160"/>
                    <a:pt x="491" y="161"/>
                    <a:pt x="487" y="161"/>
                  </a:cubicBezTo>
                  <a:cubicBezTo>
                    <a:pt x="483" y="162"/>
                    <a:pt x="479" y="163"/>
                    <a:pt x="475" y="163"/>
                  </a:cubicBezTo>
                  <a:cubicBezTo>
                    <a:pt x="470" y="164"/>
                    <a:pt x="470" y="164"/>
                    <a:pt x="470" y="164"/>
                  </a:cubicBezTo>
                  <a:cubicBezTo>
                    <a:pt x="468" y="165"/>
                    <a:pt x="466" y="165"/>
                    <a:pt x="464" y="165"/>
                  </a:cubicBezTo>
                  <a:cubicBezTo>
                    <a:pt x="460" y="166"/>
                    <a:pt x="456" y="167"/>
                    <a:pt x="452" y="167"/>
                  </a:cubicBezTo>
                  <a:cubicBezTo>
                    <a:pt x="443" y="168"/>
                    <a:pt x="435" y="169"/>
                    <a:pt x="426" y="170"/>
                  </a:cubicBezTo>
                  <a:cubicBezTo>
                    <a:pt x="409" y="172"/>
                    <a:pt x="391" y="173"/>
                    <a:pt x="373" y="174"/>
                  </a:cubicBezTo>
                  <a:cubicBezTo>
                    <a:pt x="361" y="174"/>
                    <a:pt x="349" y="175"/>
                    <a:pt x="337" y="175"/>
                  </a:cubicBezTo>
                  <a:cubicBezTo>
                    <a:pt x="332" y="175"/>
                    <a:pt x="326" y="175"/>
                    <a:pt x="320" y="175"/>
                  </a:cubicBezTo>
                  <a:cubicBezTo>
                    <a:pt x="293" y="174"/>
                    <a:pt x="266" y="172"/>
                    <a:pt x="239" y="169"/>
                  </a:cubicBezTo>
                  <a:cubicBezTo>
                    <a:pt x="214" y="166"/>
                    <a:pt x="190" y="161"/>
                    <a:pt x="166" y="155"/>
                  </a:cubicBezTo>
                  <a:cubicBezTo>
                    <a:pt x="143" y="148"/>
                    <a:pt x="119" y="140"/>
                    <a:pt x="96" y="131"/>
                  </a:cubicBezTo>
                  <a:cubicBezTo>
                    <a:pt x="94" y="129"/>
                    <a:pt x="91" y="128"/>
                    <a:pt x="88" y="127"/>
                  </a:cubicBezTo>
                  <a:cubicBezTo>
                    <a:pt x="80" y="123"/>
                    <a:pt x="80" y="123"/>
                    <a:pt x="80" y="123"/>
                  </a:cubicBezTo>
                  <a:cubicBezTo>
                    <a:pt x="74" y="120"/>
                    <a:pt x="69" y="117"/>
                    <a:pt x="63" y="115"/>
                  </a:cubicBezTo>
                  <a:cubicBezTo>
                    <a:pt x="59" y="112"/>
                    <a:pt x="59" y="112"/>
                    <a:pt x="59" y="112"/>
                  </a:cubicBezTo>
                  <a:cubicBezTo>
                    <a:pt x="57" y="111"/>
                    <a:pt x="56" y="110"/>
                    <a:pt x="54" y="110"/>
                  </a:cubicBezTo>
                  <a:cubicBezTo>
                    <a:pt x="51" y="108"/>
                    <a:pt x="48" y="106"/>
                    <a:pt x="45" y="104"/>
                  </a:cubicBezTo>
                  <a:cubicBezTo>
                    <a:pt x="39" y="101"/>
                    <a:pt x="33" y="97"/>
                    <a:pt x="27" y="95"/>
                  </a:cubicBezTo>
                  <a:cubicBezTo>
                    <a:pt x="24" y="93"/>
                    <a:pt x="21" y="91"/>
                    <a:pt x="17" y="91"/>
                  </a:cubicBezTo>
                  <a:cubicBezTo>
                    <a:pt x="17" y="91"/>
                    <a:pt x="16" y="91"/>
                    <a:pt x="15" y="92"/>
                  </a:cubicBezTo>
                  <a:cubicBezTo>
                    <a:pt x="12" y="92"/>
                    <a:pt x="9" y="93"/>
                    <a:pt x="7" y="94"/>
                  </a:cubicBezTo>
                  <a:cubicBezTo>
                    <a:pt x="4" y="95"/>
                    <a:pt x="2" y="96"/>
                    <a:pt x="1" y="99"/>
                  </a:cubicBezTo>
                  <a:cubicBezTo>
                    <a:pt x="0" y="102"/>
                    <a:pt x="1" y="105"/>
                    <a:pt x="3" y="107"/>
                  </a:cubicBezTo>
                  <a:cubicBezTo>
                    <a:pt x="6" y="112"/>
                    <a:pt x="11" y="116"/>
                    <a:pt x="16" y="120"/>
                  </a:cubicBezTo>
                  <a:cubicBezTo>
                    <a:pt x="26" y="127"/>
                    <a:pt x="26" y="127"/>
                    <a:pt x="26" y="127"/>
                  </a:cubicBezTo>
                  <a:cubicBezTo>
                    <a:pt x="37" y="134"/>
                    <a:pt x="37" y="134"/>
                    <a:pt x="37" y="134"/>
                  </a:cubicBezTo>
                  <a:cubicBezTo>
                    <a:pt x="42" y="138"/>
                    <a:pt x="42" y="138"/>
                    <a:pt x="42" y="138"/>
                  </a:cubicBezTo>
                  <a:cubicBezTo>
                    <a:pt x="48" y="141"/>
                    <a:pt x="48" y="141"/>
                    <a:pt x="48" y="141"/>
                  </a:cubicBezTo>
                  <a:cubicBezTo>
                    <a:pt x="52" y="143"/>
                    <a:pt x="55" y="145"/>
                    <a:pt x="59" y="148"/>
                  </a:cubicBezTo>
                  <a:cubicBezTo>
                    <a:pt x="63" y="149"/>
                    <a:pt x="67" y="151"/>
                    <a:pt x="70" y="153"/>
                  </a:cubicBezTo>
                  <a:cubicBezTo>
                    <a:pt x="72" y="154"/>
                    <a:pt x="74" y="155"/>
                    <a:pt x="76" y="156"/>
                  </a:cubicBezTo>
                  <a:cubicBezTo>
                    <a:pt x="82" y="158"/>
                    <a:pt x="82" y="158"/>
                    <a:pt x="82" y="158"/>
                  </a:cubicBezTo>
                  <a:cubicBezTo>
                    <a:pt x="91" y="162"/>
                    <a:pt x="91" y="162"/>
                    <a:pt x="91" y="162"/>
                  </a:cubicBezTo>
                  <a:cubicBezTo>
                    <a:pt x="93" y="163"/>
                    <a:pt x="96" y="164"/>
                    <a:pt x="99" y="165"/>
                  </a:cubicBezTo>
                  <a:cubicBezTo>
                    <a:pt x="108" y="169"/>
                    <a:pt x="108" y="169"/>
                    <a:pt x="108" y="169"/>
                  </a:cubicBezTo>
                  <a:cubicBezTo>
                    <a:pt x="111" y="170"/>
                    <a:pt x="114" y="171"/>
                    <a:pt x="117" y="172"/>
                  </a:cubicBezTo>
                  <a:cubicBezTo>
                    <a:pt x="126" y="175"/>
                    <a:pt x="126" y="175"/>
                    <a:pt x="126" y="175"/>
                  </a:cubicBezTo>
                  <a:cubicBezTo>
                    <a:pt x="129" y="176"/>
                    <a:pt x="132" y="177"/>
                    <a:pt x="135" y="178"/>
                  </a:cubicBezTo>
                  <a:cubicBezTo>
                    <a:pt x="144" y="181"/>
                    <a:pt x="144" y="181"/>
                    <a:pt x="144" y="181"/>
                  </a:cubicBezTo>
                  <a:cubicBezTo>
                    <a:pt x="153" y="183"/>
                    <a:pt x="153" y="183"/>
                    <a:pt x="153" y="183"/>
                  </a:cubicBezTo>
                  <a:cubicBezTo>
                    <a:pt x="162" y="186"/>
                    <a:pt x="162" y="186"/>
                    <a:pt x="162" y="186"/>
                  </a:cubicBezTo>
                  <a:cubicBezTo>
                    <a:pt x="171" y="188"/>
                    <a:pt x="171" y="188"/>
                    <a:pt x="171" y="188"/>
                  </a:cubicBezTo>
                  <a:cubicBezTo>
                    <a:pt x="180" y="190"/>
                    <a:pt x="180" y="190"/>
                    <a:pt x="180" y="190"/>
                  </a:cubicBezTo>
                  <a:cubicBezTo>
                    <a:pt x="190" y="192"/>
                    <a:pt x="190" y="192"/>
                    <a:pt x="190" y="192"/>
                  </a:cubicBezTo>
                  <a:cubicBezTo>
                    <a:pt x="218" y="197"/>
                    <a:pt x="246" y="202"/>
                    <a:pt x="274" y="204"/>
                  </a:cubicBezTo>
                  <a:cubicBezTo>
                    <a:pt x="292" y="205"/>
                    <a:pt x="309" y="206"/>
                    <a:pt x="326" y="206"/>
                  </a:cubicBezTo>
                  <a:cubicBezTo>
                    <a:pt x="346" y="206"/>
                    <a:pt x="365" y="205"/>
                    <a:pt x="385" y="204"/>
                  </a:cubicBezTo>
                  <a:cubicBezTo>
                    <a:pt x="393" y="203"/>
                    <a:pt x="401" y="202"/>
                    <a:pt x="410" y="201"/>
                  </a:cubicBezTo>
                  <a:cubicBezTo>
                    <a:pt x="418" y="200"/>
                    <a:pt x="426" y="199"/>
                    <a:pt x="435" y="197"/>
                  </a:cubicBezTo>
                  <a:cubicBezTo>
                    <a:pt x="454" y="194"/>
                    <a:pt x="473" y="190"/>
                    <a:pt x="492" y="186"/>
                  </a:cubicBezTo>
                  <a:cubicBezTo>
                    <a:pt x="511" y="181"/>
                    <a:pt x="529" y="176"/>
                    <a:pt x="548" y="170"/>
                  </a:cubicBezTo>
                  <a:cubicBezTo>
                    <a:pt x="567" y="165"/>
                    <a:pt x="586" y="161"/>
                    <a:pt x="604" y="154"/>
                  </a:cubicBezTo>
                  <a:cubicBezTo>
                    <a:pt x="609" y="152"/>
                    <a:pt x="613" y="151"/>
                    <a:pt x="618" y="149"/>
                  </a:cubicBezTo>
                  <a:cubicBezTo>
                    <a:pt x="622" y="147"/>
                    <a:pt x="627" y="145"/>
                    <a:pt x="631" y="142"/>
                  </a:cubicBezTo>
                  <a:cubicBezTo>
                    <a:pt x="635" y="140"/>
                    <a:pt x="640" y="138"/>
                    <a:pt x="644" y="136"/>
                  </a:cubicBezTo>
                  <a:cubicBezTo>
                    <a:pt x="650" y="132"/>
                    <a:pt x="650" y="132"/>
                    <a:pt x="650" y="132"/>
                  </a:cubicBezTo>
                  <a:cubicBezTo>
                    <a:pt x="657" y="128"/>
                    <a:pt x="657" y="128"/>
                    <a:pt x="657" y="128"/>
                  </a:cubicBezTo>
                  <a:cubicBezTo>
                    <a:pt x="661" y="126"/>
                    <a:pt x="665" y="124"/>
                    <a:pt x="669" y="121"/>
                  </a:cubicBezTo>
                  <a:cubicBezTo>
                    <a:pt x="682" y="113"/>
                    <a:pt x="682" y="113"/>
                    <a:pt x="682" y="113"/>
                  </a:cubicBezTo>
                  <a:cubicBezTo>
                    <a:pt x="690" y="108"/>
                    <a:pt x="698" y="103"/>
                    <a:pt x="706" y="97"/>
                  </a:cubicBezTo>
                  <a:cubicBezTo>
                    <a:pt x="722" y="86"/>
                    <a:pt x="738" y="74"/>
                    <a:pt x="752" y="61"/>
                  </a:cubicBezTo>
                  <a:cubicBezTo>
                    <a:pt x="767" y="48"/>
                    <a:pt x="781" y="35"/>
                    <a:pt x="794" y="20"/>
                  </a:cubicBezTo>
                  <a:cubicBezTo>
                    <a:pt x="803" y="10"/>
                    <a:pt x="803" y="10"/>
                    <a:pt x="803" y="10"/>
                  </a:cubicBezTo>
                  <a:cubicBezTo>
                    <a:pt x="806" y="7"/>
                    <a:pt x="806" y="7"/>
                    <a:pt x="806" y="7"/>
                  </a:cubicBezTo>
                  <a:cubicBezTo>
                    <a:pt x="807" y="7"/>
                    <a:pt x="808" y="6"/>
                    <a:pt x="808" y="5"/>
                  </a:cubicBezTo>
                  <a:cubicBezTo>
                    <a:pt x="809" y="4"/>
                    <a:pt x="808" y="3"/>
                    <a:pt x="808" y="2"/>
                  </a:cubicBezTo>
                  <a:cubicBezTo>
                    <a:pt x="807" y="1"/>
                    <a:pt x="806" y="0"/>
                    <a:pt x="804" y="0"/>
                  </a:cubicBezTo>
                </a:path>
              </a:pathLst>
            </a:custGeom>
            <a:grpFill/>
            <a:ln>
              <a:noFill/>
            </a:ln>
          </p:spPr>
          <p:txBody>
            <a:bodyPr vert="horz" wrap="square" lIns="51435" tIns="25718" rIns="51435" bIns="25718" numCol="1" anchor="t" anchorCtr="0" compatLnSpc="1">
              <a:prstTxWarp prst="textNoShape">
                <a:avLst/>
              </a:prstTxWarp>
            </a:bodyPr>
            <a:lstStyle/>
            <a:p>
              <a:endParaRPr lang="en-GB" sz="760" dirty="0"/>
            </a:p>
          </p:txBody>
        </p:sp>
        <p:sp>
          <p:nvSpPr>
            <p:cNvPr id="28" name="Freeform 73">
              <a:extLst>
                <a:ext uri="{FF2B5EF4-FFF2-40B4-BE49-F238E27FC236}">
                  <a16:creationId xmlns:a16="http://schemas.microsoft.com/office/drawing/2014/main" id="{BBBA112D-BF23-2D42-78CD-370E94CC2414}"/>
                </a:ext>
              </a:extLst>
            </p:cNvPr>
            <p:cNvSpPr>
              <a:spLocks noChangeAspect="1"/>
            </p:cNvSpPr>
            <p:nvPr/>
          </p:nvSpPr>
          <p:spPr bwMode="auto">
            <a:xfrm>
              <a:off x="7623558" y="3192341"/>
              <a:ext cx="110491" cy="127001"/>
            </a:xfrm>
            <a:custGeom>
              <a:avLst/>
              <a:gdLst>
                <a:gd name="T0" fmla="*/ 246 w 246"/>
                <a:gd name="T1" fmla="*/ 0 h 283"/>
                <a:gd name="T2" fmla="*/ 246 w 246"/>
                <a:gd name="T3" fmla="*/ 0 h 283"/>
                <a:gd name="T4" fmla="*/ 245 w 246"/>
                <a:gd name="T5" fmla="*/ 0 h 283"/>
                <a:gd name="T6" fmla="*/ 244 w 246"/>
                <a:gd name="T7" fmla="*/ 0 h 283"/>
                <a:gd name="T8" fmla="*/ 238 w 246"/>
                <a:gd name="T9" fmla="*/ 2 h 283"/>
                <a:gd name="T10" fmla="*/ 226 w 246"/>
                <a:gd name="T11" fmla="*/ 6 h 283"/>
                <a:gd name="T12" fmla="*/ 220 w 246"/>
                <a:gd name="T13" fmla="*/ 7 h 283"/>
                <a:gd name="T14" fmla="*/ 215 w 246"/>
                <a:gd name="T15" fmla="*/ 9 h 283"/>
                <a:gd name="T16" fmla="*/ 195 w 246"/>
                <a:gd name="T17" fmla="*/ 16 h 283"/>
                <a:gd name="T18" fmla="*/ 178 w 246"/>
                <a:gd name="T19" fmla="*/ 21 h 283"/>
                <a:gd name="T20" fmla="*/ 145 w 246"/>
                <a:gd name="T21" fmla="*/ 28 h 283"/>
                <a:gd name="T22" fmla="*/ 112 w 246"/>
                <a:gd name="T23" fmla="*/ 37 h 283"/>
                <a:gd name="T24" fmla="*/ 78 w 246"/>
                <a:gd name="T25" fmla="*/ 45 h 283"/>
                <a:gd name="T26" fmla="*/ 45 w 246"/>
                <a:gd name="T27" fmla="*/ 55 h 283"/>
                <a:gd name="T28" fmla="*/ 12 w 246"/>
                <a:gd name="T29" fmla="*/ 66 h 283"/>
                <a:gd name="T30" fmla="*/ 4 w 246"/>
                <a:gd name="T31" fmla="*/ 70 h 283"/>
                <a:gd name="T32" fmla="*/ 2 w 246"/>
                <a:gd name="T33" fmla="*/ 70 h 283"/>
                <a:gd name="T34" fmla="*/ 0 w 246"/>
                <a:gd name="T35" fmla="*/ 71 h 283"/>
                <a:gd name="T36" fmla="*/ 0 w 246"/>
                <a:gd name="T37" fmla="*/ 74 h 283"/>
                <a:gd name="T38" fmla="*/ 3 w 246"/>
                <a:gd name="T39" fmla="*/ 78 h 283"/>
                <a:gd name="T40" fmla="*/ 3 w 246"/>
                <a:gd name="T41" fmla="*/ 77 h 283"/>
                <a:gd name="T42" fmla="*/ 63 w 246"/>
                <a:gd name="T43" fmla="*/ 63 h 283"/>
                <a:gd name="T44" fmla="*/ 79 w 246"/>
                <a:gd name="T45" fmla="*/ 60 h 283"/>
                <a:gd name="T46" fmla="*/ 95 w 246"/>
                <a:gd name="T47" fmla="*/ 57 h 283"/>
                <a:gd name="T48" fmla="*/ 126 w 246"/>
                <a:gd name="T49" fmla="*/ 51 h 283"/>
                <a:gd name="T50" fmla="*/ 158 w 246"/>
                <a:gd name="T51" fmla="*/ 45 h 283"/>
                <a:gd name="T52" fmla="*/ 174 w 246"/>
                <a:gd name="T53" fmla="*/ 42 h 283"/>
                <a:gd name="T54" fmla="*/ 195 w 246"/>
                <a:gd name="T55" fmla="*/ 39 h 283"/>
                <a:gd name="T56" fmla="*/ 210 w 246"/>
                <a:gd name="T57" fmla="*/ 36 h 283"/>
                <a:gd name="T58" fmla="*/ 210 w 246"/>
                <a:gd name="T59" fmla="*/ 36 h 283"/>
                <a:gd name="T60" fmla="*/ 210 w 246"/>
                <a:gd name="T61" fmla="*/ 36 h 283"/>
                <a:gd name="T62" fmla="*/ 210 w 246"/>
                <a:gd name="T63" fmla="*/ 36 h 283"/>
                <a:gd name="T64" fmla="*/ 210 w 246"/>
                <a:gd name="T65" fmla="*/ 37 h 283"/>
                <a:gd name="T66" fmla="*/ 209 w 246"/>
                <a:gd name="T67" fmla="*/ 37 h 283"/>
                <a:gd name="T68" fmla="*/ 209 w 246"/>
                <a:gd name="T69" fmla="*/ 37 h 283"/>
                <a:gd name="T70" fmla="*/ 209 w 246"/>
                <a:gd name="T71" fmla="*/ 39 h 283"/>
                <a:gd name="T72" fmla="*/ 208 w 246"/>
                <a:gd name="T73" fmla="*/ 43 h 283"/>
                <a:gd name="T74" fmla="*/ 206 w 246"/>
                <a:gd name="T75" fmla="*/ 51 h 283"/>
                <a:gd name="T76" fmla="*/ 199 w 246"/>
                <a:gd name="T77" fmla="*/ 82 h 283"/>
                <a:gd name="T78" fmla="*/ 189 w 246"/>
                <a:gd name="T79" fmla="*/ 132 h 283"/>
                <a:gd name="T80" fmla="*/ 182 w 246"/>
                <a:gd name="T81" fmla="*/ 176 h 283"/>
                <a:gd name="T82" fmla="*/ 174 w 246"/>
                <a:gd name="T83" fmla="*/ 221 h 283"/>
                <a:gd name="T84" fmla="*/ 171 w 246"/>
                <a:gd name="T85" fmla="*/ 243 h 283"/>
                <a:gd name="T86" fmla="*/ 168 w 246"/>
                <a:gd name="T87" fmla="*/ 268 h 283"/>
                <a:gd name="T88" fmla="*/ 171 w 246"/>
                <a:gd name="T89" fmla="*/ 276 h 283"/>
                <a:gd name="T90" fmla="*/ 177 w 246"/>
                <a:gd name="T91" fmla="*/ 280 h 283"/>
                <a:gd name="T92" fmla="*/ 184 w 246"/>
                <a:gd name="T93" fmla="*/ 283 h 283"/>
                <a:gd name="T94" fmla="*/ 185 w 246"/>
                <a:gd name="T95" fmla="*/ 283 h 283"/>
                <a:gd name="T96" fmla="*/ 190 w 246"/>
                <a:gd name="T97" fmla="*/ 281 h 283"/>
                <a:gd name="T98" fmla="*/ 195 w 246"/>
                <a:gd name="T99" fmla="*/ 271 h 283"/>
                <a:gd name="T100" fmla="*/ 202 w 246"/>
                <a:gd name="T101" fmla="*/ 243 h 283"/>
                <a:gd name="T102" fmla="*/ 205 w 246"/>
                <a:gd name="T103" fmla="*/ 229 h 283"/>
                <a:gd name="T104" fmla="*/ 208 w 246"/>
                <a:gd name="T105" fmla="*/ 207 h 283"/>
                <a:gd name="T106" fmla="*/ 211 w 246"/>
                <a:gd name="T107" fmla="*/ 186 h 283"/>
                <a:gd name="T108" fmla="*/ 215 w 246"/>
                <a:gd name="T109" fmla="*/ 164 h 283"/>
                <a:gd name="T110" fmla="*/ 224 w 246"/>
                <a:gd name="T111" fmla="*/ 115 h 283"/>
                <a:gd name="T112" fmla="*/ 237 w 246"/>
                <a:gd name="T113" fmla="*/ 52 h 283"/>
                <a:gd name="T114" fmla="*/ 238 w 246"/>
                <a:gd name="T115" fmla="*/ 45 h 283"/>
                <a:gd name="T116" fmla="*/ 240 w 246"/>
                <a:gd name="T117" fmla="*/ 35 h 283"/>
                <a:gd name="T118" fmla="*/ 244 w 246"/>
                <a:gd name="T119" fmla="*/ 14 h 283"/>
                <a:gd name="T120" fmla="*/ 246 w 246"/>
                <a:gd name="T121" fmla="*/ 2 h 283"/>
                <a:gd name="T122" fmla="*/ 246 w 246"/>
                <a:gd name="T123" fmla="*/ 0 h 283"/>
                <a:gd name="T124" fmla="*/ 246 w 246"/>
                <a:gd name="T125" fmla="*/ 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6" h="283">
                  <a:moveTo>
                    <a:pt x="246" y="0"/>
                  </a:moveTo>
                  <a:cubicBezTo>
                    <a:pt x="246" y="0"/>
                    <a:pt x="246" y="0"/>
                    <a:pt x="246" y="0"/>
                  </a:cubicBezTo>
                  <a:cubicBezTo>
                    <a:pt x="245" y="0"/>
                    <a:pt x="245" y="0"/>
                    <a:pt x="245" y="0"/>
                  </a:cubicBezTo>
                  <a:cubicBezTo>
                    <a:pt x="244" y="0"/>
                    <a:pt x="244" y="0"/>
                    <a:pt x="244" y="0"/>
                  </a:cubicBezTo>
                  <a:cubicBezTo>
                    <a:pt x="238" y="2"/>
                    <a:pt x="238" y="2"/>
                    <a:pt x="238" y="2"/>
                  </a:cubicBezTo>
                  <a:cubicBezTo>
                    <a:pt x="226" y="6"/>
                    <a:pt x="226" y="6"/>
                    <a:pt x="226" y="6"/>
                  </a:cubicBezTo>
                  <a:cubicBezTo>
                    <a:pt x="220" y="7"/>
                    <a:pt x="220" y="7"/>
                    <a:pt x="220" y="7"/>
                  </a:cubicBezTo>
                  <a:cubicBezTo>
                    <a:pt x="215" y="9"/>
                    <a:pt x="215" y="9"/>
                    <a:pt x="215" y="9"/>
                  </a:cubicBezTo>
                  <a:cubicBezTo>
                    <a:pt x="207" y="11"/>
                    <a:pt x="200" y="14"/>
                    <a:pt x="195" y="16"/>
                  </a:cubicBezTo>
                  <a:cubicBezTo>
                    <a:pt x="189" y="17"/>
                    <a:pt x="184" y="19"/>
                    <a:pt x="178" y="21"/>
                  </a:cubicBezTo>
                  <a:cubicBezTo>
                    <a:pt x="167" y="24"/>
                    <a:pt x="156" y="26"/>
                    <a:pt x="145" y="28"/>
                  </a:cubicBezTo>
                  <a:cubicBezTo>
                    <a:pt x="134" y="30"/>
                    <a:pt x="123" y="34"/>
                    <a:pt x="112" y="37"/>
                  </a:cubicBezTo>
                  <a:cubicBezTo>
                    <a:pt x="100" y="40"/>
                    <a:pt x="89" y="42"/>
                    <a:pt x="78" y="45"/>
                  </a:cubicBezTo>
                  <a:cubicBezTo>
                    <a:pt x="67" y="48"/>
                    <a:pt x="56" y="51"/>
                    <a:pt x="45" y="55"/>
                  </a:cubicBezTo>
                  <a:cubicBezTo>
                    <a:pt x="34" y="58"/>
                    <a:pt x="23" y="62"/>
                    <a:pt x="12" y="66"/>
                  </a:cubicBezTo>
                  <a:cubicBezTo>
                    <a:pt x="9" y="67"/>
                    <a:pt x="7" y="69"/>
                    <a:pt x="4" y="70"/>
                  </a:cubicBezTo>
                  <a:cubicBezTo>
                    <a:pt x="2" y="70"/>
                    <a:pt x="2" y="70"/>
                    <a:pt x="2" y="70"/>
                  </a:cubicBezTo>
                  <a:cubicBezTo>
                    <a:pt x="2" y="71"/>
                    <a:pt x="1" y="71"/>
                    <a:pt x="0" y="71"/>
                  </a:cubicBezTo>
                  <a:cubicBezTo>
                    <a:pt x="0" y="72"/>
                    <a:pt x="0" y="73"/>
                    <a:pt x="0" y="74"/>
                  </a:cubicBezTo>
                  <a:cubicBezTo>
                    <a:pt x="0" y="76"/>
                    <a:pt x="2" y="78"/>
                    <a:pt x="3" y="78"/>
                  </a:cubicBezTo>
                  <a:cubicBezTo>
                    <a:pt x="3" y="78"/>
                    <a:pt x="3" y="77"/>
                    <a:pt x="3" y="77"/>
                  </a:cubicBezTo>
                  <a:cubicBezTo>
                    <a:pt x="23" y="72"/>
                    <a:pt x="43" y="66"/>
                    <a:pt x="63" y="63"/>
                  </a:cubicBezTo>
                  <a:cubicBezTo>
                    <a:pt x="69" y="62"/>
                    <a:pt x="74" y="61"/>
                    <a:pt x="79" y="60"/>
                  </a:cubicBezTo>
                  <a:cubicBezTo>
                    <a:pt x="95" y="57"/>
                    <a:pt x="95" y="57"/>
                    <a:pt x="95" y="57"/>
                  </a:cubicBezTo>
                  <a:cubicBezTo>
                    <a:pt x="126" y="51"/>
                    <a:pt x="126" y="51"/>
                    <a:pt x="126" y="51"/>
                  </a:cubicBezTo>
                  <a:cubicBezTo>
                    <a:pt x="137" y="48"/>
                    <a:pt x="148" y="46"/>
                    <a:pt x="158" y="45"/>
                  </a:cubicBezTo>
                  <a:cubicBezTo>
                    <a:pt x="164" y="44"/>
                    <a:pt x="169" y="43"/>
                    <a:pt x="174" y="42"/>
                  </a:cubicBezTo>
                  <a:cubicBezTo>
                    <a:pt x="180" y="41"/>
                    <a:pt x="188" y="40"/>
                    <a:pt x="195" y="39"/>
                  </a:cubicBezTo>
                  <a:cubicBezTo>
                    <a:pt x="200" y="38"/>
                    <a:pt x="205" y="37"/>
                    <a:pt x="210" y="36"/>
                  </a:cubicBezTo>
                  <a:cubicBezTo>
                    <a:pt x="210" y="36"/>
                    <a:pt x="210" y="36"/>
                    <a:pt x="210" y="36"/>
                  </a:cubicBezTo>
                  <a:cubicBezTo>
                    <a:pt x="210" y="36"/>
                    <a:pt x="210" y="36"/>
                    <a:pt x="210" y="36"/>
                  </a:cubicBezTo>
                  <a:cubicBezTo>
                    <a:pt x="210" y="36"/>
                    <a:pt x="210" y="36"/>
                    <a:pt x="210" y="36"/>
                  </a:cubicBezTo>
                  <a:cubicBezTo>
                    <a:pt x="210" y="37"/>
                    <a:pt x="210" y="37"/>
                    <a:pt x="210" y="37"/>
                  </a:cubicBezTo>
                  <a:cubicBezTo>
                    <a:pt x="209" y="37"/>
                    <a:pt x="209" y="37"/>
                    <a:pt x="209" y="37"/>
                  </a:cubicBezTo>
                  <a:cubicBezTo>
                    <a:pt x="209" y="37"/>
                    <a:pt x="209" y="37"/>
                    <a:pt x="209" y="37"/>
                  </a:cubicBezTo>
                  <a:cubicBezTo>
                    <a:pt x="209" y="39"/>
                    <a:pt x="209" y="39"/>
                    <a:pt x="209" y="39"/>
                  </a:cubicBezTo>
                  <a:cubicBezTo>
                    <a:pt x="208" y="43"/>
                    <a:pt x="208" y="43"/>
                    <a:pt x="208" y="43"/>
                  </a:cubicBezTo>
                  <a:cubicBezTo>
                    <a:pt x="206" y="51"/>
                    <a:pt x="206" y="51"/>
                    <a:pt x="206" y="51"/>
                  </a:cubicBezTo>
                  <a:cubicBezTo>
                    <a:pt x="203" y="61"/>
                    <a:pt x="201" y="72"/>
                    <a:pt x="199" y="82"/>
                  </a:cubicBezTo>
                  <a:cubicBezTo>
                    <a:pt x="195" y="99"/>
                    <a:pt x="192" y="115"/>
                    <a:pt x="189" y="132"/>
                  </a:cubicBezTo>
                  <a:cubicBezTo>
                    <a:pt x="182" y="176"/>
                    <a:pt x="182" y="176"/>
                    <a:pt x="182" y="176"/>
                  </a:cubicBezTo>
                  <a:cubicBezTo>
                    <a:pt x="179" y="191"/>
                    <a:pt x="177" y="206"/>
                    <a:pt x="174" y="221"/>
                  </a:cubicBezTo>
                  <a:cubicBezTo>
                    <a:pt x="171" y="243"/>
                    <a:pt x="171" y="243"/>
                    <a:pt x="171" y="243"/>
                  </a:cubicBezTo>
                  <a:cubicBezTo>
                    <a:pt x="169" y="251"/>
                    <a:pt x="167" y="260"/>
                    <a:pt x="168" y="268"/>
                  </a:cubicBezTo>
                  <a:cubicBezTo>
                    <a:pt x="168" y="270"/>
                    <a:pt x="168" y="273"/>
                    <a:pt x="171" y="276"/>
                  </a:cubicBezTo>
                  <a:cubicBezTo>
                    <a:pt x="173" y="277"/>
                    <a:pt x="175" y="279"/>
                    <a:pt x="177" y="280"/>
                  </a:cubicBezTo>
                  <a:cubicBezTo>
                    <a:pt x="179" y="282"/>
                    <a:pt x="181" y="283"/>
                    <a:pt x="184" y="283"/>
                  </a:cubicBezTo>
                  <a:cubicBezTo>
                    <a:pt x="184" y="283"/>
                    <a:pt x="184" y="283"/>
                    <a:pt x="185" y="283"/>
                  </a:cubicBezTo>
                  <a:cubicBezTo>
                    <a:pt x="187" y="283"/>
                    <a:pt x="189" y="282"/>
                    <a:pt x="190" y="281"/>
                  </a:cubicBezTo>
                  <a:cubicBezTo>
                    <a:pt x="193" y="278"/>
                    <a:pt x="194" y="274"/>
                    <a:pt x="195" y="271"/>
                  </a:cubicBezTo>
                  <a:cubicBezTo>
                    <a:pt x="198" y="262"/>
                    <a:pt x="200" y="252"/>
                    <a:pt x="202" y="243"/>
                  </a:cubicBezTo>
                  <a:cubicBezTo>
                    <a:pt x="203" y="238"/>
                    <a:pt x="204" y="233"/>
                    <a:pt x="205" y="229"/>
                  </a:cubicBezTo>
                  <a:cubicBezTo>
                    <a:pt x="208" y="207"/>
                    <a:pt x="208" y="207"/>
                    <a:pt x="208" y="207"/>
                  </a:cubicBezTo>
                  <a:cubicBezTo>
                    <a:pt x="211" y="186"/>
                    <a:pt x="211" y="186"/>
                    <a:pt x="211" y="186"/>
                  </a:cubicBezTo>
                  <a:cubicBezTo>
                    <a:pt x="215" y="164"/>
                    <a:pt x="215" y="164"/>
                    <a:pt x="215" y="164"/>
                  </a:cubicBezTo>
                  <a:cubicBezTo>
                    <a:pt x="217" y="148"/>
                    <a:pt x="221" y="132"/>
                    <a:pt x="224" y="115"/>
                  </a:cubicBezTo>
                  <a:cubicBezTo>
                    <a:pt x="237" y="52"/>
                    <a:pt x="237" y="52"/>
                    <a:pt x="237" y="52"/>
                  </a:cubicBezTo>
                  <a:cubicBezTo>
                    <a:pt x="238" y="45"/>
                    <a:pt x="238" y="45"/>
                    <a:pt x="238" y="45"/>
                  </a:cubicBezTo>
                  <a:cubicBezTo>
                    <a:pt x="240" y="35"/>
                    <a:pt x="240" y="35"/>
                    <a:pt x="240" y="35"/>
                  </a:cubicBezTo>
                  <a:cubicBezTo>
                    <a:pt x="242" y="27"/>
                    <a:pt x="243" y="20"/>
                    <a:pt x="244" y="14"/>
                  </a:cubicBezTo>
                  <a:cubicBezTo>
                    <a:pt x="244" y="10"/>
                    <a:pt x="245" y="6"/>
                    <a:pt x="246" y="2"/>
                  </a:cubicBezTo>
                  <a:cubicBezTo>
                    <a:pt x="246" y="0"/>
                    <a:pt x="246" y="0"/>
                    <a:pt x="246" y="0"/>
                  </a:cubicBezTo>
                  <a:cubicBezTo>
                    <a:pt x="246" y="0"/>
                    <a:pt x="246" y="0"/>
                    <a:pt x="246" y="0"/>
                  </a:cubicBezTo>
                </a:path>
              </a:pathLst>
            </a:custGeom>
            <a:grpFill/>
            <a:ln>
              <a:noFill/>
            </a:ln>
          </p:spPr>
          <p:txBody>
            <a:bodyPr vert="horz" wrap="square" lIns="51435" tIns="25718" rIns="51435" bIns="25718" numCol="1" anchor="t" anchorCtr="0" compatLnSpc="1">
              <a:prstTxWarp prst="textNoShape">
                <a:avLst/>
              </a:prstTxWarp>
            </a:bodyPr>
            <a:lstStyle/>
            <a:p>
              <a:endParaRPr lang="en-GB" sz="760"/>
            </a:p>
          </p:txBody>
        </p:sp>
      </p:grpSp>
      <p:sp>
        <p:nvSpPr>
          <p:cNvPr id="30" name="テキスト ボックス 29">
            <a:extLst>
              <a:ext uri="{FF2B5EF4-FFF2-40B4-BE49-F238E27FC236}">
                <a16:creationId xmlns:a16="http://schemas.microsoft.com/office/drawing/2014/main" id="{8DC0C562-E655-C600-DEF8-0CC92ACF18DD}"/>
              </a:ext>
            </a:extLst>
          </p:cNvPr>
          <p:cNvSpPr txBox="1"/>
          <p:nvPr/>
        </p:nvSpPr>
        <p:spPr>
          <a:xfrm>
            <a:off x="3741095" y="3134905"/>
            <a:ext cx="1883445" cy="646331"/>
          </a:xfrm>
          <a:prstGeom prst="rect">
            <a:avLst/>
          </a:prstGeom>
          <a:noFill/>
        </p:spPr>
        <p:txBody>
          <a:bodyPr wrap="square" rtlCol="0"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960" dirty="0">
                <a:latin typeface="Times New Roman" pitchFamily="18" charset="0"/>
                <a:ea typeface="Times New Roman" pitchFamily="18" charset="0"/>
                <a:cs typeface="Times New Roman" pitchFamily="18" charset="0"/>
              </a:rPr>
              <a:t>Từ Excel </a:t>
            </a:r>
            <a:r>
              <a:rPr kumimoji="1" lang="vi-VN" altLang="en-US" sz="960" dirty="0">
                <a:latin typeface="Times New Roman" pitchFamily="18" charset="0"/>
                <a:ea typeface="Times New Roman" pitchFamily="18" charset="0"/>
                <a:cs typeface="Times New Roman" pitchFamily="18" charset="0"/>
              </a:rPr>
              <a:t/>
            </a:r>
            <a:endParaRPr kumimoji="1" lang="vi-VN" altLang="ja-JP" sz="1200" dirty="0">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960" dirty="0">
                <a:latin typeface="Times New Roman" pitchFamily="18" charset="0"/>
                <a:ea typeface="Times New Roman" pitchFamily="18" charset="0"/>
                <a:cs typeface="Times New Roman" pitchFamily="18" charset="0"/>
              </a:rPr>
              <a:t>Đầu ra CSV cho cài đặt</a:t>
            </a:r>
            <a:r>
              <a:rPr kumimoji="1" lang="vi-VN" altLang="ja-JP" sz="960" dirty="0">
                <a:latin typeface="Times New Roman" pitchFamily="18" charset="0"/>
                <a:ea typeface="Times New Roman" pitchFamily="18" charset="0"/>
                <a:cs typeface="Times New Roman" pitchFamily="18" charset="0"/>
              </a:rPr>
              <a:t/>
            </a:r>
            <a:r>
              <a:rPr kumimoji="1" lang="vi-VN" altLang="en-US" sz="960" dirty="0">
                <a:latin typeface="Times New Roman" pitchFamily="18" charset="0"/>
                <a:ea typeface="Times New Roman" pitchFamily="18" charset="0"/>
                <a:cs typeface="Times New Roman" pitchFamily="18" charset="0"/>
              </a:rPr>
              <a:t/>
            </a:r>
            <a:endParaRPr kumimoji="1" lang="vi-VN" altLang="ja-JP" sz="1200" dirty="0">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ja-JP" sz="960" dirty="0">
                <a:latin typeface="Times New Roman" pitchFamily="18" charset="0"/>
                <a:ea typeface="Times New Roman" pitchFamily="18" charset="0"/>
                <a:cs typeface="Times New Roman" pitchFamily="18" charset="0"/>
              </a:rPr>
              <a:t>Đọc csv bằng exe</a:t>
            </a:r>
            <a:r>
              <a:rPr kumimoji="1" lang="vi-VN" altLang="en-US" sz="960" dirty="0">
                <a:latin typeface="Times New Roman" pitchFamily="18" charset="0"/>
                <a:ea typeface="Times New Roman" pitchFamily="18" charset="0"/>
                <a:cs typeface="Times New Roman" pitchFamily="18" charset="0"/>
              </a:rPr>
              <a:t/>
            </a:r>
            <a:r>
              <a:rPr kumimoji="1" lang="vi-VN" altLang="ja-JP" sz="960" dirty="0">
                <a:latin typeface="Times New Roman" pitchFamily="18" charset="0"/>
                <a:ea typeface="Times New Roman" pitchFamily="18" charset="0"/>
                <a:cs typeface="Times New Roman" pitchFamily="18" charset="0"/>
              </a:rPr>
              <a:t/>
            </a:r>
            <a:r>
              <a:rPr kumimoji="1" lang="vi-VN" altLang="en-US" sz="960" dirty="0">
                <a:latin typeface="Times New Roman" pitchFamily="18" charset="0"/>
                <a:ea typeface="Times New Roman" pitchFamily="18" charset="0"/>
                <a:cs typeface="Times New Roman" pitchFamily="18" charset="0"/>
              </a:rPr>
              <a:t/>
            </a:r>
            <a:endParaRPr kumimoji="1" lang="vi-VN" altLang="ja-JP" sz="1200" dirty="0">
              <a:latin typeface="Times New Roman" pitchFamily="18" charset="0"/>
              <a:ea typeface="Times New Roman" pitchFamily="18" charset="0"/>
              <a:cs typeface="Times New Roman" pitchFamily="18" charset="0"/>
            </a:endParaRPr>
          </a:p>
        </p:txBody>
      </p:sp>
      <p:sp>
        <p:nvSpPr>
          <p:cNvPr id="2" name="スライド番号プレースホルダー 1">
            <a:extLst>
              <a:ext uri="{FF2B5EF4-FFF2-40B4-BE49-F238E27FC236}">
                <a16:creationId xmlns:a16="http://schemas.microsoft.com/office/drawing/2014/main" id="{F636FBC4-0731-2677-7825-4147061D891E}"/>
              </a:ext>
            </a:extLst>
          </p:cNvPr>
          <p:cNvSpPr txBox="1">
            <a:spLocks/>
          </p:cNvSpPr>
          <p:nvPr/>
        </p:nvSpPr>
        <p:spPr>
          <a:xfrm>
            <a:off x="7530413" y="4665373"/>
            <a:ext cx="1236216" cy="281231"/>
          </a:xfrm>
          <a:prstGeom prst="rect">
            <a:avLst/>
          </a:prstGeom>
        </p:spPr>
        <p:txBody>
          <a:bodyPr wrap="square"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lang="vi-VN">
                <a:latin typeface="Times New Roman" pitchFamily="18" charset="0"/>
                <a:ea typeface="Times New Roman" pitchFamily="18" charset="0"/>
                <a:cs typeface="Times New Roman" pitchFamily="18" charset="0"/>
              </a:defRPr>
            </a:pPr>
            <a:fld id="{BBCAF52D-4F9C-4C98-97E5-368871F90D31}" type="slidenum">
              <a:rPr kumimoji="1" lang="ja-JP" altLang="en-US" smtClean="0"/>
              <a:pPr algn="r"/>
              <a:t>4</a:t>
            </a:fld>
            <a:endParaRPr kumimoji="1" lang="vi-VN" altLang="en-US" dirty="0">
              <a:latin typeface="Times New Roman" pitchFamily="18" charset="0"/>
              <a:ea typeface="Times New Roman" pitchFamily="18" charset="0"/>
              <a:cs typeface="Times New Roman" pitchFamily="18" charset="0"/>
            </a:endParaRPr>
          </a:p>
        </p:txBody>
      </p:sp>
      <p:pic>
        <p:nvPicPr>
          <p:cNvPr id="1025" name="Picture 4" descr="csv icon">
            <a:extLst>
              <a:ext uri="{FF2B5EF4-FFF2-40B4-BE49-F238E27FC236}">
                <a16:creationId xmlns:a16="http://schemas.microsoft.com/office/drawing/2014/main" id="{7162D1F7-F624-71F3-4D03-C923B29EF2F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30776" y="2772456"/>
            <a:ext cx="303402" cy="303402"/>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144">
            <a:extLst>
              <a:ext uri="{FF2B5EF4-FFF2-40B4-BE49-F238E27FC236}">
                <a16:creationId xmlns:a16="http://schemas.microsoft.com/office/drawing/2014/main" id="{44CE3BCD-BAE7-DC98-0778-27770CB147FE}"/>
              </a:ext>
            </a:extLst>
          </p:cNvPr>
          <p:cNvGrpSpPr/>
          <p:nvPr/>
        </p:nvGrpSpPr>
        <p:grpSpPr>
          <a:xfrm rot="18517701" flipH="1">
            <a:off x="4103710" y="2480044"/>
            <a:ext cx="366279" cy="193039"/>
            <a:chOff x="7314313" y="3192341"/>
            <a:chExt cx="419736" cy="140698"/>
          </a:xfrm>
          <a:solidFill>
            <a:schemeClr val="accent2"/>
          </a:solidFill>
        </p:grpSpPr>
        <p:sp>
          <p:nvSpPr>
            <p:cNvPr id="1024" name="Freeform 72">
              <a:extLst>
                <a:ext uri="{FF2B5EF4-FFF2-40B4-BE49-F238E27FC236}">
                  <a16:creationId xmlns:a16="http://schemas.microsoft.com/office/drawing/2014/main" id="{5DC62CA1-A0B8-19B7-D131-50814E9EF4E9}"/>
                </a:ext>
              </a:extLst>
            </p:cNvPr>
            <p:cNvSpPr>
              <a:spLocks noChangeAspect="1"/>
            </p:cNvSpPr>
            <p:nvPr/>
          </p:nvSpPr>
          <p:spPr bwMode="auto">
            <a:xfrm>
              <a:off x="7314313" y="3240329"/>
              <a:ext cx="364491" cy="92710"/>
            </a:xfrm>
            <a:custGeom>
              <a:avLst/>
              <a:gdLst>
                <a:gd name="T0" fmla="*/ 803 w 809"/>
                <a:gd name="T1" fmla="*/ 1 h 206"/>
                <a:gd name="T2" fmla="*/ 723 w 809"/>
                <a:gd name="T3" fmla="*/ 68 h 206"/>
                <a:gd name="T4" fmla="*/ 690 w 809"/>
                <a:gd name="T5" fmla="*/ 90 h 206"/>
                <a:gd name="T6" fmla="*/ 632 w 809"/>
                <a:gd name="T7" fmla="*/ 122 h 206"/>
                <a:gd name="T8" fmla="*/ 577 w 809"/>
                <a:gd name="T9" fmla="*/ 143 h 206"/>
                <a:gd name="T10" fmla="*/ 558 w 809"/>
                <a:gd name="T11" fmla="*/ 148 h 206"/>
                <a:gd name="T12" fmla="*/ 524 w 809"/>
                <a:gd name="T13" fmla="*/ 154 h 206"/>
                <a:gd name="T14" fmla="*/ 499 w 809"/>
                <a:gd name="T15" fmla="*/ 159 h 206"/>
                <a:gd name="T16" fmla="*/ 475 w 809"/>
                <a:gd name="T17" fmla="*/ 163 h 206"/>
                <a:gd name="T18" fmla="*/ 464 w 809"/>
                <a:gd name="T19" fmla="*/ 165 h 206"/>
                <a:gd name="T20" fmla="*/ 426 w 809"/>
                <a:gd name="T21" fmla="*/ 170 h 206"/>
                <a:gd name="T22" fmla="*/ 337 w 809"/>
                <a:gd name="T23" fmla="*/ 175 h 206"/>
                <a:gd name="T24" fmla="*/ 239 w 809"/>
                <a:gd name="T25" fmla="*/ 169 h 206"/>
                <a:gd name="T26" fmla="*/ 96 w 809"/>
                <a:gd name="T27" fmla="*/ 131 h 206"/>
                <a:gd name="T28" fmla="*/ 80 w 809"/>
                <a:gd name="T29" fmla="*/ 123 h 206"/>
                <a:gd name="T30" fmla="*/ 59 w 809"/>
                <a:gd name="T31" fmla="*/ 112 h 206"/>
                <a:gd name="T32" fmla="*/ 45 w 809"/>
                <a:gd name="T33" fmla="*/ 104 h 206"/>
                <a:gd name="T34" fmla="*/ 17 w 809"/>
                <a:gd name="T35" fmla="*/ 91 h 206"/>
                <a:gd name="T36" fmla="*/ 7 w 809"/>
                <a:gd name="T37" fmla="*/ 94 h 206"/>
                <a:gd name="T38" fmla="*/ 3 w 809"/>
                <a:gd name="T39" fmla="*/ 107 h 206"/>
                <a:gd name="T40" fmla="*/ 26 w 809"/>
                <a:gd name="T41" fmla="*/ 127 h 206"/>
                <a:gd name="T42" fmla="*/ 42 w 809"/>
                <a:gd name="T43" fmla="*/ 138 h 206"/>
                <a:gd name="T44" fmla="*/ 59 w 809"/>
                <a:gd name="T45" fmla="*/ 148 h 206"/>
                <a:gd name="T46" fmla="*/ 76 w 809"/>
                <a:gd name="T47" fmla="*/ 156 h 206"/>
                <a:gd name="T48" fmla="*/ 91 w 809"/>
                <a:gd name="T49" fmla="*/ 162 h 206"/>
                <a:gd name="T50" fmla="*/ 108 w 809"/>
                <a:gd name="T51" fmla="*/ 169 h 206"/>
                <a:gd name="T52" fmla="*/ 126 w 809"/>
                <a:gd name="T53" fmla="*/ 175 h 206"/>
                <a:gd name="T54" fmla="*/ 144 w 809"/>
                <a:gd name="T55" fmla="*/ 181 h 206"/>
                <a:gd name="T56" fmla="*/ 162 w 809"/>
                <a:gd name="T57" fmla="*/ 186 h 206"/>
                <a:gd name="T58" fmla="*/ 180 w 809"/>
                <a:gd name="T59" fmla="*/ 190 h 206"/>
                <a:gd name="T60" fmla="*/ 274 w 809"/>
                <a:gd name="T61" fmla="*/ 204 h 206"/>
                <a:gd name="T62" fmla="*/ 385 w 809"/>
                <a:gd name="T63" fmla="*/ 204 h 206"/>
                <a:gd name="T64" fmla="*/ 435 w 809"/>
                <a:gd name="T65" fmla="*/ 197 h 206"/>
                <a:gd name="T66" fmla="*/ 548 w 809"/>
                <a:gd name="T67" fmla="*/ 170 h 206"/>
                <a:gd name="T68" fmla="*/ 618 w 809"/>
                <a:gd name="T69" fmla="*/ 149 h 206"/>
                <a:gd name="T70" fmla="*/ 644 w 809"/>
                <a:gd name="T71" fmla="*/ 136 h 206"/>
                <a:gd name="T72" fmla="*/ 657 w 809"/>
                <a:gd name="T73" fmla="*/ 128 h 206"/>
                <a:gd name="T74" fmla="*/ 682 w 809"/>
                <a:gd name="T75" fmla="*/ 113 h 206"/>
                <a:gd name="T76" fmla="*/ 752 w 809"/>
                <a:gd name="T77" fmla="*/ 61 h 206"/>
                <a:gd name="T78" fmla="*/ 803 w 809"/>
                <a:gd name="T79" fmla="*/ 10 h 206"/>
                <a:gd name="T80" fmla="*/ 808 w 809"/>
                <a:gd name="T81" fmla="*/ 5 h 206"/>
                <a:gd name="T82" fmla="*/ 804 w 809"/>
                <a:gd name="T83"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09" h="206">
                  <a:moveTo>
                    <a:pt x="804" y="0"/>
                  </a:moveTo>
                  <a:cubicBezTo>
                    <a:pt x="804" y="0"/>
                    <a:pt x="803" y="1"/>
                    <a:pt x="803" y="1"/>
                  </a:cubicBezTo>
                  <a:cubicBezTo>
                    <a:pt x="790" y="13"/>
                    <a:pt x="777" y="25"/>
                    <a:pt x="764" y="36"/>
                  </a:cubicBezTo>
                  <a:cubicBezTo>
                    <a:pt x="751" y="48"/>
                    <a:pt x="737" y="59"/>
                    <a:pt x="723" y="68"/>
                  </a:cubicBezTo>
                  <a:cubicBezTo>
                    <a:pt x="716" y="73"/>
                    <a:pt x="708" y="78"/>
                    <a:pt x="701" y="83"/>
                  </a:cubicBezTo>
                  <a:cubicBezTo>
                    <a:pt x="690" y="90"/>
                    <a:pt x="690" y="90"/>
                    <a:pt x="690" y="90"/>
                  </a:cubicBezTo>
                  <a:cubicBezTo>
                    <a:pt x="679" y="97"/>
                    <a:pt x="679" y="97"/>
                    <a:pt x="679" y="97"/>
                  </a:cubicBezTo>
                  <a:cubicBezTo>
                    <a:pt x="663" y="106"/>
                    <a:pt x="648" y="115"/>
                    <a:pt x="632" y="122"/>
                  </a:cubicBezTo>
                  <a:cubicBezTo>
                    <a:pt x="616" y="130"/>
                    <a:pt x="600" y="136"/>
                    <a:pt x="583" y="141"/>
                  </a:cubicBezTo>
                  <a:cubicBezTo>
                    <a:pt x="581" y="142"/>
                    <a:pt x="579" y="143"/>
                    <a:pt x="577" y="143"/>
                  </a:cubicBezTo>
                  <a:cubicBezTo>
                    <a:pt x="570" y="145"/>
                    <a:pt x="570" y="145"/>
                    <a:pt x="570" y="145"/>
                  </a:cubicBezTo>
                  <a:cubicBezTo>
                    <a:pt x="566" y="146"/>
                    <a:pt x="562" y="147"/>
                    <a:pt x="558" y="148"/>
                  </a:cubicBezTo>
                  <a:cubicBezTo>
                    <a:pt x="553" y="149"/>
                    <a:pt x="548" y="150"/>
                    <a:pt x="542" y="151"/>
                  </a:cubicBezTo>
                  <a:cubicBezTo>
                    <a:pt x="536" y="152"/>
                    <a:pt x="530" y="153"/>
                    <a:pt x="524" y="154"/>
                  </a:cubicBezTo>
                  <a:cubicBezTo>
                    <a:pt x="520" y="155"/>
                    <a:pt x="516" y="156"/>
                    <a:pt x="512" y="157"/>
                  </a:cubicBezTo>
                  <a:cubicBezTo>
                    <a:pt x="507" y="158"/>
                    <a:pt x="503" y="158"/>
                    <a:pt x="499" y="159"/>
                  </a:cubicBezTo>
                  <a:cubicBezTo>
                    <a:pt x="495" y="160"/>
                    <a:pt x="491" y="161"/>
                    <a:pt x="487" y="161"/>
                  </a:cubicBezTo>
                  <a:cubicBezTo>
                    <a:pt x="483" y="162"/>
                    <a:pt x="479" y="163"/>
                    <a:pt x="475" y="163"/>
                  </a:cubicBezTo>
                  <a:cubicBezTo>
                    <a:pt x="470" y="164"/>
                    <a:pt x="470" y="164"/>
                    <a:pt x="470" y="164"/>
                  </a:cubicBezTo>
                  <a:cubicBezTo>
                    <a:pt x="468" y="165"/>
                    <a:pt x="466" y="165"/>
                    <a:pt x="464" y="165"/>
                  </a:cubicBezTo>
                  <a:cubicBezTo>
                    <a:pt x="460" y="166"/>
                    <a:pt x="456" y="167"/>
                    <a:pt x="452" y="167"/>
                  </a:cubicBezTo>
                  <a:cubicBezTo>
                    <a:pt x="443" y="168"/>
                    <a:pt x="435" y="169"/>
                    <a:pt x="426" y="170"/>
                  </a:cubicBezTo>
                  <a:cubicBezTo>
                    <a:pt x="409" y="172"/>
                    <a:pt x="391" y="173"/>
                    <a:pt x="373" y="174"/>
                  </a:cubicBezTo>
                  <a:cubicBezTo>
                    <a:pt x="361" y="174"/>
                    <a:pt x="349" y="175"/>
                    <a:pt x="337" y="175"/>
                  </a:cubicBezTo>
                  <a:cubicBezTo>
                    <a:pt x="332" y="175"/>
                    <a:pt x="326" y="175"/>
                    <a:pt x="320" y="175"/>
                  </a:cubicBezTo>
                  <a:cubicBezTo>
                    <a:pt x="293" y="174"/>
                    <a:pt x="266" y="172"/>
                    <a:pt x="239" y="169"/>
                  </a:cubicBezTo>
                  <a:cubicBezTo>
                    <a:pt x="214" y="166"/>
                    <a:pt x="190" y="161"/>
                    <a:pt x="166" y="155"/>
                  </a:cubicBezTo>
                  <a:cubicBezTo>
                    <a:pt x="143" y="148"/>
                    <a:pt x="119" y="140"/>
                    <a:pt x="96" y="131"/>
                  </a:cubicBezTo>
                  <a:cubicBezTo>
                    <a:pt x="94" y="129"/>
                    <a:pt x="91" y="128"/>
                    <a:pt x="88" y="127"/>
                  </a:cubicBezTo>
                  <a:cubicBezTo>
                    <a:pt x="80" y="123"/>
                    <a:pt x="80" y="123"/>
                    <a:pt x="80" y="123"/>
                  </a:cubicBezTo>
                  <a:cubicBezTo>
                    <a:pt x="74" y="120"/>
                    <a:pt x="69" y="117"/>
                    <a:pt x="63" y="115"/>
                  </a:cubicBezTo>
                  <a:cubicBezTo>
                    <a:pt x="59" y="112"/>
                    <a:pt x="59" y="112"/>
                    <a:pt x="59" y="112"/>
                  </a:cubicBezTo>
                  <a:cubicBezTo>
                    <a:pt x="57" y="111"/>
                    <a:pt x="56" y="110"/>
                    <a:pt x="54" y="110"/>
                  </a:cubicBezTo>
                  <a:cubicBezTo>
                    <a:pt x="51" y="108"/>
                    <a:pt x="48" y="106"/>
                    <a:pt x="45" y="104"/>
                  </a:cubicBezTo>
                  <a:cubicBezTo>
                    <a:pt x="39" y="101"/>
                    <a:pt x="33" y="97"/>
                    <a:pt x="27" y="95"/>
                  </a:cubicBezTo>
                  <a:cubicBezTo>
                    <a:pt x="24" y="93"/>
                    <a:pt x="21" y="91"/>
                    <a:pt x="17" y="91"/>
                  </a:cubicBezTo>
                  <a:cubicBezTo>
                    <a:pt x="17" y="91"/>
                    <a:pt x="16" y="91"/>
                    <a:pt x="15" y="92"/>
                  </a:cubicBezTo>
                  <a:cubicBezTo>
                    <a:pt x="12" y="92"/>
                    <a:pt x="9" y="93"/>
                    <a:pt x="7" y="94"/>
                  </a:cubicBezTo>
                  <a:cubicBezTo>
                    <a:pt x="4" y="95"/>
                    <a:pt x="2" y="96"/>
                    <a:pt x="1" y="99"/>
                  </a:cubicBezTo>
                  <a:cubicBezTo>
                    <a:pt x="0" y="102"/>
                    <a:pt x="1" y="105"/>
                    <a:pt x="3" y="107"/>
                  </a:cubicBezTo>
                  <a:cubicBezTo>
                    <a:pt x="6" y="112"/>
                    <a:pt x="11" y="116"/>
                    <a:pt x="16" y="120"/>
                  </a:cubicBezTo>
                  <a:cubicBezTo>
                    <a:pt x="26" y="127"/>
                    <a:pt x="26" y="127"/>
                    <a:pt x="26" y="127"/>
                  </a:cubicBezTo>
                  <a:cubicBezTo>
                    <a:pt x="37" y="134"/>
                    <a:pt x="37" y="134"/>
                    <a:pt x="37" y="134"/>
                  </a:cubicBezTo>
                  <a:cubicBezTo>
                    <a:pt x="42" y="138"/>
                    <a:pt x="42" y="138"/>
                    <a:pt x="42" y="138"/>
                  </a:cubicBezTo>
                  <a:cubicBezTo>
                    <a:pt x="48" y="141"/>
                    <a:pt x="48" y="141"/>
                    <a:pt x="48" y="141"/>
                  </a:cubicBezTo>
                  <a:cubicBezTo>
                    <a:pt x="52" y="143"/>
                    <a:pt x="55" y="145"/>
                    <a:pt x="59" y="148"/>
                  </a:cubicBezTo>
                  <a:cubicBezTo>
                    <a:pt x="63" y="149"/>
                    <a:pt x="67" y="151"/>
                    <a:pt x="70" y="153"/>
                  </a:cubicBezTo>
                  <a:cubicBezTo>
                    <a:pt x="72" y="154"/>
                    <a:pt x="74" y="155"/>
                    <a:pt x="76" y="156"/>
                  </a:cubicBezTo>
                  <a:cubicBezTo>
                    <a:pt x="82" y="158"/>
                    <a:pt x="82" y="158"/>
                    <a:pt x="82" y="158"/>
                  </a:cubicBezTo>
                  <a:cubicBezTo>
                    <a:pt x="91" y="162"/>
                    <a:pt x="91" y="162"/>
                    <a:pt x="91" y="162"/>
                  </a:cubicBezTo>
                  <a:cubicBezTo>
                    <a:pt x="93" y="163"/>
                    <a:pt x="96" y="164"/>
                    <a:pt x="99" y="165"/>
                  </a:cubicBezTo>
                  <a:cubicBezTo>
                    <a:pt x="108" y="169"/>
                    <a:pt x="108" y="169"/>
                    <a:pt x="108" y="169"/>
                  </a:cubicBezTo>
                  <a:cubicBezTo>
                    <a:pt x="111" y="170"/>
                    <a:pt x="114" y="171"/>
                    <a:pt x="117" y="172"/>
                  </a:cubicBezTo>
                  <a:cubicBezTo>
                    <a:pt x="126" y="175"/>
                    <a:pt x="126" y="175"/>
                    <a:pt x="126" y="175"/>
                  </a:cubicBezTo>
                  <a:cubicBezTo>
                    <a:pt x="129" y="176"/>
                    <a:pt x="132" y="177"/>
                    <a:pt x="135" y="178"/>
                  </a:cubicBezTo>
                  <a:cubicBezTo>
                    <a:pt x="144" y="181"/>
                    <a:pt x="144" y="181"/>
                    <a:pt x="144" y="181"/>
                  </a:cubicBezTo>
                  <a:cubicBezTo>
                    <a:pt x="153" y="183"/>
                    <a:pt x="153" y="183"/>
                    <a:pt x="153" y="183"/>
                  </a:cubicBezTo>
                  <a:cubicBezTo>
                    <a:pt x="162" y="186"/>
                    <a:pt x="162" y="186"/>
                    <a:pt x="162" y="186"/>
                  </a:cubicBezTo>
                  <a:cubicBezTo>
                    <a:pt x="171" y="188"/>
                    <a:pt x="171" y="188"/>
                    <a:pt x="171" y="188"/>
                  </a:cubicBezTo>
                  <a:cubicBezTo>
                    <a:pt x="180" y="190"/>
                    <a:pt x="180" y="190"/>
                    <a:pt x="180" y="190"/>
                  </a:cubicBezTo>
                  <a:cubicBezTo>
                    <a:pt x="190" y="192"/>
                    <a:pt x="190" y="192"/>
                    <a:pt x="190" y="192"/>
                  </a:cubicBezTo>
                  <a:cubicBezTo>
                    <a:pt x="218" y="197"/>
                    <a:pt x="246" y="202"/>
                    <a:pt x="274" y="204"/>
                  </a:cubicBezTo>
                  <a:cubicBezTo>
                    <a:pt x="292" y="205"/>
                    <a:pt x="309" y="206"/>
                    <a:pt x="326" y="206"/>
                  </a:cubicBezTo>
                  <a:cubicBezTo>
                    <a:pt x="346" y="206"/>
                    <a:pt x="365" y="205"/>
                    <a:pt x="385" y="204"/>
                  </a:cubicBezTo>
                  <a:cubicBezTo>
                    <a:pt x="393" y="203"/>
                    <a:pt x="401" y="202"/>
                    <a:pt x="410" y="201"/>
                  </a:cubicBezTo>
                  <a:cubicBezTo>
                    <a:pt x="418" y="200"/>
                    <a:pt x="426" y="199"/>
                    <a:pt x="435" y="197"/>
                  </a:cubicBezTo>
                  <a:cubicBezTo>
                    <a:pt x="454" y="194"/>
                    <a:pt x="473" y="190"/>
                    <a:pt x="492" y="186"/>
                  </a:cubicBezTo>
                  <a:cubicBezTo>
                    <a:pt x="511" y="181"/>
                    <a:pt x="529" y="176"/>
                    <a:pt x="548" y="170"/>
                  </a:cubicBezTo>
                  <a:cubicBezTo>
                    <a:pt x="567" y="165"/>
                    <a:pt x="586" y="161"/>
                    <a:pt x="604" y="154"/>
                  </a:cubicBezTo>
                  <a:cubicBezTo>
                    <a:pt x="609" y="152"/>
                    <a:pt x="613" y="151"/>
                    <a:pt x="618" y="149"/>
                  </a:cubicBezTo>
                  <a:cubicBezTo>
                    <a:pt x="622" y="147"/>
                    <a:pt x="627" y="145"/>
                    <a:pt x="631" y="142"/>
                  </a:cubicBezTo>
                  <a:cubicBezTo>
                    <a:pt x="635" y="140"/>
                    <a:pt x="640" y="138"/>
                    <a:pt x="644" y="136"/>
                  </a:cubicBezTo>
                  <a:cubicBezTo>
                    <a:pt x="650" y="132"/>
                    <a:pt x="650" y="132"/>
                    <a:pt x="650" y="132"/>
                  </a:cubicBezTo>
                  <a:cubicBezTo>
                    <a:pt x="657" y="128"/>
                    <a:pt x="657" y="128"/>
                    <a:pt x="657" y="128"/>
                  </a:cubicBezTo>
                  <a:cubicBezTo>
                    <a:pt x="661" y="126"/>
                    <a:pt x="665" y="124"/>
                    <a:pt x="669" y="121"/>
                  </a:cubicBezTo>
                  <a:cubicBezTo>
                    <a:pt x="682" y="113"/>
                    <a:pt x="682" y="113"/>
                    <a:pt x="682" y="113"/>
                  </a:cubicBezTo>
                  <a:cubicBezTo>
                    <a:pt x="690" y="108"/>
                    <a:pt x="698" y="103"/>
                    <a:pt x="706" y="97"/>
                  </a:cubicBezTo>
                  <a:cubicBezTo>
                    <a:pt x="722" y="86"/>
                    <a:pt x="738" y="74"/>
                    <a:pt x="752" y="61"/>
                  </a:cubicBezTo>
                  <a:cubicBezTo>
                    <a:pt x="767" y="48"/>
                    <a:pt x="781" y="35"/>
                    <a:pt x="794" y="20"/>
                  </a:cubicBezTo>
                  <a:cubicBezTo>
                    <a:pt x="803" y="10"/>
                    <a:pt x="803" y="10"/>
                    <a:pt x="803" y="10"/>
                  </a:cubicBezTo>
                  <a:cubicBezTo>
                    <a:pt x="806" y="7"/>
                    <a:pt x="806" y="7"/>
                    <a:pt x="806" y="7"/>
                  </a:cubicBezTo>
                  <a:cubicBezTo>
                    <a:pt x="807" y="7"/>
                    <a:pt x="808" y="6"/>
                    <a:pt x="808" y="5"/>
                  </a:cubicBezTo>
                  <a:cubicBezTo>
                    <a:pt x="809" y="4"/>
                    <a:pt x="808" y="3"/>
                    <a:pt x="808" y="2"/>
                  </a:cubicBezTo>
                  <a:cubicBezTo>
                    <a:pt x="807" y="1"/>
                    <a:pt x="806" y="0"/>
                    <a:pt x="804" y="0"/>
                  </a:cubicBezTo>
                </a:path>
              </a:pathLst>
            </a:custGeom>
            <a:grpFill/>
            <a:ln>
              <a:noFill/>
            </a:ln>
          </p:spPr>
          <p:txBody>
            <a:bodyPr vert="horz" wrap="square" lIns="51435" tIns="25718" rIns="51435" bIns="25718" numCol="1" anchor="t" anchorCtr="0" compatLnSpc="1">
              <a:prstTxWarp prst="textNoShape">
                <a:avLst/>
              </a:prstTxWarp>
            </a:bodyPr>
            <a:lstStyle/>
            <a:p>
              <a:endParaRPr lang="en-GB" sz="760" dirty="0"/>
            </a:p>
          </p:txBody>
        </p:sp>
        <p:sp>
          <p:nvSpPr>
            <p:cNvPr id="1026" name="Freeform 73">
              <a:extLst>
                <a:ext uri="{FF2B5EF4-FFF2-40B4-BE49-F238E27FC236}">
                  <a16:creationId xmlns:a16="http://schemas.microsoft.com/office/drawing/2014/main" id="{458D3375-B1B4-0571-D4B7-55ED19F64510}"/>
                </a:ext>
              </a:extLst>
            </p:cNvPr>
            <p:cNvSpPr>
              <a:spLocks noChangeAspect="1"/>
            </p:cNvSpPr>
            <p:nvPr/>
          </p:nvSpPr>
          <p:spPr bwMode="auto">
            <a:xfrm>
              <a:off x="7623558" y="3192341"/>
              <a:ext cx="110491" cy="127001"/>
            </a:xfrm>
            <a:custGeom>
              <a:avLst/>
              <a:gdLst>
                <a:gd name="T0" fmla="*/ 246 w 246"/>
                <a:gd name="T1" fmla="*/ 0 h 283"/>
                <a:gd name="T2" fmla="*/ 246 w 246"/>
                <a:gd name="T3" fmla="*/ 0 h 283"/>
                <a:gd name="T4" fmla="*/ 245 w 246"/>
                <a:gd name="T5" fmla="*/ 0 h 283"/>
                <a:gd name="T6" fmla="*/ 244 w 246"/>
                <a:gd name="T7" fmla="*/ 0 h 283"/>
                <a:gd name="T8" fmla="*/ 238 w 246"/>
                <a:gd name="T9" fmla="*/ 2 h 283"/>
                <a:gd name="T10" fmla="*/ 226 w 246"/>
                <a:gd name="T11" fmla="*/ 6 h 283"/>
                <a:gd name="T12" fmla="*/ 220 w 246"/>
                <a:gd name="T13" fmla="*/ 7 h 283"/>
                <a:gd name="T14" fmla="*/ 215 w 246"/>
                <a:gd name="T15" fmla="*/ 9 h 283"/>
                <a:gd name="T16" fmla="*/ 195 w 246"/>
                <a:gd name="T17" fmla="*/ 16 h 283"/>
                <a:gd name="T18" fmla="*/ 178 w 246"/>
                <a:gd name="T19" fmla="*/ 21 h 283"/>
                <a:gd name="T20" fmla="*/ 145 w 246"/>
                <a:gd name="T21" fmla="*/ 28 h 283"/>
                <a:gd name="T22" fmla="*/ 112 w 246"/>
                <a:gd name="T23" fmla="*/ 37 h 283"/>
                <a:gd name="T24" fmla="*/ 78 w 246"/>
                <a:gd name="T25" fmla="*/ 45 h 283"/>
                <a:gd name="T26" fmla="*/ 45 w 246"/>
                <a:gd name="T27" fmla="*/ 55 h 283"/>
                <a:gd name="T28" fmla="*/ 12 w 246"/>
                <a:gd name="T29" fmla="*/ 66 h 283"/>
                <a:gd name="T30" fmla="*/ 4 w 246"/>
                <a:gd name="T31" fmla="*/ 70 h 283"/>
                <a:gd name="T32" fmla="*/ 2 w 246"/>
                <a:gd name="T33" fmla="*/ 70 h 283"/>
                <a:gd name="T34" fmla="*/ 0 w 246"/>
                <a:gd name="T35" fmla="*/ 71 h 283"/>
                <a:gd name="T36" fmla="*/ 0 w 246"/>
                <a:gd name="T37" fmla="*/ 74 h 283"/>
                <a:gd name="T38" fmla="*/ 3 w 246"/>
                <a:gd name="T39" fmla="*/ 78 h 283"/>
                <a:gd name="T40" fmla="*/ 3 w 246"/>
                <a:gd name="T41" fmla="*/ 77 h 283"/>
                <a:gd name="T42" fmla="*/ 63 w 246"/>
                <a:gd name="T43" fmla="*/ 63 h 283"/>
                <a:gd name="T44" fmla="*/ 79 w 246"/>
                <a:gd name="T45" fmla="*/ 60 h 283"/>
                <a:gd name="T46" fmla="*/ 95 w 246"/>
                <a:gd name="T47" fmla="*/ 57 h 283"/>
                <a:gd name="T48" fmla="*/ 126 w 246"/>
                <a:gd name="T49" fmla="*/ 51 h 283"/>
                <a:gd name="T50" fmla="*/ 158 w 246"/>
                <a:gd name="T51" fmla="*/ 45 h 283"/>
                <a:gd name="T52" fmla="*/ 174 w 246"/>
                <a:gd name="T53" fmla="*/ 42 h 283"/>
                <a:gd name="T54" fmla="*/ 195 w 246"/>
                <a:gd name="T55" fmla="*/ 39 h 283"/>
                <a:gd name="T56" fmla="*/ 210 w 246"/>
                <a:gd name="T57" fmla="*/ 36 h 283"/>
                <a:gd name="T58" fmla="*/ 210 w 246"/>
                <a:gd name="T59" fmla="*/ 36 h 283"/>
                <a:gd name="T60" fmla="*/ 210 w 246"/>
                <a:gd name="T61" fmla="*/ 36 h 283"/>
                <a:gd name="T62" fmla="*/ 210 w 246"/>
                <a:gd name="T63" fmla="*/ 36 h 283"/>
                <a:gd name="T64" fmla="*/ 210 w 246"/>
                <a:gd name="T65" fmla="*/ 37 h 283"/>
                <a:gd name="T66" fmla="*/ 209 w 246"/>
                <a:gd name="T67" fmla="*/ 37 h 283"/>
                <a:gd name="T68" fmla="*/ 209 w 246"/>
                <a:gd name="T69" fmla="*/ 37 h 283"/>
                <a:gd name="T70" fmla="*/ 209 w 246"/>
                <a:gd name="T71" fmla="*/ 39 h 283"/>
                <a:gd name="T72" fmla="*/ 208 w 246"/>
                <a:gd name="T73" fmla="*/ 43 h 283"/>
                <a:gd name="T74" fmla="*/ 206 w 246"/>
                <a:gd name="T75" fmla="*/ 51 h 283"/>
                <a:gd name="T76" fmla="*/ 199 w 246"/>
                <a:gd name="T77" fmla="*/ 82 h 283"/>
                <a:gd name="T78" fmla="*/ 189 w 246"/>
                <a:gd name="T79" fmla="*/ 132 h 283"/>
                <a:gd name="T80" fmla="*/ 182 w 246"/>
                <a:gd name="T81" fmla="*/ 176 h 283"/>
                <a:gd name="T82" fmla="*/ 174 w 246"/>
                <a:gd name="T83" fmla="*/ 221 h 283"/>
                <a:gd name="T84" fmla="*/ 171 w 246"/>
                <a:gd name="T85" fmla="*/ 243 h 283"/>
                <a:gd name="T86" fmla="*/ 168 w 246"/>
                <a:gd name="T87" fmla="*/ 268 h 283"/>
                <a:gd name="T88" fmla="*/ 171 w 246"/>
                <a:gd name="T89" fmla="*/ 276 h 283"/>
                <a:gd name="T90" fmla="*/ 177 w 246"/>
                <a:gd name="T91" fmla="*/ 280 h 283"/>
                <a:gd name="T92" fmla="*/ 184 w 246"/>
                <a:gd name="T93" fmla="*/ 283 h 283"/>
                <a:gd name="T94" fmla="*/ 185 w 246"/>
                <a:gd name="T95" fmla="*/ 283 h 283"/>
                <a:gd name="T96" fmla="*/ 190 w 246"/>
                <a:gd name="T97" fmla="*/ 281 h 283"/>
                <a:gd name="T98" fmla="*/ 195 w 246"/>
                <a:gd name="T99" fmla="*/ 271 h 283"/>
                <a:gd name="T100" fmla="*/ 202 w 246"/>
                <a:gd name="T101" fmla="*/ 243 h 283"/>
                <a:gd name="T102" fmla="*/ 205 w 246"/>
                <a:gd name="T103" fmla="*/ 229 h 283"/>
                <a:gd name="T104" fmla="*/ 208 w 246"/>
                <a:gd name="T105" fmla="*/ 207 h 283"/>
                <a:gd name="T106" fmla="*/ 211 w 246"/>
                <a:gd name="T107" fmla="*/ 186 h 283"/>
                <a:gd name="T108" fmla="*/ 215 w 246"/>
                <a:gd name="T109" fmla="*/ 164 h 283"/>
                <a:gd name="T110" fmla="*/ 224 w 246"/>
                <a:gd name="T111" fmla="*/ 115 h 283"/>
                <a:gd name="T112" fmla="*/ 237 w 246"/>
                <a:gd name="T113" fmla="*/ 52 h 283"/>
                <a:gd name="T114" fmla="*/ 238 w 246"/>
                <a:gd name="T115" fmla="*/ 45 h 283"/>
                <a:gd name="T116" fmla="*/ 240 w 246"/>
                <a:gd name="T117" fmla="*/ 35 h 283"/>
                <a:gd name="T118" fmla="*/ 244 w 246"/>
                <a:gd name="T119" fmla="*/ 14 h 283"/>
                <a:gd name="T120" fmla="*/ 246 w 246"/>
                <a:gd name="T121" fmla="*/ 2 h 283"/>
                <a:gd name="T122" fmla="*/ 246 w 246"/>
                <a:gd name="T123" fmla="*/ 0 h 283"/>
                <a:gd name="T124" fmla="*/ 246 w 246"/>
                <a:gd name="T125" fmla="*/ 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6" h="283">
                  <a:moveTo>
                    <a:pt x="246" y="0"/>
                  </a:moveTo>
                  <a:cubicBezTo>
                    <a:pt x="246" y="0"/>
                    <a:pt x="246" y="0"/>
                    <a:pt x="246" y="0"/>
                  </a:cubicBezTo>
                  <a:cubicBezTo>
                    <a:pt x="245" y="0"/>
                    <a:pt x="245" y="0"/>
                    <a:pt x="245" y="0"/>
                  </a:cubicBezTo>
                  <a:cubicBezTo>
                    <a:pt x="244" y="0"/>
                    <a:pt x="244" y="0"/>
                    <a:pt x="244" y="0"/>
                  </a:cubicBezTo>
                  <a:cubicBezTo>
                    <a:pt x="238" y="2"/>
                    <a:pt x="238" y="2"/>
                    <a:pt x="238" y="2"/>
                  </a:cubicBezTo>
                  <a:cubicBezTo>
                    <a:pt x="226" y="6"/>
                    <a:pt x="226" y="6"/>
                    <a:pt x="226" y="6"/>
                  </a:cubicBezTo>
                  <a:cubicBezTo>
                    <a:pt x="220" y="7"/>
                    <a:pt x="220" y="7"/>
                    <a:pt x="220" y="7"/>
                  </a:cubicBezTo>
                  <a:cubicBezTo>
                    <a:pt x="215" y="9"/>
                    <a:pt x="215" y="9"/>
                    <a:pt x="215" y="9"/>
                  </a:cubicBezTo>
                  <a:cubicBezTo>
                    <a:pt x="207" y="11"/>
                    <a:pt x="200" y="14"/>
                    <a:pt x="195" y="16"/>
                  </a:cubicBezTo>
                  <a:cubicBezTo>
                    <a:pt x="189" y="17"/>
                    <a:pt x="184" y="19"/>
                    <a:pt x="178" y="21"/>
                  </a:cubicBezTo>
                  <a:cubicBezTo>
                    <a:pt x="167" y="24"/>
                    <a:pt x="156" y="26"/>
                    <a:pt x="145" y="28"/>
                  </a:cubicBezTo>
                  <a:cubicBezTo>
                    <a:pt x="134" y="30"/>
                    <a:pt x="123" y="34"/>
                    <a:pt x="112" y="37"/>
                  </a:cubicBezTo>
                  <a:cubicBezTo>
                    <a:pt x="100" y="40"/>
                    <a:pt x="89" y="42"/>
                    <a:pt x="78" y="45"/>
                  </a:cubicBezTo>
                  <a:cubicBezTo>
                    <a:pt x="67" y="48"/>
                    <a:pt x="56" y="51"/>
                    <a:pt x="45" y="55"/>
                  </a:cubicBezTo>
                  <a:cubicBezTo>
                    <a:pt x="34" y="58"/>
                    <a:pt x="23" y="62"/>
                    <a:pt x="12" y="66"/>
                  </a:cubicBezTo>
                  <a:cubicBezTo>
                    <a:pt x="9" y="67"/>
                    <a:pt x="7" y="69"/>
                    <a:pt x="4" y="70"/>
                  </a:cubicBezTo>
                  <a:cubicBezTo>
                    <a:pt x="2" y="70"/>
                    <a:pt x="2" y="70"/>
                    <a:pt x="2" y="70"/>
                  </a:cubicBezTo>
                  <a:cubicBezTo>
                    <a:pt x="2" y="71"/>
                    <a:pt x="1" y="71"/>
                    <a:pt x="0" y="71"/>
                  </a:cubicBezTo>
                  <a:cubicBezTo>
                    <a:pt x="0" y="72"/>
                    <a:pt x="0" y="73"/>
                    <a:pt x="0" y="74"/>
                  </a:cubicBezTo>
                  <a:cubicBezTo>
                    <a:pt x="0" y="76"/>
                    <a:pt x="2" y="78"/>
                    <a:pt x="3" y="78"/>
                  </a:cubicBezTo>
                  <a:cubicBezTo>
                    <a:pt x="3" y="78"/>
                    <a:pt x="3" y="77"/>
                    <a:pt x="3" y="77"/>
                  </a:cubicBezTo>
                  <a:cubicBezTo>
                    <a:pt x="23" y="72"/>
                    <a:pt x="43" y="66"/>
                    <a:pt x="63" y="63"/>
                  </a:cubicBezTo>
                  <a:cubicBezTo>
                    <a:pt x="69" y="62"/>
                    <a:pt x="74" y="61"/>
                    <a:pt x="79" y="60"/>
                  </a:cubicBezTo>
                  <a:cubicBezTo>
                    <a:pt x="95" y="57"/>
                    <a:pt x="95" y="57"/>
                    <a:pt x="95" y="57"/>
                  </a:cubicBezTo>
                  <a:cubicBezTo>
                    <a:pt x="126" y="51"/>
                    <a:pt x="126" y="51"/>
                    <a:pt x="126" y="51"/>
                  </a:cubicBezTo>
                  <a:cubicBezTo>
                    <a:pt x="137" y="48"/>
                    <a:pt x="148" y="46"/>
                    <a:pt x="158" y="45"/>
                  </a:cubicBezTo>
                  <a:cubicBezTo>
                    <a:pt x="164" y="44"/>
                    <a:pt x="169" y="43"/>
                    <a:pt x="174" y="42"/>
                  </a:cubicBezTo>
                  <a:cubicBezTo>
                    <a:pt x="180" y="41"/>
                    <a:pt x="188" y="40"/>
                    <a:pt x="195" y="39"/>
                  </a:cubicBezTo>
                  <a:cubicBezTo>
                    <a:pt x="200" y="38"/>
                    <a:pt x="205" y="37"/>
                    <a:pt x="210" y="36"/>
                  </a:cubicBezTo>
                  <a:cubicBezTo>
                    <a:pt x="210" y="36"/>
                    <a:pt x="210" y="36"/>
                    <a:pt x="210" y="36"/>
                  </a:cubicBezTo>
                  <a:cubicBezTo>
                    <a:pt x="210" y="36"/>
                    <a:pt x="210" y="36"/>
                    <a:pt x="210" y="36"/>
                  </a:cubicBezTo>
                  <a:cubicBezTo>
                    <a:pt x="210" y="36"/>
                    <a:pt x="210" y="36"/>
                    <a:pt x="210" y="36"/>
                  </a:cubicBezTo>
                  <a:cubicBezTo>
                    <a:pt x="210" y="37"/>
                    <a:pt x="210" y="37"/>
                    <a:pt x="210" y="37"/>
                  </a:cubicBezTo>
                  <a:cubicBezTo>
                    <a:pt x="209" y="37"/>
                    <a:pt x="209" y="37"/>
                    <a:pt x="209" y="37"/>
                  </a:cubicBezTo>
                  <a:cubicBezTo>
                    <a:pt x="209" y="37"/>
                    <a:pt x="209" y="37"/>
                    <a:pt x="209" y="37"/>
                  </a:cubicBezTo>
                  <a:cubicBezTo>
                    <a:pt x="209" y="39"/>
                    <a:pt x="209" y="39"/>
                    <a:pt x="209" y="39"/>
                  </a:cubicBezTo>
                  <a:cubicBezTo>
                    <a:pt x="208" y="43"/>
                    <a:pt x="208" y="43"/>
                    <a:pt x="208" y="43"/>
                  </a:cubicBezTo>
                  <a:cubicBezTo>
                    <a:pt x="206" y="51"/>
                    <a:pt x="206" y="51"/>
                    <a:pt x="206" y="51"/>
                  </a:cubicBezTo>
                  <a:cubicBezTo>
                    <a:pt x="203" y="61"/>
                    <a:pt x="201" y="72"/>
                    <a:pt x="199" y="82"/>
                  </a:cubicBezTo>
                  <a:cubicBezTo>
                    <a:pt x="195" y="99"/>
                    <a:pt x="192" y="115"/>
                    <a:pt x="189" y="132"/>
                  </a:cubicBezTo>
                  <a:cubicBezTo>
                    <a:pt x="182" y="176"/>
                    <a:pt x="182" y="176"/>
                    <a:pt x="182" y="176"/>
                  </a:cubicBezTo>
                  <a:cubicBezTo>
                    <a:pt x="179" y="191"/>
                    <a:pt x="177" y="206"/>
                    <a:pt x="174" y="221"/>
                  </a:cubicBezTo>
                  <a:cubicBezTo>
                    <a:pt x="171" y="243"/>
                    <a:pt x="171" y="243"/>
                    <a:pt x="171" y="243"/>
                  </a:cubicBezTo>
                  <a:cubicBezTo>
                    <a:pt x="169" y="251"/>
                    <a:pt x="167" y="260"/>
                    <a:pt x="168" y="268"/>
                  </a:cubicBezTo>
                  <a:cubicBezTo>
                    <a:pt x="168" y="270"/>
                    <a:pt x="168" y="273"/>
                    <a:pt x="171" y="276"/>
                  </a:cubicBezTo>
                  <a:cubicBezTo>
                    <a:pt x="173" y="277"/>
                    <a:pt x="175" y="279"/>
                    <a:pt x="177" y="280"/>
                  </a:cubicBezTo>
                  <a:cubicBezTo>
                    <a:pt x="179" y="282"/>
                    <a:pt x="181" y="283"/>
                    <a:pt x="184" y="283"/>
                  </a:cubicBezTo>
                  <a:cubicBezTo>
                    <a:pt x="184" y="283"/>
                    <a:pt x="184" y="283"/>
                    <a:pt x="185" y="283"/>
                  </a:cubicBezTo>
                  <a:cubicBezTo>
                    <a:pt x="187" y="283"/>
                    <a:pt x="189" y="282"/>
                    <a:pt x="190" y="281"/>
                  </a:cubicBezTo>
                  <a:cubicBezTo>
                    <a:pt x="193" y="278"/>
                    <a:pt x="194" y="274"/>
                    <a:pt x="195" y="271"/>
                  </a:cubicBezTo>
                  <a:cubicBezTo>
                    <a:pt x="198" y="262"/>
                    <a:pt x="200" y="252"/>
                    <a:pt x="202" y="243"/>
                  </a:cubicBezTo>
                  <a:cubicBezTo>
                    <a:pt x="203" y="238"/>
                    <a:pt x="204" y="233"/>
                    <a:pt x="205" y="229"/>
                  </a:cubicBezTo>
                  <a:cubicBezTo>
                    <a:pt x="208" y="207"/>
                    <a:pt x="208" y="207"/>
                    <a:pt x="208" y="207"/>
                  </a:cubicBezTo>
                  <a:cubicBezTo>
                    <a:pt x="211" y="186"/>
                    <a:pt x="211" y="186"/>
                    <a:pt x="211" y="186"/>
                  </a:cubicBezTo>
                  <a:cubicBezTo>
                    <a:pt x="215" y="164"/>
                    <a:pt x="215" y="164"/>
                    <a:pt x="215" y="164"/>
                  </a:cubicBezTo>
                  <a:cubicBezTo>
                    <a:pt x="217" y="148"/>
                    <a:pt x="221" y="132"/>
                    <a:pt x="224" y="115"/>
                  </a:cubicBezTo>
                  <a:cubicBezTo>
                    <a:pt x="237" y="52"/>
                    <a:pt x="237" y="52"/>
                    <a:pt x="237" y="52"/>
                  </a:cubicBezTo>
                  <a:cubicBezTo>
                    <a:pt x="238" y="45"/>
                    <a:pt x="238" y="45"/>
                    <a:pt x="238" y="45"/>
                  </a:cubicBezTo>
                  <a:cubicBezTo>
                    <a:pt x="240" y="35"/>
                    <a:pt x="240" y="35"/>
                    <a:pt x="240" y="35"/>
                  </a:cubicBezTo>
                  <a:cubicBezTo>
                    <a:pt x="242" y="27"/>
                    <a:pt x="243" y="20"/>
                    <a:pt x="244" y="14"/>
                  </a:cubicBezTo>
                  <a:cubicBezTo>
                    <a:pt x="244" y="10"/>
                    <a:pt x="245" y="6"/>
                    <a:pt x="246" y="2"/>
                  </a:cubicBezTo>
                  <a:cubicBezTo>
                    <a:pt x="246" y="0"/>
                    <a:pt x="246" y="0"/>
                    <a:pt x="246" y="0"/>
                  </a:cubicBezTo>
                  <a:cubicBezTo>
                    <a:pt x="246" y="0"/>
                    <a:pt x="246" y="0"/>
                    <a:pt x="246" y="0"/>
                  </a:cubicBezTo>
                </a:path>
              </a:pathLst>
            </a:custGeom>
            <a:grpFill/>
            <a:ln>
              <a:noFill/>
            </a:ln>
          </p:spPr>
          <p:txBody>
            <a:bodyPr vert="horz" wrap="square" lIns="51435" tIns="25718" rIns="51435" bIns="25718" numCol="1" anchor="t" anchorCtr="0" compatLnSpc="1">
              <a:prstTxWarp prst="textNoShape">
                <a:avLst/>
              </a:prstTxWarp>
            </a:bodyPr>
            <a:lstStyle/>
            <a:p>
              <a:endParaRPr lang="en-GB" sz="760"/>
            </a:p>
          </p:txBody>
        </p:sp>
      </p:grpSp>
      <p:pic>
        <p:nvPicPr>
          <p:cNvPr id="1027" name="Picture 4" descr="csv icon">
            <a:extLst>
              <a:ext uri="{FF2B5EF4-FFF2-40B4-BE49-F238E27FC236}">
                <a16:creationId xmlns:a16="http://schemas.microsoft.com/office/drawing/2014/main" id="{C587EAA2-3940-923B-94C0-6009D1DD8DE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96039" y="2778084"/>
            <a:ext cx="303402" cy="303402"/>
          </a:xfrm>
          <a:prstGeom prst="rect">
            <a:avLst/>
          </a:prstGeom>
          <a:noFill/>
          <a:extLst>
            <a:ext uri="{909E8E84-426E-40DD-AFC4-6F175D3DCCD1}">
              <a14:hiddenFill xmlns:a14="http://schemas.microsoft.com/office/drawing/2010/main">
                <a:solidFill>
                  <a:srgbClr val="FFFFFF"/>
                </a:solidFill>
              </a14:hiddenFill>
            </a:ext>
          </a:extLst>
        </p:spPr>
      </p:pic>
      <p:sp>
        <p:nvSpPr>
          <p:cNvPr id="1028" name="TextBox 1027"/>
          <p:cNvSpPr txBox="1"/>
          <p:nvPr/>
        </p:nvSpPr>
        <p:spPr>
          <a:xfrm>
            <a:off x="2414569" y="3871395"/>
            <a:ext cx="1642491" cy="899976"/>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Lee yayo</a:t>
            </a:r>
            <a:endParaRPr lang="vi-VN">
              <a:latin typeface="Times New Roman" pitchFamily="18" charset="0"/>
              <a:ea typeface="Times New Roman" pitchFamily="18" charset="0"/>
              <a:cs typeface="Times New Roman" pitchFamily="18" charset="0"/>
            </a:endParaRPr>
          </a:p>
        </p:txBody>
      </p:sp>
      <p:sp>
        <p:nvSpPr>
          <p:cNvPr id="1029" name="TextBox 1028"/>
          <p:cNvSpPr txBox="1"/>
          <p:nvPr/>
        </p:nvSpPr>
        <p:spPr>
          <a:xfrm>
            <a:off x="3106144" y="4947454"/>
            <a:ext cx="249735" cy="121871"/>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bên trên</a:t>
            </a:r>
            <a:endParaRPr lang="vi-VN">
              <a:latin typeface="Times New Roman" pitchFamily="18" charset="0"/>
              <a:ea typeface="Times New Roman" pitchFamily="18" charset="0"/>
              <a:cs typeface="Times New Roman" pitchFamily="18" charset="0"/>
            </a:endParaRPr>
          </a:p>
        </p:txBody>
      </p:sp>
      <p:sp>
        <p:nvSpPr>
          <p:cNvPr id="1030" name="TextBox 1029"/>
          <p:cNvSpPr txBox="1"/>
          <p:nvPr/>
        </p:nvSpPr>
        <p:spPr>
          <a:xfrm>
            <a:off x="3527683" y="6616525"/>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Áo thun</a:t>
            </a:r>
            <a:endParaRPr lang="vi-VN">
              <a:latin typeface="Times New Roman" pitchFamily="18" charset="0"/>
              <a:ea typeface="Times New Roman" pitchFamily="18" charset="0"/>
              <a:cs typeface="Times New Roman" pitchFamily="18" charset="0"/>
            </a:endParaRPr>
          </a:p>
        </p:txBody>
      </p:sp>
      <p:sp>
        <p:nvSpPr>
          <p:cNvPr id="1031" name="TextBox 1030"/>
          <p:cNvSpPr txBox="1"/>
          <p:nvPr/>
        </p:nvSpPr>
        <p:spPr>
          <a:xfrm>
            <a:off x="12168626" y="3252986"/>
            <a:ext cx="2643254"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Cài đặt môi trường hiển thị màn hình Đánh giá lựa chọn ban đầu</a:t>
            </a:r>
            <a:endParaRPr lang="vi-VN">
              <a:latin typeface="Times New Roman" pitchFamily="18" charset="0"/>
              <a:ea typeface="Times New Roman" pitchFamily="18" charset="0"/>
              <a:cs typeface="Times New Roman" pitchFamily="18" charset="0"/>
            </a:endParaRPr>
          </a:p>
        </p:txBody>
      </p:sp>
      <p:sp>
        <p:nvSpPr>
          <p:cNvPr id="1032" name="TextBox 1031"/>
          <p:cNvSpPr txBox="1"/>
          <p:nvPr/>
        </p:nvSpPr>
        <p:spPr>
          <a:xfrm>
            <a:off x="12246945" y="3252986"/>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bộ sưu tập</a:t>
            </a:r>
            <a:endParaRPr lang="vi-VN">
              <a:latin typeface="Times New Roman" pitchFamily="18" charset="0"/>
              <a:ea typeface="Times New Roman" pitchFamily="18" charset="0"/>
              <a:cs typeface="Times New Roman" pitchFamily="18" charset="0"/>
            </a:endParaRPr>
          </a:p>
        </p:txBody>
      </p:sp>
      <p:sp>
        <p:nvSpPr>
          <p:cNvPr id="1033" name="TextBox 1032"/>
          <p:cNvSpPr txBox="1"/>
          <p:nvPr/>
        </p:nvSpPr>
        <p:spPr>
          <a:xfrm>
            <a:off x="4220830" y="1837166"/>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phút</a:t>
            </a:r>
            <a:endParaRPr lang="vi-VN">
              <a:latin typeface="Times New Roman" pitchFamily="18" charset="0"/>
              <a:ea typeface="Times New Roman" pitchFamily="18" charset="0"/>
              <a:cs typeface="Times New Roman" pitchFamily="18" charset="0"/>
            </a:endParaRPr>
          </a:p>
        </p:txBody>
      </p:sp>
      <p:sp>
        <p:nvSpPr>
          <p:cNvPr id="1034" name="TextBox 1033"/>
          <p:cNvSpPr txBox="1"/>
          <p:nvPr/>
        </p:nvSpPr>
        <p:spPr>
          <a:xfrm>
            <a:off x="4756865" y="1837166"/>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phút</a:t>
            </a:r>
            <a:endParaRPr lang="vi-VN">
              <a:latin typeface="Times New Roman" pitchFamily="18" charset="0"/>
              <a:ea typeface="Times New Roman" pitchFamily="18" charset="0"/>
              <a:cs typeface="Times New Roman" pitchFamily="18" charset="0"/>
            </a:endParaRPr>
          </a:p>
        </p:txBody>
      </p:sp>
      <p:sp>
        <p:nvSpPr>
          <p:cNvPr id="1035" name="TextBox 1034"/>
          <p:cNvSpPr txBox="1"/>
          <p:nvPr/>
        </p:nvSpPr>
        <p:spPr>
          <a:xfrm>
            <a:off x="5292900" y="1837166"/>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phút</a:t>
            </a:r>
            <a:endParaRPr lang="vi-VN">
              <a:latin typeface="Times New Roman" pitchFamily="18" charset="0"/>
              <a:ea typeface="Times New Roman" pitchFamily="18" charset="0"/>
              <a:cs typeface="Times New Roman" pitchFamily="18" charset="0"/>
            </a:endParaRPr>
          </a:p>
        </p:txBody>
      </p:sp>
      <p:sp>
        <p:nvSpPr>
          <p:cNvPr id="1036" name="TextBox 1035"/>
          <p:cNvSpPr txBox="1"/>
          <p:nvPr/>
        </p:nvSpPr>
        <p:spPr>
          <a:xfrm>
            <a:off x="4181925" y="1841488"/>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Phường</a:t>
            </a:r>
            <a:endParaRPr lang="vi-VN">
              <a:latin typeface="Times New Roman" pitchFamily="18" charset="0"/>
              <a:ea typeface="Times New Roman" pitchFamily="18" charset="0"/>
              <a:cs typeface="Times New Roman" pitchFamily="18" charset="0"/>
            </a:endParaRPr>
          </a:p>
        </p:txBody>
      </p:sp>
      <p:sp>
        <p:nvSpPr>
          <p:cNvPr id="1037" name="TextBox 1036"/>
          <p:cNvSpPr txBox="1"/>
          <p:nvPr/>
        </p:nvSpPr>
        <p:spPr>
          <a:xfrm>
            <a:off x="4717960" y="1841488"/>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Phường</a:t>
            </a:r>
            <a:endParaRPr lang="vi-VN">
              <a:latin typeface="Times New Roman" pitchFamily="18" charset="0"/>
              <a:ea typeface="Times New Roman" pitchFamily="18" charset="0"/>
              <a:cs typeface="Times New Roman" pitchFamily="18" charset="0"/>
            </a:endParaRPr>
          </a:p>
        </p:txBody>
      </p:sp>
      <p:sp>
        <p:nvSpPr>
          <p:cNvPr id="1038" name="TextBox 1037"/>
          <p:cNvSpPr txBox="1"/>
          <p:nvPr/>
        </p:nvSpPr>
        <p:spPr>
          <a:xfrm>
            <a:off x="5253995" y="1841488"/>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Phường</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281576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39456-0BFA-8B57-2D0F-24295F68ED33}"/>
            </a:ext>
          </a:extLst>
        </p:cNvPr>
        <p:cNvGrpSpPr/>
        <p:nvPr/>
      </p:nvGrpSpPr>
      <p:grpSpPr>
        <a:xfrm>
          <a:off x="0" y="0"/>
          <a:ext cx="0" cy="0"/>
          <a:chOff x="0" y="0"/>
          <a:chExt cx="0" cy="0"/>
        </a:xfrm>
      </p:grpSpPr>
      <p:sp>
        <p:nvSpPr>
          <p:cNvPr id="21" name="スライド番号プレースホルダー 1">
            <a:extLst>
              <a:ext uri="{FF2B5EF4-FFF2-40B4-BE49-F238E27FC236}">
                <a16:creationId xmlns:a16="http://schemas.microsoft.com/office/drawing/2014/main" id="{745FFA27-8225-1461-9D27-1557065715BB}"/>
              </a:ext>
            </a:extLst>
          </p:cNvPr>
          <p:cNvSpPr txBox="1">
            <a:spLocks/>
          </p:cNvSpPr>
          <p:nvPr/>
        </p:nvSpPr>
        <p:spPr>
          <a:xfrm>
            <a:off x="7530413" y="4665373"/>
            <a:ext cx="1236216" cy="281231"/>
          </a:xfrm>
          <a:prstGeom prst="rect">
            <a:avLst/>
          </a:prstGeom>
        </p:spPr>
        <p:txBody>
          <a:bodyPr wrap="square"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lang="vi-VN">
                <a:latin typeface="Times New Roman" pitchFamily="18" charset="0"/>
                <a:ea typeface="Times New Roman" pitchFamily="18" charset="0"/>
                <a:cs typeface="Times New Roman" pitchFamily="18" charset="0"/>
              </a:defRPr>
            </a:pPr>
            <a:fld id="{BBCAF52D-4F9C-4C98-97E5-368871F90D31}" type="slidenum">
              <a:rPr kumimoji="1" lang="ja-JP" altLang="en-US" smtClean="0"/>
              <a:pPr algn="r"/>
              <a:t>5</a:t>
            </a:fld>
            <a:endParaRPr kumimoji="1" lang="vi-VN" altLang="en-US" dirty="0">
              <a:latin typeface="Times New Roman" pitchFamily="18" charset="0"/>
              <a:ea typeface="Times New Roman" pitchFamily="18" charset="0"/>
              <a:cs typeface="Times New Roman" pitchFamily="18" charset="0"/>
            </a:endParaRPr>
          </a:p>
        </p:txBody>
      </p:sp>
      <p:sp>
        <p:nvSpPr>
          <p:cNvPr id="3" name="正方形/長方形 2">
            <a:extLst>
              <a:ext uri="{FF2B5EF4-FFF2-40B4-BE49-F238E27FC236}">
                <a16:creationId xmlns:a16="http://schemas.microsoft.com/office/drawing/2014/main" id="{26B610B1-DD16-AA05-5744-17553FE77514}"/>
              </a:ext>
            </a:extLst>
          </p:cNvPr>
          <p:cNvSpPr/>
          <p:nvPr/>
        </p:nvSpPr>
        <p:spPr>
          <a:xfrm>
            <a:off x="0" y="1970356"/>
            <a:ext cx="9144000" cy="1202788"/>
          </a:xfrm>
          <a:prstGeom prst="rect">
            <a:avLst/>
          </a:prstGeom>
          <a:solidFill>
            <a:schemeClr val="accent4">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920" b="1" dirty="0">
                <a:latin typeface="Times New Roman" pitchFamily="18" charset="0"/>
                <a:ea typeface="Times New Roman" pitchFamily="18" charset="0"/>
                <a:cs typeface="Times New Roman" pitchFamily="18" charset="0"/>
              </a:rPr>
              <a:t>Về quy trình bảo hành</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1800356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2788017-7124-4C3F-8BA8-62C8305BFF8C}"/>
              </a:ext>
            </a:extLst>
          </p:cNvPr>
          <p:cNvSpPr>
            <a:spLocks noGrp="1"/>
          </p:cNvSpPr>
          <p:nvPr>
            <p:ph type="sldNum" sz="quarter" idx="12"/>
          </p:nvPr>
        </p:nvSpPr>
        <p:spPr/>
        <p:txBody>
          <a:bodyPr wrap="square" lIns="27432" rIns="27432" tIns="18288" bIns="18288">
            <a:normAutofit/>
          </a:bodyPr>
          <a:lstStyle/>
          <a:p>
            <a:pPr>
              <a:defRPr lang="vi-VN">
                <a:latin typeface="Times New Roman" pitchFamily="18" charset="0"/>
                <a:ea typeface="Times New Roman" pitchFamily="18" charset="0"/>
                <a:cs typeface="Times New Roman" pitchFamily="18" charset="0"/>
              </a:defRPr>
            </a:pPr>
            <a:fld id="{BBCAF52D-4F9C-4C98-97E5-368871F90D31}" type="slidenum">
              <a:rPr kumimoji="1" lang="ja-JP" altLang="en-US" smtClean="0"/>
              <a:t>6</a:t>
            </a:fld>
            <a:endParaRPr kumimoji="1" lang="vi-VN" altLang="en-US" dirty="0">
              <a:latin typeface="Times New Roman" pitchFamily="18" charset="0"/>
              <a:ea typeface="Times New Roman" pitchFamily="18" charset="0"/>
              <a:cs typeface="Times New Roman" pitchFamily="18" charset="0"/>
            </a:endParaRPr>
          </a:p>
        </p:txBody>
      </p:sp>
      <p:graphicFrame>
        <p:nvGraphicFramePr>
          <p:cNvPr id="5" name="表 4">
            <a:extLst>
              <a:ext uri="{FF2B5EF4-FFF2-40B4-BE49-F238E27FC236}">
                <a16:creationId xmlns:a16="http://schemas.microsoft.com/office/drawing/2014/main" id="{166CD775-E3FC-C858-178B-CA39B59C7589}"/>
              </a:ext>
            </a:extLst>
          </p:cNvPr>
          <p:cNvGraphicFramePr>
            <a:graphicFrameLocks noGrp="1"/>
          </p:cNvGraphicFramePr>
          <p:nvPr>
            <p:extLst>
              <p:ext uri="{D42A27DB-BD31-4B8C-83A1-F6EECF244321}">
                <p14:modId xmlns:p14="http://schemas.microsoft.com/office/powerpoint/2010/main" val="1892456182"/>
              </p:ext>
            </p:extLst>
          </p:nvPr>
        </p:nvGraphicFramePr>
        <p:xfrm>
          <a:off x="2133945" y="3439312"/>
          <a:ext cx="4876110" cy="741746"/>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880110">
                  <a:extLst>
                    <a:ext uri="{9D8B030D-6E8A-4147-A177-3AD203B41FA5}">
                      <a16:colId xmlns:a16="http://schemas.microsoft.com/office/drawing/2014/main" val="3598851475"/>
                    </a:ext>
                  </a:extLst>
                </a:gridCol>
                <a:gridCol w="1998000">
                  <a:extLst>
                    <a:ext uri="{9D8B030D-6E8A-4147-A177-3AD203B41FA5}">
                      <a16:colId xmlns:a16="http://schemas.microsoft.com/office/drawing/2014/main" val="4241467739"/>
                    </a:ext>
                  </a:extLst>
                </a:gridCol>
                <a:gridCol w="1998000">
                  <a:extLst>
                    <a:ext uri="{9D8B030D-6E8A-4147-A177-3AD203B41FA5}">
                      <a16:colId xmlns:a16="http://schemas.microsoft.com/office/drawing/2014/main" val="2651168314"/>
                    </a:ext>
                  </a:extLst>
                </a:gridCol>
              </a:tblGrid>
              <a:tr h="324000">
                <a:tc>
                  <a:txBody>
                    <a:bodyP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120" b="1" dirty="0">
                          <a:latin typeface="Times New Roman" pitchFamily="18" charset="0"/>
                          <a:ea typeface="Times New Roman" pitchFamily="18" charset="0"/>
                          <a:cs typeface="Times New Roman" pitchFamily="18" charset="0"/>
                        </a:rPr>
                        <a:t>Người mẫu</a:t>
                      </a:r>
                      <a:endParaRPr lang="vi-VN">
                        <a:latin typeface="Times New Roman" pitchFamily="18" charset="0"/>
                        <a:ea typeface="Times New Roman" pitchFamily="18" charset="0"/>
                        <a:cs typeface="Times New Roman" pitchFamily="18" charset="0"/>
                      </a:endParaRPr>
                    </a:p>
                  </a:txBody>
                  <a:tcPr marL="68580" marR="68580" marT="34290" marB="34290" anchor="ctr"/>
                </a:tc>
                <a:tc>
                  <a:txBody>
                    <a:bodyPr wrap="square" lIns="27432" rIns="27432" tIns="18288" bIns="18288">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kumimoji="1" lang="vi-VN" altLang="en-US" sz="1120" dirty="0">
                          <a:latin typeface="Times New Roman" pitchFamily="18" charset="0"/>
                          <a:ea typeface="Times New Roman" pitchFamily="18" charset="0"/>
                          <a:cs typeface="Times New Roman" pitchFamily="18" charset="0"/>
                        </a:rPr>
                        <a:t>Model hiện tại -Mercury 4-</a:t>
                      </a:r>
                      <a:r>
                        <a:rPr kumimoji="1" lang="vi-VN" altLang="ja-JP" sz="1120" dirty="0">
                          <a:latin typeface="Times New Roman" pitchFamily="18" charset="0"/>
                          <a:ea typeface="Times New Roman" pitchFamily="18" charset="0"/>
                          <a:cs typeface="Times New Roman" pitchFamily="18" charset="0"/>
                        </a:rPr>
                        <a:t/>
                      </a:r>
                      <a:endParaRPr kumimoji="1" lang="vi-VN" altLang="en-US" sz="1400" dirty="0">
                        <a:latin typeface="Times New Roman" pitchFamily="18" charset="0"/>
                        <a:ea typeface="Times New Roman" pitchFamily="18" charset="0"/>
                        <a:cs typeface="Times New Roman" pitchFamily="18" charset="0"/>
                      </a:endParaRPr>
                    </a:p>
                  </a:txBody>
                  <a:tcPr marL="68580" marR="68580" marT="34290" marB="34290" anchor="ctr"/>
                </a:tc>
                <a:tc>
                  <a:txBody>
                    <a:bodyP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400" dirty="0">
                          <a:solidFill>
                            <a:srgbClr val="FFFF00"/>
                          </a:solidFill>
                          <a:latin typeface="Times New Roman" pitchFamily="18" charset="0"/>
                          <a:ea typeface="Times New Roman" pitchFamily="18" charset="0"/>
                          <a:cs typeface="Times New Roman" pitchFamily="18" charset="0"/>
                        </a:rPr>
                        <a:t>Mẫu mới -Athena-</a:t>
                      </a:r>
                      <a:r>
                        <a:rPr kumimoji="1" lang="vi-VN" altLang="ja-JP" sz="1400" dirty="0">
                          <a:solidFill>
                            <a:srgbClr val="FFFF00"/>
                          </a:solidFill>
                          <a:latin typeface="Times New Roman" pitchFamily="18" charset="0"/>
                          <a:ea typeface="Times New Roman" pitchFamily="18" charset="0"/>
                          <a:cs typeface="Times New Roman" pitchFamily="18" charset="0"/>
                        </a:rPr>
                        <a:t/>
                      </a:r>
                      <a:endParaRPr kumimoji="1" lang="vi-VN" altLang="en-US" sz="1400" dirty="0">
                        <a:solidFill>
                          <a:srgbClr val="FFFF00"/>
                        </a:solidFill>
                        <a:latin typeface="Times New Roman" pitchFamily="18" charset="0"/>
                        <a:ea typeface="Times New Roman" pitchFamily="18" charset="0"/>
                        <a:cs typeface="Times New Roman" pitchFamily="18" charset="0"/>
                      </a:endParaRPr>
                    </a:p>
                  </a:txBody>
                  <a:tcPr marL="68580" marR="68580" marT="34290" marB="34290" anchor="ctr"/>
                </a:tc>
                <a:extLst>
                  <a:ext uri="{0D108BD9-81ED-4DB2-BD59-A6C34878D82A}">
                    <a16:rowId xmlns:a16="http://schemas.microsoft.com/office/drawing/2014/main" val="2575202623"/>
                  </a:ext>
                </a:extLst>
              </a:tr>
              <a:tr h="417746">
                <a:tc>
                  <a:txBody>
                    <a:bodyP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120" b="1" dirty="0">
                          <a:latin typeface="Times New Roman" pitchFamily="18" charset="0"/>
                          <a:ea typeface="Times New Roman" pitchFamily="18" charset="0"/>
                          <a:cs typeface="Times New Roman" pitchFamily="18" charset="0"/>
                        </a:rPr>
                        <a:t>Số lượng công nhân</a:t>
                      </a:r>
                      <a:endParaRPr kumimoji="1" lang="vi-VN" altLang="ja-JP" sz="1400" b="1" dirty="0">
                        <a:latin typeface="Times New Roman" pitchFamily="18" charset="0"/>
                        <a:ea typeface="Times New Roman" pitchFamily="18" charset="0"/>
                        <a:cs typeface="Times New Roman" pitchFamily="18" charset="0"/>
                      </a:endParaRPr>
                    </a:p>
                  </a:txBody>
                  <a:tcPr marL="68580" marR="68580" marT="34290" marB="34290" anchor="ctr"/>
                </a:tc>
                <a:tc>
                  <a:txBody>
                    <a:bodyP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120" dirty="0">
                          <a:latin typeface="Times New Roman" pitchFamily="18" charset="0"/>
                          <a:ea typeface="Times New Roman" pitchFamily="18" charset="0"/>
                          <a:cs typeface="Times New Roman" pitchFamily="18" charset="0"/>
                        </a:rPr>
                        <a:t>16 người</a:t>
                      </a:r>
                      <a:r>
                        <a:rPr kumimoji="1" lang="vi-VN" altLang="en-US" sz="1120" dirty="0">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a:txBody>
                  <a:tcPr marL="68580" marR="68580" marT="34290" marB="34290" anchor="ctr"/>
                </a:tc>
                <a:tc>
                  <a:txBody>
                    <a:bodyP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120" b="1" dirty="0">
                          <a:solidFill>
                            <a:srgbClr val="FF0000"/>
                          </a:solidFill>
                          <a:latin typeface="Times New Roman" pitchFamily="18" charset="0"/>
                          <a:ea typeface="Times New Roman" pitchFamily="18" charset="0"/>
                          <a:cs typeface="Times New Roman" pitchFamily="18" charset="0"/>
                        </a:rPr>
                        <a:t>8 người</a:t>
                      </a:r>
                      <a:r>
                        <a:rPr kumimoji="1" lang="vi-VN" altLang="en-US" sz="1120" b="1" dirty="0">
                          <a:solidFill>
                            <a:srgbClr val="FF0000"/>
                          </a:solidFill>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a:txBody>
                  <a:tcPr marL="68580" marR="68580" marT="34290" marB="34290" anchor="ctr"/>
                </a:tc>
                <a:extLst>
                  <a:ext uri="{0D108BD9-81ED-4DB2-BD59-A6C34878D82A}">
                    <a16:rowId xmlns:a16="http://schemas.microsoft.com/office/drawing/2014/main" val="768806072"/>
                  </a:ext>
                </a:extLst>
              </a:tr>
            </a:tbl>
          </a:graphicData>
        </a:graphic>
      </p:graphicFrame>
      <p:sp>
        <p:nvSpPr>
          <p:cNvPr id="38" name="テキスト ボックス 37">
            <a:extLst>
              <a:ext uri="{FF2B5EF4-FFF2-40B4-BE49-F238E27FC236}">
                <a16:creationId xmlns:a16="http://schemas.microsoft.com/office/drawing/2014/main" id="{9568F0B4-8C85-F2C4-A2EE-D850CCE8C7BF}"/>
              </a:ext>
            </a:extLst>
          </p:cNvPr>
          <p:cNvSpPr txBox="1"/>
          <p:nvPr/>
        </p:nvSpPr>
        <p:spPr>
          <a:xfrm>
            <a:off x="377371" y="4270449"/>
            <a:ext cx="8389258" cy="338554"/>
          </a:xfrm>
          <a:prstGeom prst="rect">
            <a:avLst/>
          </a:prstGeom>
          <a:noFill/>
        </p:spPr>
        <p:txBody>
          <a:bodyPr wrap="square" rtlCol="0"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280" dirty="0">
                <a:latin typeface="Times New Roman" pitchFamily="18" charset="0"/>
                <a:ea typeface="Times New Roman" pitchFamily="18" charset="0"/>
                <a:cs typeface="Times New Roman" pitchFamily="18" charset="0"/>
              </a:rPr>
              <a:t>Hướng tới tăng gấp đôi năng suất bằng cách tự động hóa quy trình làm việc và giảm một nửa số lượng công nhân</a:t>
            </a:r>
            <a:r>
              <a:rPr kumimoji="1" lang="vi-VN" altLang="en-US" sz="1280" b="1" dirty="0">
                <a:solidFill>
                  <a:schemeClr val="accent4"/>
                </a:solidFill>
                <a:latin typeface="Times New Roman" pitchFamily="18" charset="0"/>
                <a:ea typeface="Times New Roman" pitchFamily="18" charset="0"/>
                <a:cs typeface="Times New Roman" pitchFamily="18" charset="0"/>
              </a:rPr>
              <a:t/>
            </a:r>
            <a:endParaRPr kumimoji="1" lang="vi-VN" altLang="ja-JP" sz="1600" b="1" u="sng" dirty="0">
              <a:solidFill>
                <a:schemeClr val="accent4"/>
              </a:solidFill>
              <a:latin typeface="Times New Roman" pitchFamily="18" charset="0"/>
              <a:ea typeface="Times New Roman" pitchFamily="18" charset="0"/>
              <a:cs typeface="Times New Roman" pitchFamily="18" charset="0"/>
            </a:endParaRPr>
          </a:p>
        </p:txBody>
      </p:sp>
      <p:sp>
        <p:nvSpPr>
          <p:cNvPr id="6" name="正方形/長方形 5">
            <a:extLst>
              <a:ext uri="{FF2B5EF4-FFF2-40B4-BE49-F238E27FC236}">
                <a16:creationId xmlns:a16="http://schemas.microsoft.com/office/drawing/2014/main" id="{C622CE99-C91C-B22A-B853-0033D6BE58D0}"/>
              </a:ext>
            </a:extLst>
          </p:cNvPr>
          <p:cNvSpPr/>
          <p:nvPr/>
        </p:nvSpPr>
        <p:spPr>
          <a:xfrm>
            <a:off x="1961533" y="140960"/>
            <a:ext cx="5220934" cy="39115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b="1" dirty="0">
                <a:solidFill>
                  <a:schemeClr val="tx1"/>
                </a:solidFill>
                <a:latin typeface="Times New Roman" pitchFamily="18" charset="0"/>
                <a:ea typeface="Times New Roman" pitchFamily="18" charset="0"/>
                <a:cs typeface="Times New Roman" pitchFamily="18" charset="0"/>
              </a:rPr>
              <a:t>Thông tin cơ bản -Giới thiệu về chính sách của bộ phận-</a:t>
            </a:r>
            <a:r>
              <a:rPr kumimoji="1" lang="vi-VN" altLang="ja-JP" b="1" dirty="0">
                <a:solidFill>
                  <a:schemeClr val="tx1"/>
                </a:solidFill>
                <a:latin typeface="Times New Roman" pitchFamily="18" charset="0"/>
                <a:ea typeface="Times New Roman" pitchFamily="18" charset="0"/>
                <a:cs typeface="Times New Roman" pitchFamily="18" charset="0"/>
              </a:rPr>
              <a:t/>
            </a:r>
            <a:r>
              <a:rPr kumimoji="1" lang="vi-VN" altLang="en-US" b="1" dirty="0">
                <a:solidFill>
                  <a:schemeClr val="tx1"/>
                </a:solidFill>
                <a:latin typeface="Times New Roman" pitchFamily="18" charset="0"/>
                <a:ea typeface="Times New Roman" pitchFamily="18" charset="0"/>
                <a:cs typeface="Times New Roman" pitchFamily="18" charset="0"/>
              </a:rPr>
              <a:t/>
            </a:r>
            <a:r>
              <a:rPr kumimoji="1" lang="vi-VN" altLang="ja-JP" b="1" dirty="0">
                <a:solidFill>
                  <a:schemeClr val="tx1"/>
                </a:solidFill>
                <a:latin typeface="Times New Roman" pitchFamily="18" charset="0"/>
                <a:ea typeface="Times New Roman" pitchFamily="18" charset="0"/>
                <a:cs typeface="Times New Roman" pitchFamily="18" charset="0"/>
              </a:rPr>
              <a:t/>
            </a:r>
            <a:endParaRPr kumimoji="1" lang="vi-VN" altLang="en-US" b="1" dirty="0">
              <a:solidFill>
                <a:schemeClr val="tx1"/>
              </a:solidFill>
              <a:latin typeface="Times New Roman" pitchFamily="18" charset="0"/>
              <a:ea typeface="Times New Roman" pitchFamily="18" charset="0"/>
              <a:cs typeface="Times New Roman" pitchFamily="18" charset="0"/>
            </a:endParaRPr>
          </a:p>
        </p:txBody>
      </p:sp>
      <p:grpSp>
        <p:nvGrpSpPr>
          <p:cNvPr id="7" name="グループ化 6">
            <a:extLst>
              <a:ext uri="{FF2B5EF4-FFF2-40B4-BE49-F238E27FC236}">
                <a16:creationId xmlns:a16="http://schemas.microsoft.com/office/drawing/2014/main" id="{CD508BD2-8959-78A2-36F1-EB3613C51850}"/>
              </a:ext>
            </a:extLst>
          </p:cNvPr>
          <p:cNvGrpSpPr/>
          <p:nvPr/>
        </p:nvGrpSpPr>
        <p:grpSpPr>
          <a:xfrm>
            <a:off x="1777101" y="686820"/>
            <a:ext cx="5753312" cy="976002"/>
            <a:chOff x="903122" y="1359888"/>
            <a:chExt cx="2376000" cy="2376000"/>
          </a:xfrm>
        </p:grpSpPr>
        <p:sp>
          <p:nvSpPr>
            <p:cNvPr id="8" name="楕円 7">
              <a:extLst>
                <a:ext uri="{FF2B5EF4-FFF2-40B4-BE49-F238E27FC236}">
                  <a16:creationId xmlns:a16="http://schemas.microsoft.com/office/drawing/2014/main" id="{E143E577-7CAB-092F-4F70-FBA772260AF9}"/>
                </a:ext>
              </a:extLst>
            </p:cNvPr>
            <p:cNvSpPr>
              <a:spLocks noChangeAspect="1"/>
            </p:cNvSpPr>
            <p:nvPr/>
          </p:nvSpPr>
          <p:spPr>
            <a:xfrm>
              <a:off x="903122" y="1359888"/>
              <a:ext cx="2376000" cy="2376000"/>
            </a:xfrm>
            <a:prstGeom prst="ellipse">
              <a:avLst/>
            </a:prstGeom>
            <a:solidFill>
              <a:schemeClr val="accent1">
                <a:lumMod val="20000"/>
                <a:lumOff val="80000"/>
              </a:schemeClr>
            </a:solidFill>
            <a:ln>
              <a:solidFill>
                <a:schemeClr val="bg1"/>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楕円 8">
              <a:extLst>
                <a:ext uri="{FF2B5EF4-FFF2-40B4-BE49-F238E27FC236}">
                  <a16:creationId xmlns:a16="http://schemas.microsoft.com/office/drawing/2014/main" id="{D78FA87B-0BB1-737D-A1F8-BFBDEAF914C0}"/>
                </a:ext>
              </a:extLst>
            </p:cNvPr>
            <p:cNvSpPr>
              <a:spLocks noChangeAspect="1"/>
            </p:cNvSpPr>
            <p:nvPr/>
          </p:nvSpPr>
          <p:spPr>
            <a:xfrm>
              <a:off x="1102171" y="1558937"/>
              <a:ext cx="1977902" cy="1977902"/>
            </a:xfrm>
            <a:prstGeom prst="ellipse">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楕円 14">
              <a:extLst>
                <a:ext uri="{FF2B5EF4-FFF2-40B4-BE49-F238E27FC236}">
                  <a16:creationId xmlns:a16="http://schemas.microsoft.com/office/drawing/2014/main" id="{449F97CE-E67F-E993-E6D3-F9F35807A7E3}"/>
                </a:ext>
              </a:extLst>
            </p:cNvPr>
            <p:cNvSpPr>
              <a:spLocks noChangeAspect="1"/>
            </p:cNvSpPr>
            <p:nvPr/>
          </p:nvSpPr>
          <p:spPr>
            <a:xfrm>
              <a:off x="1314090" y="1770855"/>
              <a:ext cx="1554065" cy="1554066"/>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16" name="正方形/長方形 15">
            <a:extLst>
              <a:ext uri="{FF2B5EF4-FFF2-40B4-BE49-F238E27FC236}">
                <a16:creationId xmlns:a16="http://schemas.microsoft.com/office/drawing/2014/main" id="{F0488288-0CC0-7054-4073-C25890898C30}"/>
              </a:ext>
            </a:extLst>
          </p:cNvPr>
          <p:cNvSpPr/>
          <p:nvPr/>
        </p:nvSpPr>
        <p:spPr>
          <a:xfrm>
            <a:off x="2394670" y="787780"/>
            <a:ext cx="4482348" cy="7441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600" b="1" dirty="0">
                <a:effectLst>
                  <a:outerShdw blurRad="38100" dist="38100" dir="2700000" algn="tl">
                    <a:srgbClr val="000000">
                      <a:alpha val="43137"/>
                    </a:srgbClr>
                  </a:outerShdw>
                </a:effectLst>
                <a:latin typeface="Times New Roman" pitchFamily="18" charset="0"/>
                <a:ea typeface="Times New Roman" pitchFamily="18" charset="0"/>
                <a:cs typeface="Times New Roman" pitchFamily="18" charset="0"/>
              </a:rPr>
              <a:t>Hiện thực hóa nhà máy thông minh</a:t>
            </a:r>
            <a:endParaRPr lang="vi-VN">
              <a:latin typeface="Times New Roman" pitchFamily="18" charset="0"/>
              <a:ea typeface="Times New Roman" pitchFamily="18" charset="0"/>
              <a:cs typeface="Times New Roman" pitchFamily="18" charset="0"/>
            </a:endParaRPr>
          </a:p>
        </p:txBody>
      </p:sp>
      <p:sp>
        <p:nvSpPr>
          <p:cNvPr id="18" name="フリーフォーム 32">
            <a:extLst>
              <a:ext uri="{FF2B5EF4-FFF2-40B4-BE49-F238E27FC236}">
                <a16:creationId xmlns:a16="http://schemas.microsoft.com/office/drawing/2014/main" id="{32E33B15-D0F7-141F-56C3-51A2A9EEAE22}"/>
              </a:ext>
            </a:extLst>
          </p:cNvPr>
          <p:cNvSpPr/>
          <p:nvPr/>
        </p:nvSpPr>
        <p:spPr>
          <a:xfrm>
            <a:off x="2066288" y="2452256"/>
            <a:ext cx="2392284" cy="817301"/>
          </a:xfrm>
          <a:custGeom>
            <a:avLst/>
            <a:gdLst>
              <a:gd name="connsiteX0" fmla="*/ 0 w 2017233"/>
              <a:gd name="connsiteY0" fmla="*/ 0 h 823500"/>
              <a:gd name="connsiteX1" fmla="*/ 2017233 w 2017233"/>
              <a:gd name="connsiteY1" fmla="*/ 0 h 823500"/>
              <a:gd name="connsiteX2" fmla="*/ 2017233 w 2017233"/>
              <a:gd name="connsiteY2" fmla="*/ 823500 h 823500"/>
              <a:gd name="connsiteX3" fmla="*/ 0 w 2017233"/>
              <a:gd name="connsiteY3" fmla="*/ 823500 h 823500"/>
              <a:gd name="connsiteX4" fmla="*/ 0 w 2017233"/>
              <a:gd name="connsiteY4" fmla="*/ 0 h 82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7233" h="823500">
                <a:moveTo>
                  <a:pt x="0" y="0"/>
                </a:moveTo>
                <a:lnTo>
                  <a:pt x="2017233" y="0"/>
                </a:lnTo>
                <a:lnTo>
                  <a:pt x="2017233" y="823500"/>
                </a:lnTo>
                <a:lnTo>
                  <a:pt x="0" y="823500"/>
                </a:lnTo>
                <a:lnTo>
                  <a:pt x="0" y="0"/>
                </a:lnTo>
                <a:close/>
              </a:path>
            </a:pathLst>
          </a:custGeom>
          <a:solidFill>
            <a:schemeClr val="accent4">
              <a:lumMod val="20000"/>
              <a:lumOff val="80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0010" tIns="80010" rIns="106680" bIns="120015" numCol="1" spcCol="1270" anchor="t" anchorCtr="0">
            <a:noAutofit/>
          </a:bodyPr>
          <a:lstStyle/>
          <a:p>
            <a:pPr marL="0" lvl="1" algn="l" defTabSz="666750">
              <a:lnSpc>
                <a:spcPct val="90000"/>
              </a:lnSpc>
              <a:spcBef>
                <a:spcPct val="0"/>
              </a:spcBef>
              <a:spcAft>
                <a:spcPct val="15000"/>
              </a:spcAft>
            </a:pPr>
            <a:endParaRPr kumimoji="1" lang="ja-JP" altLang="en-US" sz="2000" kern="1200" dirty="0">
              <a:solidFill>
                <a:schemeClr val="accent1">
                  <a:lumMod val="75000"/>
                </a:schemeClr>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19" name="フリーフォーム 33">
            <a:extLst>
              <a:ext uri="{FF2B5EF4-FFF2-40B4-BE49-F238E27FC236}">
                <a16:creationId xmlns:a16="http://schemas.microsoft.com/office/drawing/2014/main" id="{0A57A4EB-D7FA-53B8-DEC6-0DA0FE3B4E0F}"/>
              </a:ext>
            </a:extLst>
          </p:cNvPr>
          <p:cNvSpPr/>
          <p:nvPr/>
        </p:nvSpPr>
        <p:spPr>
          <a:xfrm>
            <a:off x="4681160" y="2430900"/>
            <a:ext cx="2392284" cy="831861"/>
          </a:xfrm>
          <a:custGeom>
            <a:avLst/>
            <a:gdLst>
              <a:gd name="connsiteX0" fmla="*/ 0 w 2017233"/>
              <a:gd name="connsiteY0" fmla="*/ 0 h 823500"/>
              <a:gd name="connsiteX1" fmla="*/ 2017233 w 2017233"/>
              <a:gd name="connsiteY1" fmla="*/ 0 h 823500"/>
              <a:gd name="connsiteX2" fmla="*/ 2017233 w 2017233"/>
              <a:gd name="connsiteY2" fmla="*/ 823500 h 823500"/>
              <a:gd name="connsiteX3" fmla="*/ 0 w 2017233"/>
              <a:gd name="connsiteY3" fmla="*/ 823500 h 823500"/>
              <a:gd name="connsiteX4" fmla="*/ 0 w 2017233"/>
              <a:gd name="connsiteY4" fmla="*/ 0 h 82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7233" h="823500">
                <a:moveTo>
                  <a:pt x="0" y="0"/>
                </a:moveTo>
                <a:lnTo>
                  <a:pt x="2017233" y="0"/>
                </a:lnTo>
                <a:lnTo>
                  <a:pt x="2017233" y="823500"/>
                </a:lnTo>
                <a:lnTo>
                  <a:pt x="0" y="823500"/>
                </a:lnTo>
                <a:lnTo>
                  <a:pt x="0" y="0"/>
                </a:lnTo>
                <a:close/>
              </a:path>
            </a:pathLst>
          </a:custGeom>
          <a:solidFill>
            <a:schemeClr val="accent3">
              <a:lumMod val="20000"/>
              <a:lumOff val="80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0010" tIns="80010" rIns="106680" bIns="120015" numCol="1" spcCol="1270" anchor="t" anchorCtr="0">
            <a:noAutofit/>
          </a:bodyPr>
          <a:lstStyle/>
          <a:p>
            <a:pPr marL="0" lvl="1" algn="l" defTabSz="666750">
              <a:lnSpc>
                <a:spcPct val="90000"/>
              </a:lnSpc>
              <a:spcBef>
                <a:spcPct val="0"/>
              </a:spcBef>
              <a:spcAft>
                <a:spcPct val="15000"/>
              </a:spcAft>
            </a:pPr>
            <a:endParaRPr kumimoji="1" lang="en-US" altLang="ja-JP" sz="2000" kern="1200" dirty="0">
              <a:solidFill>
                <a:schemeClr val="accent1">
                  <a:lumMod val="75000"/>
                </a:schemeClr>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grpSp>
        <p:nvGrpSpPr>
          <p:cNvPr id="20" name="グループ化 19">
            <a:extLst>
              <a:ext uri="{FF2B5EF4-FFF2-40B4-BE49-F238E27FC236}">
                <a16:creationId xmlns:a16="http://schemas.microsoft.com/office/drawing/2014/main" id="{7185F882-41ED-6077-AEE4-68E3FE73BCC2}"/>
              </a:ext>
            </a:extLst>
          </p:cNvPr>
          <p:cNvGrpSpPr/>
          <p:nvPr/>
        </p:nvGrpSpPr>
        <p:grpSpPr>
          <a:xfrm>
            <a:off x="1850789" y="1659835"/>
            <a:ext cx="2733318" cy="920677"/>
            <a:chOff x="903122" y="1359888"/>
            <a:chExt cx="2376000" cy="2376000"/>
          </a:xfrm>
        </p:grpSpPr>
        <p:sp>
          <p:nvSpPr>
            <p:cNvPr id="22" name="楕円 21">
              <a:extLst>
                <a:ext uri="{FF2B5EF4-FFF2-40B4-BE49-F238E27FC236}">
                  <a16:creationId xmlns:a16="http://schemas.microsoft.com/office/drawing/2014/main" id="{8A8D3DFA-E144-D088-59CF-469BD3474F5F}"/>
                </a:ext>
              </a:extLst>
            </p:cNvPr>
            <p:cNvSpPr>
              <a:spLocks noChangeAspect="1"/>
            </p:cNvSpPr>
            <p:nvPr/>
          </p:nvSpPr>
          <p:spPr>
            <a:xfrm>
              <a:off x="903122" y="1359888"/>
              <a:ext cx="2376000" cy="2376000"/>
            </a:xfrm>
            <a:prstGeom prst="ellipse">
              <a:avLst/>
            </a:prstGeom>
            <a:solidFill>
              <a:schemeClr val="accent4">
                <a:lumMod val="20000"/>
                <a:lumOff val="8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accent4">
                    <a:lumMod val="20000"/>
                    <a:lumOff val="80000"/>
                  </a:schemeClr>
                </a:solidFill>
              </a:endParaRPr>
            </a:p>
          </p:txBody>
        </p:sp>
        <p:sp>
          <p:nvSpPr>
            <p:cNvPr id="23" name="楕円 22">
              <a:extLst>
                <a:ext uri="{FF2B5EF4-FFF2-40B4-BE49-F238E27FC236}">
                  <a16:creationId xmlns:a16="http://schemas.microsoft.com/office/drawing/2014/main" id="{16102041-620C-3E65-CE48-348F7FC042D9}"/>
                </a:ext>
              </a:extLst>
            </p:cNvPr>
            <p:cNvSpPr>
              <a:spLocks noChangeAspect="1"/>
            </p:cNvSpPr>
            <p:nvPr/>
          </p:nvSpPr>
          <p:spPr>
            <a:xfrm>
              <a:off x="1102171" y="1558937"/>
              <a:ext cx="1977902" cy="1977902"/>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4" name="楕円 23">
              <a:extLst>
                <a:ext uri="{FF2B5EF4-FFF2-40B4-BE49-F238E27FC236}">
                  <a16:creationId xmlns:a16="http://schemas.microsoft.com/office/drawing/2014/main" id="{3EB8ACB4-545D-6D95-E981-13404CEF4A68}"/>
                </a:ext>
              </a:extLst>
            </p:cNvPr>
            <p:cNvSpPr>
              <a:spLocks noChangeAspect="1"/>
            </p:cNvSpPr>
            <p:nvPr/>
          </p:nvSpPr>
          <p:spPr>
            <a:xfrm>
              <a:off x="1314090" y="1770855"/>
              <a:ext cx="1554065" cy="15540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5" name="テキスト ボックス 24">
            <a:extLst>
              <a:ext uri="{FF2B5EF4-FFF2-40B4-BE49-F238E27FC236}">
                <a16:creationId xmlns:a16="http://schemas.microsoft.com/office/drawing/2014/main" id="{2B96A29D-5C11-778A-86A8-0945ACE0562E}"/>
              </a:ext>
            </a:extLst>
          </p:cNvPr>
          <p:cNvSpPr txBox="1"/>
          <p:nvPr/>
        </p:nvSpPr>
        <p:spPr>
          <a:xfrm>
            <a:off x="2699789" y="2005986"/>
            <a:ext cx="1210589" cy="310341"/>
          </a:xfrm>
          <a:prstGeom prst="rect">
            <a:avLst/>
          </a:prstGeom>
          <a:noFill/>
        </p:spPr>
        <p:txBody>
          <a:bodyPr wrap="square" rtlCol="0" lIns="27432" rIns="27432" tIns="18288" bIns="18288">
            <a:normAutofit/>
          </a:bodyPr>
          <a:lstStyle/>
          <a:p>
            <a:pPr lvl="0" algn="ctr" defTabSz="666750">
              <a:lnSpc>
                <a:spcPts val="1700"/>
              </a:lnSpc>
              <a:spcBef>
                <a:spcPct val="0"/>
              </a:spcBef>
              <a:spcAft>
                <a:spcPct val="35000"/>
              </a:spcAft>
              <a:defRPr lang="vi-VN">
                <a:latin typeface="Times New Roman" pitchFamily="18" charset="0"/>
                <a:ea typeface="Times New Roman" pitchFamily="18" charset="0"/>
                <a:cs typeface="Times New Roman" pitchFamily="18" charset="0"/>
              </a:defRPr>
            </a:pPr>
            <a:r>
              <a:rPr kumimoji="1" lang="vi-VN" altLang="en-US" sz="1600" b="1" dirty="0">
                <a:solidFill>
                  <a:schemeClr val="bg1"/>
                </a:solidFill>
                <a:effectLst>
                  <a:outerShdw blurRad="38100" dist="38100" dir="2700000" algn="tl">
                    <a:srgbClr val="000000">
                      <a:alpha val="43137"/>
                    </a:srgbClr>
                  </a:outerShdw>
                </a:effectLst>
                <a:latin typeface="Times New Roman" pitchFamily="18" charset="0"/>
                <a:ea typeface="Times New Roman" pitchFamily="18" charset="0"/>
                <a:cs typeface="Times New Roman" pitchFamily="18" charset="0"/>
              </a:rPr>
              <a:t>Giảm chi phí</a:t>
            </a:r>
            <a:endParaRPr kumimoji="1" lang="vi-VN" altLang="ja-JP" sz="2000" b="1" dirty="0">
              <a:solidFill>
                <a:schemeClr val="bg1"/>
              </a:solidFill>
              <a:effectLst>
                <a:outerShdw blurRad="38100" dist="38100" dir="2700000" algn="tl">
                  <a:srgbClr val="000000">
                    <a:alpha val="43137"/>
                  </a:srgbClr>
                </a:outerShdw>
              </a:effectLst>
              <a:latin typeface="Times New Roman" pitchFamily="18" charset="0"/>
              <a:ea typeface="Times New Roman" pitchFamily="18" charset="0"/>
              <a:cs typeface="Times New Roman" pitchFamily="18" charset="0"/>
            </a:endParaRPr>
          </a:p>
        </p:txBody>
      </p:sp>
      <p:sp>
        <p:nvSpPr>
          <p:cNvPr id="26" name="Freeform 35">
            <a:extLst>
              <a:ext uri="{FF2B5EF4-FFF2-40B4-BE49-F238E27FC236}">
                <a16:creationId xmlns:a16="http://schemas.microsoft.com/office/drawing/2014/main" id="{A9CB5581-F115-5931-3E62-6EA627D07719}"/>
              </a:ext>
            </a:extLst>
          </p:cNvPr>
          <p:cNvSpPr>
            <a:spLocks noChangeAspect="1"/>
          </p:cNvSpPr>
          <p:nvPr/>
        </p:nvSpPr>
        <p:spPr bwMode="auto">
          <a:xfrm>
            <a:off x="2354967" y="1913127"/>
            <a:ext cx="313416" cy="403200"/>
          </a:xfrm>
          <a:custGeom>
            <a:avLst/>
            <a:gdLst>
              <a:gd name="T0" fmla="*/ 1463 w 1707"/>
              <a:gd name="T1" fmla="*/ 1220 h 2196"/>
              <a:gd name="T2" fmla="*/ 1463 w 1707"/>
              <a:gd name="T3" fmla="*/ 976 h 2196"/>
              <a:gd name="T4" fmla="*/ 975 w 1707"/>
              <a:gd name="T5" fmla="*/ 976 h 2196"/>
              <a:gd name="T6" fmla="*/ 975 w 1707"/>
              <a:gd name="T7" fmla="*/ 732 h 2196"/>
              <a:gd name="T8" fmla="*/ 1707 w 1707"/>
              <a:gd name="T9" fmla="*/ 0 h 2196"/>
              <a:gd name="T10" fmla="*/ 1362 w 1707"/>
              <a:gd name="T11" fmla="*/ 0 h 2196"/>
              <a:gd name="T12" fmla="*/ 853 w 1707"/>
              <a:gd name="T13" fmla="*/ 509 h 2196"/>
              <a:gd name="T14" fmla="*/ 345 w 1707"/>
              <a:gd name="T15" fmla="*/ 0 h 2196"/>
              <a:gd name="T16" fmla="*/ 0 w 1707"/>
              <a:gd name="T17" fmla="*/ 0 h 2196"/>
              <a:gd name="T18" fmla="*/ 732 w 1707"/>
              <a:gd name="T19" fmla="*/ 732 h 2196"/>
              <a:gd name="T20" fmla="*/ 732 w 1707"/>
              <a:gd name="T21" fmla="*/ 976 h 2196"/>
              <a:gd name="T22" fmla="*/ 244 w 1707"/>
              <a:gd name="T23" fmla="*/ 976 h 2196"/>
              <a:gd name="T24" fmla="*/ 244 w 1707"/>
              <a:gd name="T25" fmla="*/ 1220 h 2196"/>
              <a:gd name="T26" fmla="*/ 732 w 1707"/>
              <a:gd name="T27" fmla="*/ 1220 h 2196"/>
              <a:gd name="T28" fmla="*/ 732 w 1707"/>
              <a:gd name="T29" fmla="*/ 1464 h 2196"/>
              <a:gd name="T30" fmla="*/ 244 w 1707"/>
              <a:gd name="T31" fmla="*/ 1464 h 2196"/>
              <a:gd name="T32" fmla="*/ 244 w 1707"/>
              <a:gd name="T33" fmla="*/ 1708 h 2196"/>
              <a:gd name="T34" fmla="*/ 732 w 1707"/>
              <a:gd name="T35" fmla="*/ 1708 h 2196"/>
              <a:gd name="T36" fmla="*/ 732 w 1707"/>
              <a:gd name="T37" fmla="*/ 2196 h 2196"/>
              <a:gd name="T38" fmla="*/ 975 w 1707"/>
              <a:gd name="T39" fmla="*/ 1952 h 2196"/>
              <a:gd name="T40" fmla="*/ 975 w 1707"/>
              <a:gd name="T41" fmla="*/ 1708 h 2196"/>
              <a:gd name="T42" fmla="*/ 1463 w 1707"/>
              <a:gd name="T43" fmla="*/ 1708 h 2196"/>
              <a:gd name="T44" fmla="*/ 1463 w 1707"/>
              <a:gd name="T45" fmla="*/ 1464 h 2196"/>
              <a:gd name="T46" fmla="*/ 975 w 1707"/>
              <a:gd name="T47" fmla="*/ 1464 h 2196"/>
              <a:gd name="T48" fmla="*/ 975 w 1707"/>
              <a:gd name="T49" fmla="*/ 1220 h 2196"/>
              <a:gd name="T50" fmla="*/ 1463 w 1707"/>
              <a:gd name="T51" fmla="*/ 1220 h 2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07" h="2196">
                <a:moveTo>
                  <a:pt x="1463" y="1220"/>
                </a:moveTo>
                <a:lnTo>
                  <a:pt x="1463" y="976"/>
                </a:lnTo>
                <a:lnTo>
                  <a:pt x="975" y="976"/>
                </a:lnTo>
                <a:lnTo>
                  <a:pt x="975" y="732"/>
                </a:lnTo>
                <a:lnTo>
                  <a:pt x="1707" y="0"/>
                </a:lnTo>
                <a:lnTo>
                  <a:pt x="1362" y="0"/>
                </a:lnTo>
                <a:lnTo>
                  <a:pt x="853" y="509"/>
                </a:lnTo>
                <a:lnTo>
                  <a:pt x="345" y="0"/>
                </a:lnTo>
                <a:lnTo>
                  <a:pt x="0" y="0"/>
                </a:lnTo>
                <a:lnTo>
                  <a:pt x="732" y="732"/>
                </a:lnTo>
                <a:lnTo>
                  <a:pt x="732" y="976"/>
                </a:lnTo>
                <a:lnTo>
                  <a:pt x="244" y="976"/>
                </a:lnTo>
                <a:lnTo>
                  <a:pt x="244" y="1220"/>
                </a:lnTo>
                <a:lnTo>
                  <a:pt x="732" y="1220"/>
                </a:lnTo>
                <a:lnTo>
                  <a:pt x="732" y="1464"/>
                </a:lnTo>
                <a:lnTo>
                  <a:pt x="244" y="1464"/>
                </a:lnTo>
                <a:lnTo>
                  <a:pt x="244" y="1708"/>
                </a:lnTo>
                <a:lnTo>
                  <a:pt x="732" y="1708"/>
                </a:lnTo>
                <a:lnTo>
                  <a:pt x="732" y="2196"/>
                </a:lnTo>
                <a:lnTo>
                  <a:pt x="975" y="1952"/>
                </a:lnTo>
                <a:lnTo>
                  <a:pt x="975" y="1708"/>
                </a:lnTo>
                <a:lnTo>
                  <a:pt x="1463" y="1708"/>
                </a:lnTo>
                <a:lnTo>
                  <a:pt x="1463" y="1464"/>
                </a:lnTo>
                <a:lnTo>
                  <a:pt x="975" y="1464"/>
                </a:lnTo>
                <a:lnTo>
                  <a:pt x="975" y="1220"/>
                </a:lnTo>
                <a:lnTo>
                  <a:pt x="1463" y="122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ja-JP" altLang="en-US" dirty="0"/>
          </a:p>
        </p:txBody>
      </p:sp>
      <p:sp>
        <p:nvSpPr>
          <p:cNvPr id="27" name="フリーフォーム 41">
            <a:extLst>
              <a:ext uri="{FF2B5EF4-FFF2-40B4-BE49-F238E27FC236}">
                <a16:creationId xmlns:a16="http://schemas.microsoft.com/office/drawing/2014/main" id="{F36B0A34-D111-7DD7-F134-C15A6444BF9A}"/>
              </a:ext>
            </a:extLst>
          </p:cNvPr>
          <p:cNvSpPr/>
          <p:nvPr/>
        </p:nvSpPr>
        <p:spPr>
          <a:xfrm>
            <a:off x="5022877" y="2554541"/>
            <a:ext cx="1765868" cy="731354"/>
          </a:xfrm>
          <a:custGeom>
            <a:avLst/>
            <a:gdLst>
              <a:gd name="connsiteX0" fmla="*/ 0 w 2017233"/>
              <a:gd name="connsiteY0" fmla="*/ 0 h 823500"/>
              <a:gd name="connsiteX1" fmla="*/ 2017233 w 2017233"/>
              <a:gd name="connsiteY1" fmla="*/ 0 h 823500"/>
              <a:gd name="connsiteX2" fmla="*/ 2017233 w 2017233"/>
              <a:gd name="connsiteY2" fmla="*/ 823500 h 823500"/>
              <a:gd name="connsiteX3" fmla="*/ 0 w 2017233"/>
              <a:gd name="connsiteY3" fmla="*/ 823500 h 823500"/>
              <a:gd name="connsiteX4" fmla="*/ 0 w 2017233"/>
              <a:gd name="connsiteY4" fmla="*/ 0 h 82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7233" h="823500">
                <a:moveTo>
                  <a:pt x="0" y="0"/>
                </a:moveTo>
                <a:lnTo>
                  <a:pt x="2017233" y="0"/>
                </a:lnTo>
                <a:lnTo>
                  <a:pt x="2017233" y="823500"/>
                </a:lnTo>
                <a:lnTo>
                  <a:pt x="0" y="823500"/>
                </a:lnTo>
                <a:lnTo>
                  <a:pt x="0" y="0"/>
                </a:lnTo>
                <a:close/>
              </a:path>
            </a:pathLst>
          </a:custGeom>
          <a:no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7432" tIns="18288" rIns="27432" bIns="18288" numCol="1" spcCol="1270" anchor="t" anchorCtr="0">
            <a:normAutofit/>
          </a:bodyPr>
          <a:lstStyle/>
          <a:p>
            <a:pPr marL="342900" lvl="1" indent="-342900" algn="l" defTabSz="666750">
              <a:spcBef>
                <a:spcPct val="0"/>
              </a:spcBef>
              <a:spcAft>
                <a:spcPct val="15000"/>
              </a:spcAft>
              <a:buFont typeface="Wingdings" panose="05000000000000000000" pitchFamily="2" charset="2"/>
              <a:buChar char="n"/>
              <a:defRPr lang="vi-VN">
                <a:latin typeface="Times New Roman" pitchFamily="18" charset="0"/>
                <a:ea typeface="Times New Roman" pitchFamily="18" charset="0"/>
                <a:cs typeface="Times New Roman" pitchFamily="18" charset="0"/>
              </a:defRPr>
            </a:pPr>
            <a:r>
              <a:rPr kumimoji="1" lang="vi-VN" altLang="en-US" sz="1280" b="1" dirty="0">
                <a:solidFill>
                  <a:schemeClr val="tx1"/>
                </a:solidFill>
                <a:latin typeface="Times New Roman" panose="020B0604030504040204" pitchFamily="18" charset="0"/>
                <a:ea typeface="Times New Roman" panose="020B0604030504040204" pitchFamily="18" charset="0"/>
                <a:cs typeface="Times New Roman" pitchFamily="18" charset="0"/>
              </a:rPr>
              <a:t>Giảm giờ làm việc</a:t>
            </a:r>
            <a:endParaRPr kumimoji="1" lang="vi-VN" altLang="ja-JP" sz="1600" b="1" kern="1200" dirty="0">
              <a:solidFill>
                <a:schemeClr val="tx1"/>
              </a:solidFill>
              <a:latin typeface="Times New Roman" panose="020B0604030504040204" pitchFamily="18" charset="0"/>
              <a:ea typeface="Times New Roman" panose="020B0604030504040204" pitchFamily="18" charset="0"/>
              <a:cs typeface="Times New Roman" pitchFamily="18" charset="0"/>
            </a:endParaRPr>
          </a:p>
          <a:p>
            <a:pPr marL="342900" lvl="1" indent="-342900" defTabSz="666750">
              <a:spcBef>
                <a:spcPct val="0"/>
              </a:spcBef>
              <a:spcAft>
                <a:spcPct val="15000"/>
              </a:spcAft>
              <a:buFont typeface="Wingdings" panose="05000000000000000000" pitchFamily="2" charset="2"/>
              <a:buChar char="n"/>
              <a:defRPr lang="vi-VN">
                <a:latin typeface="Times New Roman" pitchFamily="18" charset="0"/>
                <a:ea typeface="Times New Roman" pitchFamily="18" charset="0"/>
                <a:cs typeface="Times New Roman" pitchFamily="18" charset="0"/>
              </a:defRPr>
            </a:pPr>
            <a:r>
              <a:rPr kumimoji="1" lang="vi-VN" altLang="en-US" sz="1280" b="1" dirty="0">
                <a:solidFill>
                  <a:schemeClr val="tx1"/>
                </a:solidFill>
                <a:latin typeface="Times New Roman" panose="020B0604030504040204" pitchFamily="18" charset="0"/>
                <a:ea typeface="Times New Roman" panose="020B0604030504040204" pitchFamily="18" charset="0"/>
                <a:cs typeface="Times New Roman" pitchFamily="18" charset="0"/>
              </a:rPr>
              <a:t>Tự động hóa công việc</a:t>
            </a:r>
            <a:endParaRPr kumimoji="1" lang="vi-VN" altLang="ja-JP" sz="1600" b="1" dirty="0">
              <a:solidFill>
                <a:schemeClr val="tx1"/>
              </a:solidFill>
              <a:latin typeface="Times New Roman" panose="020B0604030504040204" pitchFamily="18" charset="0"/>
              <a:ea typeface="Times New Roman" panose="020B0604030504040204" pitchFamily="18" charset="0"/>
              <a:cs typeface="Times New Roman" pitchFamily="18" charset="0"/>
            </a:endParaRPr>
          </a:p>
        </p:txBody>
      </p:sp>
      <p:sp>
        <p:nvSpPr>
          <p:cNvPr id="28" name="フリーフォーム 42">
            <a:extLst>
              <a:ext uri="{FF2B5EF4-FFF2-40B4-BE49-F238E27FC236}">
                <a16:creationId xmlns:a16="http://schemas.microsoft.com/office/drawing/2014/main" id="{4A6BE89C-13AC-7F0F-2AEA-A621207FD387}"/>
              </a:ext>
            </a:extLst>
          </p:cNvPr>
          <p:cNvSpPr/>
          <p:nvPr/>
        </p:nvSpPr>
        <p:spPr>
          <a:xfrm>
            <a:off x="2272401" y="2557985"/>
            <a:ext cx="2733317" cy="817301"/>
          </a:xfrm>
          <a:custGeom>
            <a:avLst/>
            <a:gdLst>
              <a:gd name="connsiteX0" fmla="*/ 0 w 2017233"/>
              <a:gd name="connsiteY0" fmla="*/ 0 h 823500"/>
              <a:gd name="connsiteX1" fmla="*/ 2017233 w 2017233"/>
              <a:gd name="connsiteY1" fmla="*/ 0 h 823500"/>
              <a:gd name="connsiteX2" fmla="*/ 2017233 w 2017233"/>
              <a:gd name="connsiteY2" fmla="*/ 823500 h 823500"/>
              <a:gd name="connsiteX3" fmla="*/ 0 w 2017233"/>
              <a:gd name="connsiteY3" fmla="*/ 823500 h 823500"/>
              <a:gd name="connsiteX4" fmla="*/ 0 w 2017233"/>
              <a:gd name="connsiteY4" fmla="*/ 0 h 82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7233" h="823500">
                <a:moveTo>
                  <a:pt x="0" y="0"/>
                </a:moveTo>
                <a:lnTo>
                  <a:pt x="2017233" y="0"/>
                </a:lnTo>
                <a:lnTo>
                  <a:pt x="2017233" y="823500"/>
                </a:lnTo>
                <a:lnTo>
                  <a:pt x="0" y="823500"/>
                </a:lnTo>
                <a:lnTo>
                  <a:pt x="0" y="0"/>
                </a:lnTo>
                <a:close/>
              </a:path>
            </a:pathLst>
          </a:custGeom>
          <a:no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7432" tIns="18288" rIns="27432" bIns="18288" numCol="1" spcCol="1270" anchor="t" anchorCtr="0">
            <a:normAutofit/>
          </a:bodyPr>
          <a:lstStyle/>
          <a:p>
            <a:pPr marL="342900" lvl="1" indent="-342900" algn="l" defTabSz="666750">
              <a:spcBef>
                <a:spcPct val="0"/>
              </a:spcBef>
              <a:spcAft>
                <a:spcPct val="15000"/>
              </a:spcAft>
              <a:buFont typeface="Wingdings" panose="05000000000000000000" pitchFamily="2" charset="2"/>
              <a:buChar char="n"/>
              <a:defRPr lang="vi-VN">
                <a:latin typeface="Times New Roman" pitchFamily="18" charset="0"/>
                <a:ea typeface="Times New Roman" pitchFamily="18" charset="0"/>
                <a:cs typeface="Times New Roman" pitchFamily="18" charset="0"/>
              </a:defRPr>
            </a:pPr>
            <a:r>
              <a:rPr kumimoji="1" lang="vi-VN" altLang="en-US" sz="1280" b="1" kern="1200" dirty="0">
                <a:solidFill>
                  <a:schemeClr val="tx1"/>
                </a:solidFill>
                <a:latin typeface="Times New Roman" panose="020B0604030504040204" pitchFamily="18" charset="0"/>
                <a:ea typeface="Times New Roman" panose="020B0604030504040204" pitchFamily="18" charset="0"/>
                <a:cs typeface="Times New Roman" pitchFamily="18" charset="0"/>
              </a:rPr>
              <a:t>Giảm chi phí vật liệu</a:t>
            </a:r>
            <a:endParaRPr kumimoji="1" lang="vi-VN" altLang="ja-JP" sz="1600" b="1" kern="1200" dirty="0">
              <a:solidFill>
                <a:schemeClr val="tx1"/>
              </a:solidFill>
              <a:latin typeface="Times New Roman" panose="020B0604030504040204" pitchFamily="18" charset="0"/>
              <a:ea typeface="Times New Roman" panose="020B0604030504040204" pitchFamily="18" charset="0"/>
              <a:cs typeface="Times New Roman" pitchFamily="18" charset="0"/>
            </a:endParaRPr>
          </a:p>
          <a:p>
            <a:pPr marL="342900" lvl="1" indent="-342900" algn="l" defTabSz="666750">
              <a:spcBef>
                <a:spcPct val="0"/>
              </a:spcBef>
              <a:spcAft>
                <a:spcPct val="15000"/>
              </a:spcAft>
              <a:buFont typeface="Wingdings" panose="05000000000000000000" pitchFamily="2" charset="2"/>
              <a:buChar char="n"/>
              <a:defRPr lang="vi-VN">
                <a:latin typeface="Times New Roman" pitchFamily="18" charset="0"/>
                <a:ea typeface="Times New Roman" pitchFamily="18" charset="0"/>
                <a:cs typeface="Times New Roman" pitchFamily="18" charset="0"/>
              </a:defRPr>
            </a:pPr>
            <a:r>
              <a:rPr kumimoji="1" lang="vi-VN" altLang="en-US" sz="1280" b="1" dirty="0">
                <a:solidFill>
                  <a:schemeClr val="tx1"/>
                </a:solidFill>
                <a:latin typeface="Times New Roman" panose="020B0604030504040204" pitchFamily="18" charset="0"/>
                <a:ea typeface="Times New Roman" panose="020B0604030504040204" pitchFamily="18" charset="0"/>
                <a:cs typeface="Times New Roman" pitchFamily="18" charset="0"/>
              </a:rPr>
              <a:t>Giảm chi phí xử lý lắp ráp</a:t>
            </a:r>
            <a:r>
              <a:rPr kumimoji="1" lang="vi-VN" altLang="en-US" sz="1280" b="1" kern="1200" dirty="0">
                <a:solidFill>
                  <a:schemeClr val="tx1"/>
                </a:solidFill>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p:txBody>
      </p:sp>
      <p:grpSp>
        <p:nvGrpSpPr>
          <p:cNvPr id="29" name="グループ化 28">
            <a:extLst>
              <a:ext uri="{FF2B5EF4-FFF2-40B4-BE49-F238E27FC236}">
                <a16:creationId xmlns:a16="http://schemas.microsoft.com/office/drawing/2014/main" id="{60CC2C5B-ED1A-74B5-BD88-DA9EBE2231A7}"/>
              </a:ext>
            </a:extLst>
          </p:cNvPr>
          <p:cNvGrpSpPr/>
          <p:nvPr/>
        </p:nvGrpSpPr>
        <p:grpSpPr>
          <a:xfrm>
            <a:off x="4527147" y="1623556"/>
            <a:ext cx="2733318" cy="1044586"/>
            <a:chOff x="903122" y="1359888"/>
            <a:chExt cx="2376000" cy="2376000"/>
          </a:xfrm>
        </p:grpSpPr>
        <p:sp>
          <p:nvSpPr>
            <p:cNvPr id="32" name="楕円 31">
              <a:extLst>
                <a:ext uri="{FF2B5EF4-FFF2-40B4-BE49-F238E27FC236}">
                  <a16:creationId xmlns:a16="http://schemas.microsoft.com/office/drawing/2014/main" id="{C462287E-B841-FD21-74DD-A96DADEC208C}"/>
                </a:ext>
              </a:extLst>
            </p:cNvPr>
            <p:cNvSpPr>
              <a:spLocks noChangeAspect="1"/>
            </p:cNvSpPr>
            <p:nvPr/>
          </p:nvSpPr>
          <p:spPr>
            <a:xfrm>
              <a:off x="903122" y="1359888"/>
              <a:ext cx="2376000" cy="2376000"/>
            </a:xfrm>
            <a:prstGeom prst="ellipse">
              <a:avLst/>
            </a:prstGeom>
            <a:solidFill>
              <a:schemeClr val="accent3">
                <a:lumMod val="20000"/>
                <a:lumOff val="8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楕円 32">
              <a:extLst>
                <a:ext uri="{FF2B5EF4-FFF2-40B4-BE49-F238E27FC236}">
                  <a16:creationId xmlns:a16="http://schemas.microsoft.com/office/drawing/2014/main" id="{24A5453E-C1D3-1270-8577-E6A9BB0F163A}"/>
                </a:ext>
              </a:extLst>
            </p:cNvPr>
            <p:cNvSpPr>
              <a:spLocks noChangeAspect="1"/>
            </p:cNvSpPr>
            <p:nvPr/>
          </p:nvSpPr>
          <p:spPr>
            <a:xfrm>
              <a:off x="1102171" y="1558937"/>
              <a:ext cx="1977902" cy="1977902"/>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楕円 33">
              <a:extLst>
                <a:ext uri="{FF2B5EF4-FFF2-40B4-BE49-F238E27FC236}">
                  <a16:creationId xmlns:a16="http://schemas.microsoft.com/office/drawing/2014/main" id="{13770B7E-4680-EBFE-3FBF-9B9EB364D9EE}"/>
                </a:ext>
              </a:extLst>
            </p:cNvPr>
            <p:cNvSpPr>
              <a:spLocks noChangeAspect="1"/>
            </p:cNvSpPr>
            <p:nvPr/>
          </p:nvSpPr>
          <p:spPr>
            <a:xfrm>
              <a:off x="1314090" y="1770855"/>
              <a:ext cx="1554065" cy="15540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accent3"/>
                </a:solidFill>
              </a:endParaRPr>
            </a:p>
          </p:txBody>
        </p:sp>
      </p:grpSp>
      <p:sp>
        <p:nvSpPr>
          <p:cNvPr id="35" name="テキスト ボックス 34">
            <a:extLst>
              <a:ext uri="{FF2B5EF4-FFF2-40B4-BE49-F238E27FC236}">
                <a16:creationId xmlns:a16="http://schemas.microsoft.com/office/drawing/2014/main" id="{34C303C9-E8DC-8221-B526-4B903C792A73}"/>
              </a:ext>
            </a:extLst>
          </p:cNvPr>
          <p:cNvSpPr txBox="1"/>
          <p:nvPr/>
        </p:nvSpPr>
        <p:spPr>
          <a:xfrm>
            <a:off x="5182998" y="2027391"/>
            <a:ext cx="1467068" cy="310341"/>
          </a:xfrm>
          <a:prstGeom prst="rect">
            <a:avLst/>
          </a:prstGeom>
          <a:noFill/>
        </p:spPr>
        <p:txBody>
          <a:bodyPr wrap="square" rtlCol="0" lIns="27432" rIns="27432" tIns="18288" bIns="18288">
            <a:normAutofit/>
          </a:bodyPr>
          <a:lstStyle/>
          <a:p>
            <a:pPr lvl="0" algn="ctr" defTabSz="666750">
              <a:lnSpc>
                <a:spcPts val="1700"/>
              </a:lnSpc>
              <a:spcBef>
                <a:spcPct val="0"/>
              </a:spcBef>
              <a:spcAft>
                <a:spcPct val="35000"/>
              </a:spcAft>
              <a:defRPr lang="vi-VN">
                <a:latin typeface="Times New Roman" pitchFamily="18" charset="0"/>
                <a:ea typeface="Times New Roman" pitchFamily="18" charset="0"/>
                <a:cs typeface="Times New Roman" pitchFamily="18" charset="0"/>
              </a:defRPr>
            </a:pPr>
            <a:r>
              <a:rPr kumimoji="1" lang="vi-VN" altLang="en-US" sz="1600" b="1" dirty="0">
                <a:solidFill>
                  <a:schemeClr val="bg1"/>
                </a:solidFill>
                <a:effectLst>
                  <a:outerShdw blurRad="38100" dist="38100" dir="2700000" algn="tl">
                    <a:srgbClr val="000000">
                      <a:alpha val="43137"/>
                    </a:srgbClr>
                  </a:outerShdw>
                </a:effectLst>
                <a:latin typeface="Times New Roman" pitchFamily="18" charset="0"/>
                <a:ea typeface="Times New Roman" pitchFamily="18" charset="0"/>
                <a:cs typeface="Times New Roman" pitchFamily="18" charset="0"/>
              </a:rPr>
              <a:t>Năng suất gấp đôi</a:t>
            </a:r>
            <a:endParaRPr lang="vi-VN">
              <a:latin typeface="Times New Roman" pitchFamily="18" charset="0"/>
              <a:ea typeface="Times New Roman" pitchFamily="18" charset="0"/>
              <a:cs typeface="Times New Roman" pitchFamily="18" charset="0"/>
            </a:endParaRPr>
          </a:p>
        </p:txBody>
      </p:sp>
      <p:grpSp>
        <p:nvGrpSpPr>
          <p:cNvPr id="36" name="Group 59">
            <a:extLst>
              <a:ext uri="{FF2B5EF4-FFF2-40B4-BE49-F238E27FC236}">
                <a16:creationId xmlns:a16="http://schemas.microsoft.com/office/drawing/2014/main" id="{A0F907C1-EB9C-2D2B-19F8-351697C3E7C6}"/>
              </a:ext>
            </a:extLst>
          </p:cNvPr>
          <p:cNvGrpSpPr>
            <a:grpSpLocks noChangeAspect="1"/>
          </p:cNvGrpSpPr>
          <p:nvPr/>
        </p:nvGrpSpPr>
        <p:grpSpPr bwMode="auto">
          <a:xfrm>
            <a:off x="4731796" y="1969655"/>
            <a:ext cx="450236" cy="368563"/>
            <a:chOff x="1237" y="32"/>
            <a:chExt cx="5204" cy="4260"/>
          </a:xfrm>
          <a:solidFill>
            <a:schemeClr val="bg2"/>
          </a:solidFill>
        </p:grpSpPr>
        <p:sp>
          <p:nvSpPr>
            <p:cNvPr id="37" name="Freeform 60">
              <a:extLst>
                <a:ext uri="{FF2B5EF4-FFF2-40B4-BE49-F238E27FC236}">
                  <a16:creationId xmlns:a16="http://schemas.microsoft.com/office/drawing/2014/main" id="{0BED77F3-6B3C-59B6-623F-DFBE7D7613EC}"/>
                </a:ext>
              </a:extLst>
            </p:cNvPr>
            <p:cNvSpPr>
              <a:spLocks/>
            </p:cNvSpPr>
            <p:nvPr/>
          </p:nvSpPr>
          <p:spPr bwMode="auto">
            <a:xfrm>
              <a:off x="3129" y="979"/>
              <a:ext cx="2366" cy="2367"/>
            </a:xfrm>
            <a:custGeom>
              <a:avLst/>
              <a:gdLst>
                <a:gd name="T0" fmla="*/ 331 w 2366"/>
                <a:gd name="T1" fmla="*/ 2367 h 2367"/>
                <a:gd name="T2" fmla="*/ 1893 w 2366"/>
                <a:gd name="T3" fmla="*/ 805 h 2367"/>
                <a:gd name="T4" fmla="*/ 1893 w 2366"/>
                <a:gd name="T5" fmla="*/ 1893 h 2367"/>
                <a:gd name="T6" fmla="*/ 2366 w 2366"/>
                <a:gd name="T7" fmla="*/ 1893 h 2367"/>
                <a:gd name="T8" fmla="*/ 2366 w 2366"/>
                <a:gd name="T9" fmla="*/ 0 h 2367"/>
                <a:gd name="T10" fmla="*/ 473 w 2366"/>
                <a:gd name="T11" fmla="*/ 0 h 2367"/>
                <a:gd name="T12" fmla="*/ 473 w 2366"/>
                <a:gd name="T13" fmla="*/ 473 h 2367"/>
                <a:gd name="T14" fmla="*/ 1552 w 2366"/>
                <a:gd name="T15" fmla="*/ 473 h 2367"/>
                <a:gd name="T16" fmla="*/ 0 w 2366"/>
                <a:gd name="T17" fmla="*/ 2026 h 2367"/>
                <a:gd name="T18" fmla="*/ 331 w 2366"/>
                <a:gd name="T19" fmla="*/ 2367 h 2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66" h="2367">
                  <a:moveTo>
                    <a:pt x="331" y="2367"/>
                  </a:moveTo>
                  <a:lnTo>
                    <a:pt x="1893" y="805"/>
                  </a:lnTo>
                  <a:lnTo>
                    <a:pt x="1893" y="1893"/>
                  </a:lnTo>
                  <a:lnTo>
                    <a:pt x="2366" y="1893"/>
                  </a:lnTo>
                  <a:lnTo>
                    <a:pt x="2366" y="0"/>
                  </a:lnTo>
                  <a:lnTo>
                    <a:pt x="473" y="0"/>
                  </a:lnTo>
                  <a:lnTo>
                    <a:pt x="473" y="473"/>
                  </a:lnTo>
                  <a:lnTo>
                    <a:pt x="1552" y="473"/>
                  </a:lnTo>
                  <a:lnTo>
                    <a:pt x="0" y="2026"/>
                  </a:lnTo>
                  <a:lnTo>
                    <a:pt x="331" y="2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GB" sz="1013" dirty="0"/>
            </a:p>
          </p:txBody>
        </p:sp>
        <p:sp>
          <p:nvSpPr>
            <p:cNvPr id="39" name="Freeform 61">
              <a:extLst>
                <a:ext uri="{FF2B5EF4-FFF2-40B4-BE49-F238E27FC236}">
                  <a16:creationId xmlns:a16="http://schemas.microsoft.com/office/drawing/2014/main" id="{3E45CBFD-094D-F187-EC28-F493746C0BF2}"/>
                </a:ext>
              </a:extLst>
            </p:cNvPr>
            <p:cNvSpPr>
              <a:spLocks/>
            </p:cNvSpPr>
            <p:nvPr/>
          </p:nvSpPr>
          <p:spPr bwMode="auto">
            <a:xfrm>
              <a:off x="1237" y="32"/>
              <a:ext cx="5204" cy="4260"/>
            </a:xfrm>
            <a:custGeom>
              <a:avLst/>
              <a:gdLst>
                <a:gd name="T0" fmla="*/ 5204 w 5204"/>
                <a:gd name="T1" fmla="*/ 0 h 4260"/>
                <a:gd name="T2" fmla="*/ 946 w 5204"/>
                <a:gd name="T3" fmla="*/ 0 h 4260"/>
                <a:gd name="T4" fmla="*/ 473 w 5204"/>
                <a:gd name="T5" fmla="*/ 474 h 4260"/>
                <a:gd name="T6" fmla="*/ 4731 w 5204"/>
                <a:gd name="T7" fmla="*/ 474 h 4260"/>
                <a:gd name="T8" fmla="*/ 4731 w 5204"/>
                <a:gd name="T9" fmla="*/ 3787 h 4260"/>
                <a:gd name="T10" fmla="*/ 473 w 5204"/>
                <a:gd name="T11" fmla="*/ 3787 h 4260"/>
                <a:gd name="T12" fmla="*/ 473 w 5204"/>
                <a:gd name="T13" fmla="*/ 474 h 4260"/>
                <a:gd name="T14" fmla="*/ 0 w 5204"/>
                <a:gd name="T15" fmla="*/ 947 h 4260"/>
                <a:gd name="T16" fmla="*/ 0 w 5204"/>
                <a:gd name="T17" fmla="*/ 4260 h 4260"/>
                <a:gd name="T18" fmla="*/ 5204 w 5204"/>
                <a:gd name="T19" fmla="*/ 4260 h 4260"/>
                <a:gd name="T20" fmla="*/ 5204 w 5204"/>
                <a:gd name="T21" fmla="*/ 0 h 4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04" h="4260">
                  <a:moveTo>
                    <a:pt x="5204" y="0"/>
                  </a:moveTo>
                  <a:lnTo>
                    <a:pt x="946" y="0"/>
                  </a:lnTo>
                  <a:lnTo>
                    <a:pt x="473" y="474"/>
                  </a:lnTo>
                  <a:lnTo>
                    <a:pt x="4731" y="474"/>
                  </a:lnTo>
                  <a:lnTo>
                    <a:pt x="4731" y="3787"/>
                  </a:lnTo>
                  <a:lnTo>
                    <a:pt x="473" y="3787"/>
                  </a:lnTo>
                  <a:lnTo>
                    <a:pt x="473" y="474"/>
                  </a:lnTo>
                  <a:lnTo>
                    <a:pt x="0" y="947"/>
                  </a:lnTo>
                  <a:lnTo>
                    <a:pt x="0" y="4260"/>
                  </a:lnTo>
                  <a:lnTo>
                    <a:pt x="5204" y="4260"/>
                  </a:lnTo>
                  <a:lnTo>
                    <a:pt x="520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GB" sz="1013" dirty="0"/>
            </a:p>
          </p:txBody>
        </p:sp>
      </p:grpSp>
      <p:sp>
        <p:nvSpPr>
          <p:cNvPr id="40" name="矢印: 右 39">
            <a:extLst>
              <a:ext uri="{FF2B5EF4-FFF2-40B4-BE49-F238E27FC236}">
                <a16:creationId xmlns:a16="http://schemas.microsoft.com/office/drawing/2014/main" id="{7D9C6599-52F4-50CE-00FA-202AB8E72E44}"/>
              </a:ext>
            </a:extLst>
          </p:cNvPr>
          <p:cNvSpPr/>
          <p:nvPr/>
        </p:nvSpPr>
        <p:spPr>
          <a:xfrm>
            <a:off x="4760762" y="3810185"/>
            <a:ext cx="474150" cy="324923"/>
          </a:xfrm>
          <a:prstGeom prst="rightArrow">
            <a:avLst/>
          </a:prstGeom>
          <a:solidFill>
            <a:schemeClr val="accent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3774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F9821-19A8-9A96-B858-782DDE13994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71956C05-6095-4DC2-713E-4D7CD758622F}"/>
              </a:ext>
            </a:extLst>
          </p:cNvPr>
          <p:cNvSpPr/>
          <p:nvPr/>
        </p:nvSpPr>
        <p:spPr>
          <a:xfrm>
            <a:off x="1961533" y="140960"/>
            <a:ext cx="5220934" cy="39115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b="1" dirty="0">
                <a:solidFill>
                  <a:schemeClr val="tx1"/>
                </a:solidFill>
                <a:latin typeface="Times New Roman" pitchFamily="18" charset="0"/>
                <a:ea typeface="Times New Roman" pitchFamily="18" charset="0"/>
                <a:cs typeface="Times New Roman" pitchFamily="18" charset="0"/>
              </a:rPr>
              <a:t>Tìm hiểu thực trạng -Các vấn đề trong quá trình điều chỉnh-</a:t>
            </a:r>
            <a:r>
              <a:rPr kumimoji="1" lang="vi-VN" altLang="ja-JP" b="1" dirty="0">
                <a:solidFill>
                  <a:schemeClr val="tx1"/>
                </a:solidFill>
                <a:latin typeface="Times New Roman" pitchFamily="18" charset="0"/>
                <a:ea typeface="Times New Roman" pitchFamily="18" charset="0"/>
                <a:cs typeface="Times New Roman" pitchFamily="18" charset="0"/>
              </a:rPr>
              <a:t/>
            </a:r>
            <a:r>
              <a:rPr kumimoji="1" lang="vi-VN" altLang="en-US" b="1" dirty="0">
                <a:solidFill>
                  <a:schemeClr val="tx1"/>
                </a:solidFill>
                <a:latin typeface="Times New Roman" pitchFamily="18" charset="0"/>
                <a:ea typeface="Times New Roman" pitchFamily="18" charset="0"/>
                <a:cs typeface="Times New Roman" pitchFamily="18" charset="0"/>
              </a:rPr>
              <a:t/>
            </a:r>
            <a:r>
              <a:rPr kumimoji="1" lang="vi-VN" altLang="ja-JP" b="1" dirty="0">
                <a:solidFill>
                  <a:schemeClr val="tx1"/>
                </a:solidFill>
                <a:latin typeface="Times New Roman" pitchFamily="18" charset="0"/>
                <a:ea typeface="Times New Roman" pitchFamily="18" charset="0"/>
                <a:cs typeface="Times New Roman" pitchFamily="18" charset="0"/>
              </a:rPr>
              <a:t/>
            </a:r>
            <a:endParaRPr kumimoji="1" lang="vi-VN" altLang="en-US" b="1" dirty="0">
              <a:solidFill>
                <a:schemeClr val="tx1"/>
              </a:solidFill>
              <a:latin typeface="Times New Roman" pitchFamily="18" charset="0"/>
              <a:ea typeface="Times New Roman" pitchFamily="18" charset="0"/>
              <a:cs typeface="Times New Roman" pitchFamily="18" charset="0"/>
            </a:endParaRPr>
          </a:p>
        </p:txBody>
      </p:sp>
      <p:pic>
        <p:nvPicPr>
          <p:cNvPr id="8" name="図 7">
            <a:extLst>
              <a:ext uri="{FF2B5EF4-FFF2-40B4-BE49-F238E27FC236}">
                <a16:creationId xmlns:a16="http://schemas.microsoft.com/office/drawing/2014/main" id="{855EF00A-EA60-32E4-C56C-5998C9CD656E}"/>
              </a:ext>
            </a:extLst>
          </p:cNvPr>
          <p:cNvPicPr>
            <a:picLocks noChangeAspect="1"/>
          </p:cNvPicPr>
          <p:nvPr/>
        </p:nvPicPr>
        <p:blipFill>
          <a:blip r:embed="rId2"/>
          <a:stretch>
            <a:fillRect/>
          </a:stretch>
        </p:blipFill>
        <p:spPr>
          <a:xfrm>
            <a:off x="1721600" y="1888233"/>
            <a:ext cx="5700800" cy="1874730"/>
          </a:xfrm>
          <a:prstGeom prst="rect">
            <a:avLst/>
          </a:prstGeom>
        </p:spPr>
      </p:pic>
      <p:sp>
        <p:nvSpPr>
          <p:cNvPr id="10" name="吹き出し: 角を丸めた四角形 9">
            <a:extLst>
              <a:ext uri="{FF2B5EF4-FFF2-40B4-BE49-F238E27FC236}">
                <a16:creationId xmlns:a16="http://schemas.microsoft.com/office/drawing/2014/main" id="{669919CC-E692-BFF5-D074-EDAC2D9E9904}"/>
              </a:ext>
            </a:extLst>
          </p:cNvPr>
          <p:cNvSpPr/>
          <p:nvPr/>
        </p:nvSpPr>
        <p:spPr>
          <a:xfrm>
            <a:off x="5213207" y="3882465"/>
            <a:ext cx="1478756" cy="460425"/>
          </a:xfrm>
          <a:prstGeom prst="wedgeRoundRectCallout">
            <a:avLst>
              <a:gd name="adj1" fmla="val -38737"/>
              <a:gd name="adj2" fmla="val -118635"/>
              <a:gd name="adj3" fmla="val 16667"/>
            </a:avLst>
          </a:prstGeom>
        </p:spPr>
        <p:style>
          <a:lnRef idx="2">
            <a:schemeClr val="accent6"/>
          </a:lnRef>
          <a:fillRef idx="1">
            <a:schemeClr val="lt1"/>
          </a:fillRef>
          <a:effectRef idx="0">
            <a:schemeClr val="accent6"/>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anose="020B0604030504040204" pitchFamily="18" charset="0"/>
                <a:ea typeface="Times New Roman" panose="020B0604030504040204" pitchFamily="18" charset="0"/>
                <a:cs typeface="Times New Roman" pitchFamily="18" charset="0"/>
              </a:rPr>
              <a:t>Điều khiển PC và người vận hành</a:t>
            </a:r>
            <a:r>
              <a:rPr kumimoji="1" lang="vi-VN" altLang="ja-JP" sz="960" dirty="0">
                <a:solidFill>
                  <a:schemeClr val="tx1"/>
                </a:solidFill>
                <a:latin typeface="Times New Roman" pitchFamily="18" charset="0"/>
                <a:ea typeface="Times New Roman" pitchFamily="18" charset="0"/>
                <a:cs typeface="Times New Roman" pitchFamily="18" charset="0"/>
              </a:rPr>
              <a:t/>
            </a:r>
            <a:r>
              <a:rPr kumimoji="1" lang="vi-VN" altLang="en-US" sz="960" dirty="0">
                <a:solidFill>
                  <a:schemeClr val="tx1"/>
                </a:solidFill>
                <a:latin typeface="Times New Roman" pitchFamily="18" charset="0"/>
                <a:ea typeface="Times New Roman" pitchFamily="18" charset="0"/>
                <a:cs typeface="Times New Roman" pitchFamily="18" charset="0"/>
              </a:rPr>
              <a:t/>
            </a:r>
            <a:endParaRPr kumimoji="1" lang="vi-VN" altLang="ja-JP" sz="1200" dirty="0">
              <a:solidFill>
                <a:schemeClr val="tx1"/>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960" b="1" dirty="0">
                <a:solidFill>
                  <a:schemeClr val="accent4"/>
                </a:solidFill>
                <a:latin typeface="Times New Roman" pitchFamily="18" charset="0"/>
                <a:ea typeface="Times New Roman" pitchFamily="18" charset="0"/>
                <a:cs typeface="Times New Roman" pitchFamily="18" charset="0"/>
              </a:rPr>
              <a:t>Cần thiết cho mỗi quá trình</a:t>
            </a:r>
            <a:endParaRPr kumimoji="1" lang="vi-VN" altLang="ja-JP" sz="1200" b="1" dirty="0">
              <a:solidFill>
                <a:schemeClr val="tx1"/>
              </a:solidFill>
              <a:latin typeface="Times New Roman" panose="020B0604030504040204" pitchFamily="18" charset="0"/>
              <a:ea typeface="Times New Roman" panose="020B0604030504040204" pitchFamily="18" charset="0"/>
              <a:cs typeface="Times New Roman" pitchFamily="18" charset="0"/>
            </a:endParaRPr>
          </a:p>
        </p:txBody>
      </p:sp>
      <p:sp>
        <p:nvSpPr>
          <p:cNvPr id="11" name="吹き出し: 角を丸めた四角形 10">
            <a:extLst>
              <a:ext uri="{FF2B5EF4-FFF2-40B4-BE49-F238E27FC236}">
                <a16:creationId xmlns:a16="http://schemas.microsoft.com/office/drawing/2014/main" id="{9EA21758-12AA-5A87-C01B-371D2DFF1559}"/>
              </a:ext>
            </a:extLst>
          </p:cNvPr>
          <p:cNvSpPr/>
          <p:nvPr/>
        </p:nvSpPr>
        <p:spPr>
          <a:xfrm>
            <a:off x="2298865" y="3804378"/>
            <a:ext cx="2066397" cy="571526"/>
          </a:xfrm>
          <a:prstGeom prst="wedgeRoundRectCallout">
            <a:avLst>
              <a:gd name="adj1" fmla="val 25404"/>
              <a:gd name="adj2" fmla="val -71323"/>
              <a:gd name="adj3" fmla="val 16667"/>
            </a:avLst>
          </a:prstGeom>
        </p:spPr>
        <p:style>
          <a:lnRef idx="2">
            <a:schemeClr val="accent6"/>
          </a:lnRef>
          <a:fillRef idx="1">
            <a:schemeClr val="lt1"/>
          </a:fillRef>
          <a:effectRef idx="0">
            <a:schemeClr val="accent6"/>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anose="020B0604030504040204" pitchFamily="18" charset="0"/>
                <a:ea typeface="Times New Roman" panose="020B0604030504040204" pitchFamily="18" charset="0"/>
                <a:cs typeface="Times New Roman" pitchFamily="18" charset="0"/>
              </a:rPr>
              <a:t>Công nhân xem màn hình PC điều khiển.</a:t>
            </a:r>
            <a:r>
              <a:rPr kumimoji="1" lang="vi-VN" altLang="en-US" sz="960" b="1" dirty="0">
                <a:solidFill>
                  <a:schemeClr val="accent4"/>
                </a:solidFill>
                <a:latin typeface="Times New Roman" panose="020B0604030504040204" pitchFamily="18" charset="0"/>
                <a:ea typeface="Times New Roman" panose="020B0604030504040204" pitchFamily="18" charset="0"/>
                <a:cs typeface="Times New Roman" pitchFamily="18" charset="0"/>
              </a:rPr>
              <a:t/>
            </a:r>
            <a:r>
              <a:rPr kumimoji="1" lang="vi-VN" altLang="ja-JP" sz="960" b="1" dirty="0">
                <a:solidFill>
                  <a:schemeClr val="accent4"/>
                </a:solidFill>
                <a:latin typeface="Times New Roman" panose="020B0604030504040204" pitchFamily="18" charset="0"/>
                <a:ea typeface="Times New Roman" panose="020B0604030504040204" pitchFamily="18" charset="0"/>
                <a:cs typeface="Times New Roman" pitchFamily="18" charset="0"/>
              </a:rPr>
              <a:t/>
            </a:r>
            <a:r>
              <a:rPr kumimoji="1" lang="vi-VN" altLang="en-US" sz="960" b="1" dirty="0">
                <a:solidFill>
                  <a:schemeClr val="accent4"/>
                </a:solidFill>
                <a:latin typeface="Times New Roman" panose="020B0604030504040204" pitchFamily="18" charset="0"/>
                <a:ea typeface="Times New Roman" panose="020B0604030504040204" pitchFamily="18" charset="0"/>
                <a:cs typeface="Times New Roman" pitchFamily="18" charset="0"/>
              </a:rPr>
              <a:t/>
            </a:r>
            <a:endParaRPr kumimoji="1" lang="vi-VN" altLang="ja-JP" sz="1200" b="1" dirty="0">
              <a:solidFill>
                <a:schemeClr val="accent4"/>
              </a:solidFill>
              <a:latin typeface="Times New Roman" panose="020B0604030504040204" pitchFamily="18" charset="0"/>
              <a:ea typeface="Times New Roman" panose="020B0604030504040204"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960" b="1" dirty="0">
                <a:solidFill>
                  <a:schemeClr val="accent4"/>
                </a:solidFill>
                <a:latin typeface="Times New Roman" panose="020B0604030504040204" pitchFamily="18" charset="0"/>
                <a:ea typeface="Times New Roman" panose="020B0604030504040204" pitchFamily="18" charset="0"/>
                <a:cs typeface="Times New Roman" pitchFamily="18" charset="0"/>
              </a:rPr>
              <a:t>Thực hiện kiểm tra trong khi quan sát</a:t>
            </a:r>
            <a:endParaRPr kumimoji="1" lang="vi-VN" altLang="ja-JP" sz="1200" b="1" dirty="0">
              <a:solidFill>
                <a:schemeClr val="accent4"/>
              </a:solidFill>
              <a:latin typeface="Times New Roman" panose="020B0604030504040204" pitchFamily="18" charset="0"/>
              <a:ea typeface="Times New Roman" panose="020B0604030504040204" pitchFamily="18" charset="0"/>
              <a:cs typeface="Times New Roman" pitchFamily="18" charset="0"/>
            </a:endParaRPr>
          </a:p>
        </p:txBody>
      </p:sp>
      <p:sp>
        <p:nvSpPr>
          <p:cNvPr id="12" name="吹き出し: 角を丸めた四角形 11">
            <a:extLst>
              <a:ext uri="{FF2B5EF4-FFF2-40B4-BE49-F238E27FC236}">
                <a16:creationId xmlns:a16="http://schemas.microsoft.com/office/drawing/2014/main" id="{64E50C8E-995F-3D89-C23B-BCC331B4D321}"/>
              </a:ext>
            </a:extLst>
          </p:cNvPr>
          <p:cNvSpPr/>
          <p:nvPr/>
        </p:nvSpPr>
        <p:spPr>
          <a:xfrm>
            <a:off x="2711446" y="1595295"/>
            <a:ext cx="2300287" cy="460425"/>
          </a:xfrm>
          <a:prstGeom prst="wedgeRoundRectCallout">
            <a:avLst>
              <a:gd name="adj1" fmla="val -11989"/>
              <a:gd name="adj2" fmla="val 101902"/>
              <a:gd name="adj3" fmla="val 16667"/>
            </a:avLst>
          </a:prstGeom>
        </p:spPr>
        <p:style>
          <a:lnRef idx="2">
            <a:schemeClr val="accent6"/>
          </a:lnRef>
          <a:fillRef idx="1">
            <a:schemeClr val="lt1"/>
          </a:fillRef>
          <a:effectRef idx="0">
            <a:schemeClr val="accent6"/>
          </a:effectRef>
          <a:fontRef idx="minor">
            <a:schemeClr val="dk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itchFamily="18" charset="0"/>
                <a:ea typeface="Times New Roman" pitchFamily="18" charset="0"/>
                <a:cs typeface="Times New Roman" pitchFamily="18" charset="0"/>
              </a:rPr>
              <a:t>Điều khiển PC và sản phẩm</a:t>
            </a:r>
            <a:r>
              <a:rPr kumimoji="1" lang="vi-VN" altLang="ja-JP" sz="960" dirty="0">
                <a:solidFill>
                  <a:schemeClr val="tx1"/>
                </a:solidFill>
                <a:latin typeface="Times New Roman" pitchFamily="18" charset="0"/>
                <a:ea typeface="Times New Roman" pitchFamily="18" charset="0"/>
                <a:cs typeface="Times New Roman" pitchFamily="18" charset="0"/>
              </a:rPr>
              <a:t/>
            </a:r>
            <a:r>
              <a:rPr kumimoji="1" lang="vi-VN" altLang="en-US" sz="960" dirty="0">
                <a:solidFill>
                  <a:schemeClr val="tx1"/>
                </a:solidFill>
                <a:latin typeface="Times New Roman" pitchFamily="18" charset="0"/>
                <a:ea typeface="Times New Roman" pitchFamily="18" charset="0"/>
                <a:cs typeface="Times New Roman" pitchFamily="18" charset="0"/>
              </a:rPr>
              <a:t/>
            </a:r>
            <a:endParaRPr kumimoji="1" lang="vi-VN" altLang="ja-JP" sz="1200"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960" b="1" dirty="0">
                <a:solidFill>
                  <a:schemeClr val="accent4"/>
                </a:solidFill>
                <a:latin typeface="Times New Roman" pitchFamily="18" charset="0"/>
                <a:ea typeface="Times New Roman" pitchFamily="18" charset="0"/>
                <a:cs typeface="Times New Roman" pitchFamily="18" charset="0"/>
              </a:rPr>
              <a:t>Được thực hiện thông qua kết nối có dây và giao tiếp một-một</a:t>
            </a:r>
            <a:r>
              <a:rPr kumimoji="1" lang="vi-VN" altLang="en-US" sz="960" dirty="0">
                <a:solidFill>
                  <a:schemeClr val="tx1"/>
                </a:solidFill>
                <a:latin typeface="Times New Roman" pitchFamily="18" charset="0"/>
                <a:ea typeface="Times New Roman" pitchFamily="18" charset="0"/>
                <a:cs typeface="Times New Roman" pitchFamily="18" charset="0"/>
              </a:rPr>
              <a:t/>
            </a:r>
            <a:r>
              <a:rPr kumimoji="1" lang="vi-VN" altLang="ja-JP" sz="960" b="1" dirty="0">
                <a:solidFill>
                  <a:schemeClr val="accent4"/>
                </a:solidFill>
                <a:latin typeface="Times New Roman" pitchFamily="18" charset="0"/>
                <a:ea typeface="Times New Roman" pitchFamily="18" charset="0"/>
                <a:cs typeface="Times New Roman" pitchFamily="18" charset="0"/>
              </a:rPr>
              <a:t/>
            </a:r>
            <a:r>
              <a:rPr kumimoji="1" lang="vi-VN" altLang="en-US" sz="960" b="1" dirty="0">
                <a:solidFill>
                  <a:schemeClr val="accent4"/>
                </a:solidFill>
                <a:latin typeface="Times New Roman" pitchFamily="18" charset="0"/>
                <a:ea typeface="Times New Roman" pitchFamily="18" charset="0"/>
                <a:cs typeface="Times New Roman" pitchFamily="18" charset="0"/>
              </a:rPr>
              <a:t/>
            </a:r>
            <a:r>
              <a:rPr kumimoji="1" lang="vi-VN" altLang="ja-JP" sz="960" b="1" dirty="0">
                <a:solidFill>
                  <a:schemeClr val="accent4"/>
                </a:solidFill>
                <a:latin typeface="Times New Roman" pitchFamily="18" charset="0"/>
                <a:ea typeface="Times New Roman" pitchFamily="18" charset="0"/>
                <a:cs typeface="Times New Roman" pitchFamily="18" charset="0"/>
              </a:rPr>
              <a:t/>
            </a:r>
            <a:r>
              <a:rPr kumimoji="1" lang="vi-VN" altLang="en-US" sz="960" b="1" dirty="0">
                <a:solidFill>
                  <a:schemeClr val="accent4"/>
                </a:solidFill>
                <a:latin typeface="Times New Roman" pitchFamily="18" charset="0"/>
                <a:ea typeface="Times New Roman" pitchFamily="18" charset="0"/>
                <a:cs typeface="Times New Roman" pitchFamily="18" charset="0"/>
              </a:rPr>
              <a:t/>
            </a:r>
            <a:r>
              <a:rPr kumimoji="1" lang="vi-VN" altLang="en-US" sz="960" dirty="0">
                <a:solidFill>
                  <a:schemeClr val="tx1"/>
                </a:solidFill>
                <a:latin typeface="Times New Roman" pitchFamily="18" charset="0"/>
                <a:ea typeface="Times New Roman" pitchFamily="18" charset="0"/>
                <a:cs typeface="Times New Roman" pitchFamily="18" charset="0"/>
              </a:rPr>
              <a:t/>
            </a:r>
            <a:endParaRPr kumimoji="1" lang="vi-VN" altLang="ja-JP" sz="1200" b="1" dirty="0">
              <a:solidFill>
                <a:schemeClr val="tx1"/>
              </a:solidFill>
              <a:latin typeface="Times New Roman" panose="020B0604030504040204" pitchFamily="18" charset="0"/>
              <a:ea typeface="Times New Roman" panose="020B0604030504040204" pitchFamily="18" charset="0"/>
              <a:cs typeface="Times New Roman" pitchFamily="18" charset="0"/>
            </a:endParaRPr>
          </a:p>
        </p:txBody>
      </p:sp>
      <p:sp>
        <p:nvSpPr>
          <p:cNvPr id="3" name="吹き出し: 角を丸めた四角形 2">
            <a:extLst>
              <a:ext uri="{FF2B5EF4-FFF2-40B4-BE49-F238E27FC236}">
                <a16:creationId xmlns:a16="http://schemas.microsoft.com/office/drawing/2014/main" id="{6AAFB41A-9BC7-A4BD-AD01-C8266BC34F4B}"/>
              </a:ext>
            </a:extLst>
          </p:cNvPr>
          <p:cNvSpPr/>
          <p:nvPr/>
        </p:nvSpPr>
        <p:spPr>
          <a:xfrm>
            <a:off x="1721600" y="2539835"/>
            <a:ext cx="1154531" cy="571526"/>
          </a:xfrm>
          <a:prstGeom prst="wedgeRoundRectCallout">
            <a:avLst>
              <a:gd name="adj1" fmla="val 61592"/>
              <a:gd name="adj2" fmla="val -7292"/>
              <a:gd name="adj3" fmla="val 16667"/>
            </a:avLst>
          </a:prstGeom>
        </p:spPr>
        <p:style>
          <a:lnRef idx="2">
            <a:schemeClr val="accent6"/>
          </a:lnRef>
          <a:fillRef idx="1">
            <a:schemeClr val="lt1"/>
          </a:fillRef>
          <a:effectRef idx="0">
            <a:schemeClr val="accent6"/>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anose="020B0604030504040204" pitchFamily="18" charset="0"/>
                <a:ea typeface="Times New Roman" panose="020B0604030504040204" pitchFamily="18" charset="0"/>
                <a:cs typeface="Times New Roman" pitchFamily="18" charset="0"/>
              </a:rPr>
              <a:t>Hệ thống dây điện là cần thiết cho mỗi quá trình</a:t>
            </a:r>
            <a:r>
              <a:rPr kumimoji="1" lang="vi-VN" altLang="en-US" sz="960" b="1" dirty="0">
                <a:solidFill>
                  <a:schemeClr val="accent4"/>
                </a:solidFill>
                <a:latin typeface="Times New Roman" panose="020B0604030504040204" pitchFamily="18" charset="0"/>
                <a:ea typeface="Times New Roman" panose="020B0604030504040204" pitchFamily="18" charset="0"/>
                <a:cs typeface="Times New Roman" pitchFamily="18" charset="0"/>
              </a:rPr>
              <a:t/>
            </a:r>
            <a:endParaRPr kumimoji="1" lang="vi-VN" altLang="ja-JP" sz="1200" b="1" dirty="0">
              <a:solidFill>
                <a:schemeClr val="accent4"/>
              </a:solidFill>
              <a:latin typeface="Times New Roman" panose="020B0604030504040204" pitchFamily="18" charset="0"/>
              <a:ea typeface="Times New Roman" panose="020B0604030504040204" pitchFamily="18" charset="0"/>
              <a:cs typeface="Times New Roman" pitchFamily="18" charset="0"/>
            </a:endParaRPr>
          </a:p>
        </p:txBody>
      </p:sp>
      <p:sp>
        <p:nvSpPr>
          <p:cNvPr id="6" name="テキスト ボックス 5">
            <a:extLst>
              <a:ext uri="{FF2B5EF4-FFF2-40B4-BE49-F238E27FC236}">
                <a16:creationId xmlns:a16="http://schemas.microsoft.com/office/drawing/2014/main" id="{40EC64BB-8A57-2E93-D3D5-3F8ADA40BF14}"/>
              </a:ext>
            </a:extLst>
          </p:cNvPr>
          <p:cNvSpPr txBox="1"/>
          <p:nvPr/>
        </p:nvSpPr>
        <p:spPr>
          <a:xfrm>
            <a:off x="281207" y="728559"/>
            <a:ext cx="8299824" cy="369332"/>
          </a:xfrm>
          <a:prstGeom prst="rect">
            <a:avLst/>
          </a:prstGeom>
          <a:noFill/>
        </p:spPr>
        <p:txBody>
          <a:bodyPr wrap="square" rtlCol="0"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1440" dirty="0">
                <a:solidFill>
                  <a:schemeClr val="tx1"/>
                </a:solidFill>
                <a:latin typeface="Times New Roman" panose="020B0604030504040204" pitchFamily="18" charset="0"/>
                <a:ea typeface="Times New Roman" panose="020B0604030504040204" pitchFamily="18" charset="0"/>
                <a:cs typeface="Times New Roman" pitchFamily="18" charset="0"/>
              </a:rPr>
              <a:t>Sắp xếp các vấn đề từ quá trình điều chỉnh hiện tại</a:t>
            </a:r>
            <a:endParaRPr kumimoji="1" lang="vi-VN" altLang="ja-JP" dirty="0">
              <a:latin typeface="Times New Roman" pitchFamily="18" charset="0"/>
              <a:ea typeface="Times New Roman" pitchFamily="18" charset="0"/>
              <a:cs typeface="Times New Roman" pitchFamily="18" charset="0"/>
            </a:endParaRPr>
          </a:p>
        </p:txBody>
      </p:sp>
      <p:sp>
        <p:nvSpPr>
          <p:cNvPr id="13" name="四角形: 角を丸くする 12">
            <a:extLst>
              <a:ext uri="{FF2B5EF4-FFF2-40B4-BE49-F238E27FC236}">
                <a16:creationId xmlns:a16="http://schemas.microsoft.com/office/drawing/2014/main" id="{2697F128-E84A-C472-6B26-947091FFA9D1}"/>
              </a:ext>
            </a:extLst>
          </p:cNvPr>
          <p:cNvSpPr/>
          <p:nvPr/>
        </p:nvSpPr>
        <p:spPr>
          <a:xfrm>
            <a:off x="281207" y="2386474"/>
            <a:ext cx="810993" cy="88900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dirty="0">
                <a:solidFill>
                  <a:schemeClr val="tx1"/>
                </a:solidFill>
                <a:latin typeface="Times New Roman" pitchFamily="18" charset="0"/>
                <a:ea typeface="Times New Roman" pitchFamily="18" charset="0"/>
                <a:cs typeface="Times New Roman" pitchFamily="18" charset="0"/>
              </a:rPr>
              <a:t>cuộc họp</a:t>
            </a:r>
            <a:endParaRPr lang="vi-VN">
              <a:latin typeface="Times New Roman" pitchFamily="18" charset="0"/>
              <a:ea typeface="Times New Roman" pitchFamily="18" charset="0"/>
              <a:cs typeface="Times New Roman" pitchFamily="18" charset="0"/>
            </a:endParaRPr>
          </a:p>
        </p:txBody>
      </p:sp>
      <p:sp>
        <p:nvSpPr>
          <p:cNvPr id="14" name="矢印: 下 13">
            <a:extLst>
              <a:ext uri="{FF2B5EF4-FFF2-40B4-BE49-F238E27FC236}">
                <a16:creationId xmlns:a16="http://schemas.microsoft.com/office/drawing/2014/main" id="{7467A4DD-8EF4-6D72-C573-08F00293961A}"/>
              </a:ext>
            </a:extLst>
          </p:cNvPr>
          <p:cNvSpPr/>
          <p:nvPr/>
        </p:nvSpPr>
        <p:spPr>
          <a:xfrm rot="16200000">
            <a:off x="1268402" y="2608711"/>
            <a:ext cx="276996" cy="433774"/>
          </a:xfrm>
          <a:prstGeom prst="downArrow">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076288FC-57CC-8604-E921-F2D95939B1A2}"/>
              </a:ext>
            </a:extLst>
          </p:cNvPr>
          <p:cNvSpPr/>
          <p:nvPr/>
        </p:nvSpPr>
        <p:spPr>
          <a:xfrm>
            <a:off x="8051800" y="2386474"/>
            <a:ext cx="810993" cy="88900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dirty="0">
                <a:solidFill>
                  <a:schemeClr val="tx1"/>
                </a:solidFill>
                <a:latin typeface="Times New Roman" pitchFamily="18" charset="0"/>
                <a:ea typeface="Times New Roman" pitchFamily="18" charset="0"/>
                <a:cs typeface="Times New Roman" pitchFamily="18" charset="0"/>
              </a:rPr>
              <a:t>đóng gói</a:t>
            </a:r>
            <a:endParaRPr lang="vi-VN">
              <a:latin typeface="Times New Roman" pitchFamily="18" charset="0"/>
              <a:ea typeface="Times New Roman" pitchFamily="18" charset="0"/>
              <a:cs typeface="Times New Roman" pitchFamily="18" charset="0"/>
            </a:endParaRPr>
          </a:p>
        </p:txBody>
      </p:sp>
      <p:sp>
        <p:nvSpPr>
          <p:cNvPr id="16" name="矢印: 下 15">
            <a:extLst>
              <a:ext uri="{FF2B5EF4-FFF2-40B4-BE49-F238E27FC236}">
                <a16:creationId xmlns:a16="http://schemas.microsoft.com/office/drawing/2014/main" id="{FDAEE955-297F-A020-E374-2DAF755646C3}"/>
              </a:ext>
            </a:extLst>
          </p:cNvPr>
          <p:cNvSpPr/>
          <p:nvPr/>
        </p:nvSpPr>
        <p:spPr>
          <a:xfrm rot="16200000">
            <a:off x="7588322" y="2616758"/>
            <a:ext cx="276996" cy="433774"/>
          </a:xfrm>
          <a:prstGeom prst="downArrow">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6447E250-C47C-4282-7457-2C53EE5072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569" t="10031" r="28122" b="42828"/>
          <a:stretch/>
        </p:blipFill>
        <p:spPr bwMode="auto">
          <a:xfrm>
            <a:off x="7010582" y="2421284"/>
            <a:ext cx="296870" cy="289306"/>
          </a:xfrm>
          <a:prstGeom prst="rect">
            <a:avLst/>
          </a:prstGeom>
          <a:noFill/>
          <a:extLst>
            <a:ext uri="{909E8E84-426E-40DD-AFC4-6F175D3DCCD1}">
              <a14:hiddenFill xmlns:a14="http://schemas.microsoft.com/office/drawing/2010/main">
                <a:solidFill>
                  <a:srgbClr val="FFFFFF"/>
                </a:solidFill>
              </a14:hiddenFill>
            </a:ext>
          </a:extLst>
        </p:spPr>
      </p:pic>
      <p:pic>
        <p:nvPicPr>
          <p:cNvPr id="17" name="図 16">
            <a:extLst>
              <a:ext uri="{FF2B5EF4-FFF2-40B4-BE49-F238E27FC236}">
                <a16:creationId xmlns:a16="http://schemas.microsoft.com/office/drawing/2014/main" id="{76650D31-D4A6-1881-1402-1BD6189D5AF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0991" t="8206" r="28472" b="51267"/>
          <a:stretch/>
        </p:blipFill>
        <p:spPr bwMode="auto">
          <a:xfrm>
            <a:off x="5436086" y="2422383"/>
            <a:ext cx="296870" cy="287108"/>
          </a:xfrm>
          <a:prstGeom prst="rect">
            <a:avLst/>
          </a:prstGeom>
          <a:noFill/>
          <a:extLst>
            <a:ext uri="{909E8E84-426E-40DD-AFC4-6F175D3DCCD1}">
              <a14:hiddenFill xmlns:a14="http://schemas.microsoft.com/office/drawing/2010/main">
                <a:solidFill>
                  <a:srgbClr val="FFFFFF"/>
                </a:solidFill>
              </a14:hiddenFill>
            </a:ext>
          </a:extLst>
        </p:spPr>
      </p:pic>
      <p:pic>
        <p:nvPicPr>
          <p:cNvPr id="18" name="図 17">
            <a:extLst>
              <a:ext uri="{FF2B5EF4-FFF2-40B4-BE49-F238E27FC236}">
                <a16:creationId xmlns:a16="http://schemas.microsoft.com/office/drawing/2014/main" id="{6EE1EA93-778C-BB3C-53B9-BDE6854B05E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569" t="10031" r="28122" b="42828"/>
          <a:stretch/>
        </p:blipFill>
        <p:spPr bwMode="auto">
          <a:xfrm>
            <a:off x="3861590" y="2421284"/>
            <a:ext cx="296870" cy="289306"/>
          </a:xfrm>
          <a:prstGeom prst="rect">
            <a:avLst/>
          </a:prstGeom>
          <a:noFill/>
          <a:extLst>
            <a:ext uri="{909E8E84-426E-40DD-AFC4-6F175D3DCCD1}">
              <a14:hiddenFill xmlns:a14="http://schemas.microsoft.com/office/drawing/2010/main">
                <a:solidFill>
                  <a:srgbClr val="FFFFFF"/>
                </a:solidFill>
              </a14:hiddenFill>
            </a:ext>
          </a:extLst>
        </p:spPr>
      </p:pic>
      <p:sp>
        <p:nvSpPr>
          <p:cNvPr id="21" name="スライド番号プレースホルダー 1">
            <a:extLst>
              <a:ext uri="{FF2B5EF4-FFF2-40B4-BE49-F238E27FC236}">
                <a16:creationId xmlns:a16="http://schemas.microsoft.com/office/drawing/2014/main" id="{A8B107B0-0A03-4467-0605-75FB6F643D91}"/>
              </a:ext>
            </a:extLst>
          </p:cNvPr>
          <p:cNvSpPr txBox="1">
            <a:spLocks/>
          </p:cNvSpPr>
          <p:nvPr/>
        </p:nvSpPr>
        <p:spPr>
          <a:xfrm>
            <a:off x="7530413" y="4665373"/>
            <a:ext cx="1236216" cy="281231"/>
          </a:xfrm>
          <a:prstGeom prst="rect">
            <a:avLst/>
          </a:prstGeom>
        </p:spPr>
        <p:txBody>
          <a:bodyPr wrap="square"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lang="vi-VN">
                <a:latin typeface="Times New Roman" pitchFamily="18" charset="0"/>
                <a:ea typeface="Times New Roman" pitchFamily="18" charset="0"/>
                <a:cs typeface="Times New Roman" pitchFamily="18" charset="0"/>
              </a:defRPr>
            </a:pPr>
            <a:fld id="{BBCAF52D-4F9C-4C98-97E5-368871F90D31}" type="slidenum">
              <a:rPr kumimoji="1" lang="ja-JP" altLang="en-US" smtClean="0"/>
              <a:pPr algn="r"/>
              <a:t>7</a:t>
            </a:fld>
            <a:endParaRPr kumimoji="1" lang="vi-VN" altLang="en-US" dirty="0">
              <a:latin typeface="Times New Roman" pitchFamily="18" charset="0"/>
              <a:ea typeface="Times New Roman" pitchFamily="18" charset="0"/>
              <a:cs typeface="Times New Roman" pitchFamily="18" charset="0"/>
            </a:endParaRPr>
          </a:p>
        </p:txBody>
      </p:sp>
      <p:sp>
        <p:nvSpPr>
          <p:cNvPr id="22" name="TextBox 21"/>
          <p:cNvSpPr txBox="1"/>
          <p:nvPr/>
        </p:nvSpPr>
        <p:spPr>
          <a:xfrm>
            <a:off x="4285833" y="2212705"/>
            <a:ext cx="3227824" cy="507889"/>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ーーーーーーーーーーーーーーーーーーここーーー</a:t>
            </a:r>
            <a:endParaRPr lang="vi-VN">
              <a:latin typeface="Times New Roman" pitchFamily="18" charset="0"/>
              <a:ea typeface="Times New Roman" pitchFamily="18" charset="0"/>
              <a:cs typeface="Times New Roman" pitchFamily="18" charset="0"/>
            </a:endParaRPr>
          </a:p>
        </p:txBody>
      </p:sp>
      <p:sp>
        <p:nvSpPr>
          <p:cNvPr id="23" name="TextBox 22"/>
          <p:cNvSpPr txBox="1"/>
          <p:nvPr/>
        </p:nvSpPr>
        <p:spPr>
          <a:xfrm>
            <a:off x="2960904" y="2271290"/>
            <a:ext cx="529520" cy="440516"/>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a:t>
            </a:r>
            <a:endParaRPr lang="vi-VN">
              <a:latin typeface="Times New Roman" pitchFamily="18" charset="0"/>
              <a:ea typeface="Times New Roman" pitchFamily="18" charset="0"/>
              <a:cs typeface="Times New Roman" pitchFamily="18" charset="0"/>
            </a:endParaRPr>
          </a:p>
        </p:txBody>
      </p:sp>
      <p:sp>
        <p:nvSpPr>
          <p:cNvPr id="24" name="TextBox 23"/>
          <p:cNvSpPr txBox="1"/>
          <p:nvPr/>
        </p:nvSpPr>
        <p:spPr>
          <a:xfrm>
            <a:off x="6764442" y="2685894"/>
            <a:ext cx="180000" cy="134746"/>
          </a:xfrm>
          <a:prstGeom prst="rect">
            <a:avLst/>
          </a:prstGeom>
          <a:noFill/>
        </p:spPr>
        <p:txBody>
          <a:bodyPr wrap="square" lIns="0" rIns="0" tIns="0" bIns="0">
            <a:spAutoFit/>
          </a:bodyPr>
          <a:lstStyle/>
          <a:p>
            <a:pPr algn="l">
              <a:defRPr sz="763"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quốc gia</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955172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線コネクタ 12">
            <a:extLst>
              <a:ext uri="{FF2B5EF4-FFF2-40B4-BE49-F238E27FC236}">
                <a16:creationId xmlns:a16="http://schemas.microsoft.com/office/drawing/2014/main" id="{B7CF2668-FA72-100D-F4A8-5556E2B523E9}"/>
              </a:ext>
            </a:extLst>
          </p:cNvPr>
          <p:cNvCxnSpPr>
            <a:cxnSpLocks/>
            <a:stCxn id="1130" idx="0"/>
            <a:endCxn id="3" idx="3"/>
          </p:cNvCxnSpPr>
          <p:nvPr/>
        </p:nvCxnSpPr>
        <p:spPr>
          <a:xfrm flipH="1">
            <a:off x="2137226" y="2441628"/>
            <a:ext cx="3347911" cy="205438"/>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148" name="タイトル 1">
            <a:extLst>
              <a:ext uri="{FF2B5EF4-FFF2-40B4-BE49-F238E27FC236}">
                <a16:creationId xmlns:a16="http://schemas.microsoft.com/office/drawing/2014/main" id="{50C58E16-9E60-7FD8-E8D3-554D4D17A7FE}"/>
              </a:ext>
            </a:extLst>
          </p:cNvPr>
          <p:cNvSpPr txBox="1">
            <a:spLocks/>
          </p:cNvSpPr>
          <p:nvPr/>
        </p:nvSpPr>
        <p:spPr>
          <a:xfrm>
            <a:off x="1440872" y="211931"/>
            <a:ext cx="6265069" cy="238125"/>
          </a:xfrm>
          <a:prstGeom prst="rect">
            <a:avLst/>
          </a:prstGeom>
        </p:spPr>
        <p:txBody>
          <a:bodyPr vert="horz" wrap="square" lIns="27432" tIns="18288" rIns="27432" bIns="18288" rtlCol="0" anchor="ctr" anchorCtr="0">
            <a:norm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pPr>
              <a:defRPr lang="vi-VN">
                <a:latin typeface="Times New Roman" pitchFamily="18" charset="0"/>
                <a:ea typeface="Times New Roman" pitchFamily="18" charset="0"/>
                <a:cs typeface="Times New Roman" pitchFamily="18" charset="0"/>
              </a:defRPr>
            </a:pPr>
            <a:r>
              <a:rPr lang="vi-VN" altLang="en-US" sz="1440" dirty="0">
                <a:latin typeface="Times New Roman" panose="020B0604030504040204" pitchFamily="18" charset="0"/>
                <a:ea typeface="Times New Roman" panose="020B0604030504040204" pitchFamily="18" charset="0"/>
                <a:cs typeface="Times New Roman" panose="020B0604030504040204" pitchFamily="18" charset="0"/>
              </a:rPr>
              <a:t>Giới thiệu về hệ thống -Tình trạng phát triển/giới thiệu-</a:t>
            </a:r>
            <a:r>
              <a:rPr lang="vi-VN" altLang="ja-JP" sz="1440" dirty="0">
                <a:latin typeface="Times New Roman" panose="020B0604030504040204" pitchFamily="18" charset="0"/>
                <a:ea typeface="Times New Roman" panose="020B0604030504040204" pitchFamily="18" charset="0"/>
                <a:cs typeface="Times New Roman" panose="020B0604030504040204" pitchFamily="18" charset="0"/>
              </a:rPr>
              <a:t/>
            </a:r>
            <a:r>
              <a:rPr lang="vi-VN" altLang="en-US" sz="1440" dirty="0">
                <a:latin typeface="Times New Roman" panose="020B0604030504040204" pitchFamily="18" charset="0"/>
                <a:ea typeface="Times New Roman" panose="020B0604030504040204" pitchFamily="18" charset="0"/>
                <a:cs typeface="Times New Roman" panose="020B0604030504040204" pitchFamily="18" charset="0"/>
              </a:rPr>
              <a:t/>
            </a:r>
            <a:r>
              <a:rPr lang="vi-VN" altLang="ja-JP" sz="1440" dirty="0">
                <a:latin typeface="Times New Roman" panose="020B0604030504040204" pitchFamily="18" charset="0"/>
                <a:ea typeface="Times New Roman" panose="020B0604030504040204" pitchFamily="18" charset="0"/>
                <a:cs typeface="Times New Roman" panose="020B0604030504040204" pitchFamily="18" charset="0"/>
              </a:rPr>
              <a:t/>
            </a:r>
            <a:endParaRPr lang="vi-VN">
              <a:latin typeface="Times New Roman" pitchFamily="18" charset="0"/>
              <a:ea typeface="Times New Roman" pitchFamily="18" charset="0"/>
              <a:cs typeface="Times New Roman" pitchFamily="18" charset="0"/>
            </a:endParaRPr>
          </a:p>
        </p:txBody>
      </p:sp>
      <p:grpSp>
        <p:nvGrpSpPr>
          <p:cNvPr id="1146" name="グループ化 1145">
            <a:extLst>
              <a:ext uri="{FF2B5EF4-FFF2-40B4-BE49-F238E27FC236}">
                <a16:creationId xmlns:a16="http://schemas.microsoft.com/office/drawing/2014/main" id="{DBFA6CD6-A9CD-4B53-B85A-B93381EB8D5A}"/>
              </a:ext>
            </a:extLst>
          </p:cNvPr>
          <p:cNvGrpSpPr/>
          <p:nvPr/>
        </p:nvGrpSpPr>
        <p:grpSpPr>
          <a:xfrm>
            <a:off x="4106705" y="2977398"/>
            <a:ext cx="685727" cy="497677"/>
            <a:chOff x="3635420" y="1796499"/>
            <a:chExt cx="685727" cy="497677"/>
          </a:xfrm>
        </p:grpSpPr>
        <p:pic>
          <p:nvPicPr>
            <p:cNvPr id="1030" name="Picture 2" descr="本 icon">
              <a:extLst>
                <a:ext uri="{FF2B5EF4-FFF2-40B4-BE49-F238E27FC236}">
                  <a16:creationId xmlns:a16="http://schemas.microsoft.com/office/drawing/2014/main" id="{15FC6307-ECAF-9F46-D5D1-6342587BD78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35420" y="1796499"/>
              <a:ext cx="497587" cy="497677"/>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4" descr="タブレット icon">
              <a:extLst>
                <a:ext uri="{FF2B5EF4-FFF2-40B4-BE49-F238E27FC236}">
                  <a16:creationId xmlns:a16="http://schemas.microsoft.com/office/drawing/2014/main" id="{84828697-2F85-490B-216E-1803777EDA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9427" y="1969231"/>
              <a:ext cx="321720" cy="321720"/>
            </a:xfrm>
            <a:prstGeom prst="rect">
              <a:avLst/>
            </a:prstGeom>
            <a:noFill/>
            <a:extLst>
              <a:ext uri="{909E8E84-426E-40DD-AFC4-6F175D3DCCD1}">
                <a14:hiddenFill xmlns:a14="http://schemas.microsoft.com/office/drawing/2010/main">
                  <a:solidFill>
                    <a:srgbClr val="FFFFFF"/>
                  </a:solidFill>
                </a14:hiddenFill>
              </a:ext>
            </a:extLst>
          </p:spPr>
        </p:pic>
      </p:grpSp>
      <p:pic>
        <p:nvPicPr>
          <p:cNvPr id="37" name="図 36">
            <a:extLst>
              <a:ext uri="{FF2B5EF4-FFF2-40B4-BE49-F238E27FC236}">
                <a16:creationId xmlns:a16="http://schemas.microsoft.com/office/drawing/2014/main" id="{B26C15B5-006E-128D-65D4-E48D454008CF}"/>
              </a:ext>
            </a:extLst>
          </p:cNvPr>
          <p:cNvPicPr>
            <a:picLocks noChangeAspect="1"/>
          </p:cNvPicPr>
          <p:nvPr/>
        </p:nvPicPr>
        <p:blipFill>
          <a:blip r:embed="rId4"/>
          <a:stretch>
            <a:fillRect/>
          </a:stretch>
        </p:blipFill>
        <p:spPr>
          <a:xfrm>
            <a:off x="6087288" y="3748913"/>
            <a:ext cx="445330" cy="445330"/>
          </a:xfrm>
          <a:prstGeom prst="rect">
            <a:avLst/>
          </a:prstGeom>
        </p:spPr>
      </p:pic>
      <p:grpSp>
        <p:nvGrpSpPr>
          <p:cNvPr id="29" name="グループ化 28">
            <a:extLst>
              <a:ext uri="{FF2B5EF4-FFF2-40B4-BE49-F238E27FC236}">
                <a16:creationId xmlns:a16="http://schemas.microsoft.com/office/drawing/2014/main" id="{79438EB7-D9F1-6537-E670-48AA818413A6}"/>
              </a:ext>
            </a:extLst>
          </p:cNvPr>
          <p:cNvGrpSpPr/>
          <p:nvPr/>
        </p:nvGrpSpPr>
        <p:grpSpPr>
          <a:xfrm>
            <a:off x="2309946" y="3041370"/>
            <a:ext cx="780737" cy="875704"/>
            <a:chOff x="2495451" y="2115383"/>
            <a:chExt cx="780737" cy="875704"/>
          </a:xfrm>
        </p:grpSpPr>
        <p:pic>
          <p:nvPicPr>
            <p:cNvPr id="1135" name="図 1134">
              <a:extLst>
                <a:ext uri="{FF2B5EF4-FFF2-40B4-BE49-F238E27FC236}">
                  <a16:creationId xmlns:a16="http://schemas.microsoft.com/office/drawing/2014/main" id="{E6E7D9FF-05F1-FD93-356D-FF66A88E7DC5}"/>
                </a:ext>
              </a:extLst>
            </p:cNvPr>
            <p:cNvPicPr>
              <a:picLocks noChangeAspect="1"/>
            </p:cNvPicPr>
            <p:nvPr/>
          </p:nvPicPr>
          <p:blipFill>
            <a:blip r:embed="rId5"/>
            <a:stretch>
              <a:fillRect/>
            </a:stretch>
          </p:blipFill>
          <p:spPr>
            <a:xfrm>
              <a:off x="2495451" y="2608140"/>
              <a:ext cx="672065" cy="382947"/>
            </a:xfrm>
            <a:prstGeom prst="rect">
              <a:avLst/>
            </a:prstGeom>
          </p:spPr>
        </p:pic>
        <p:grpSp>
          <p:nvGrpSpPr>
            <p:cNvPr id="1027" name="グループ化 1026">
              <a:extLst>
                <a:ext uri="{FF2B5EF4-FFF2-40B4-BE49-F238E27FC236}">
                  <a16:creationId xmlns:a16="http://schemas.microsoft.com/office/drawing/2014/main" id="{6153762B-7205-47EC-3126-F23EBA114048}"/>
                </a:ext>
              </a:extLst>
            </p:cNvPr>
            <p:cNvGrpSpPr/>
            <p:nvPr/>
          </p:nvGrpSpPr>
          <p:grpSpPr>
            <a:xfrm>
              <a:off x="2656785" y="2115383"/>
              <a:ext cx="619403" cy="548075"/>
              <a:chOff x="5052869" y="1061229"/>
              <a:chExt cx="697168" cy="624901"/>
            </a:xfrm>
          </p:grpSpPr>
          <p:pic>
            <p:nvPicPr>
              <p:cNvPr id="1028" name="図 1027">
                <a:extLst>
                  <a:ext uri="{FF2B5EF4-FFF2-40B4-BE49-F238E27FC236}">
                    <a16:creationId xmlns:a16="http://schemas.microsoft.com/office/drawing/2014/main" id="{1557F96D-28AF-1EF7-13A7-75465E8ED586}"/>
                  </a:ext>
                </a:extLst>
              </p:cNvPr>
              <p:cNvPicPr>
                <a:picLocks noChangeAspect="1"/>
              </p:cNvPicPr>
              <p:nvPr/>
            </p:nvPicPr>
            <p:blipFill>
              <a:blip r:embed="rId6"/>
              <a:stretch>
                <a:fillRect/>
              </a:stretch>
            </p:blipFill>
            <p:spPr>
              <a:xfrm>
                <a:off x="5052869" y="1061229"/>
                <a:ext cx="410842" cy="624901"/>
              </a:xfrm>
              <a:prstGeom prst="rect">
                <a:avLst/>
              </a:prstGeom>
            </p:spPr>
          </p:pic>
          <p:pic>
            <p:nvPicPr>
              <p:cNvPr id="1029" name="図 1028" descr="シングルボードコンピュータのイラスト | かわいいフリー素材集 いらすとや">
                <a:extLst>
                  <a:ext uri="{FF2B5EF4-FFF2-40B4-BE49-F238E27FC236}">
                    <a16:creationId xmlns:a16="http://schemas.microsoft.com/office/drawing/2014/main" id="{F41FAFF7-00E8-13D9-2EC6-C891ACC7892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86469" y="1218646"/>
                <a:ext cx="463568" cy="418167"/>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1130" name="図 1129">
            <a:extLst>
              <a:ext uri="{FF2B5EF4-FFF2-40B4-BE49-F238E27FC236}">
                <a16:creationId xmlns:a16="http://schemas.microsoft.com/office/drawing/2014/main" id="{3A265AB1-5BD3-CB38-8DE2-9259CCAFDC37}"/>
              </a:ext>
            </a:extLst>
          </p:cNvPr>
          <p:cNvPicPr>
            <a:picLocks noChangeAspect="1"/>
          </p:cNvPicPr>
          <p:nvPr/>
        </p:nvPicPr>
        <p:blipFill>
          <a:blip r:embed="rId8">
            <a:duotone>
              <a:schemeClr val="accent1">
                <a:shade val="45000"/>
                <a:satMod val="135000"/>
              </a:schemeClr>
              <a:prstClr val="white"/>
            </a:duotone>
          </a:blip>
          <a:stretch>
            <a:fillRect/>
          </a:stretch>
        </p:blipFill>
        <p:spPr>
          <a:xfrm rot="13229081">
            <a:off x="5420241" y="2270663"/>
            <a:ext cx="255885" cy="194215"/>
          </a:xfrm>
          <a:prstGeom prst="rect">
            <a:avLst/>
          </a:prstGeom>
        </p:spPr>
      </p:pic>
      <p:pic>
        <p:nvPicPr>
          <p:cNvPr id="1026" name="Picture 2" descr="モニター icon">
            <a:extLst>
              <a:ext uri="{FF2B5EF4-FFF2-40B4-BE49-F238E27FC236}">
                <a16:creationId xmlns:a16="http://schemas.microsoft.com/office/drawing/2014/main" id="{CAEAC56D-34B5-8CB6-10E5-8D9E538C22E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123380" y="2993338"/>
            <a:ext cx="445330" cy="390715"/>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線コネクタ 11">
            <a:extLst>
              <a:ext uri="{FF2B5EF4-FFF2-40B4-BE49-F238E27FC236}">
                <a16:creationId xmlns:a16="http://schemas.microsoft.com/office/drawing/2014/main" id="{76382541-0046-911C-8C2D-51C749B58EB4}"/>
              </a:ext>
            </a:extLst>
          </p:cNvPr>
          <p:cNvCxnSpPr>
            <a:cxnSpLocks/>
            <a:stCxn id="1130" idx="0"/>
            <a:endCxn id="1029" idx="0"/>
          </p:cNvCxnSpPr>
          <p:nvPr/>
        </p:nvCxnSpPr>
        <p:spPr>
          <a:xfrm flipH="1">
            <a:off x="2884753" y="2441628"/>
            <a:ext cx="2600384" cy="737806"/>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69EFD219-3823-801F-126A-9A4AE973B6E2}"/>
              </a:ext>
            </a:extLst>
          </p:cNvPr>
          <p:cNvCxnSpPr>
            <a:cxnSpLocks/>
            <a:stCxn id="1130" idx="0"/>
            <a:endCxn id="1123" idx="0"/>
          </p:cNvCxnSpPr>
          <p:nvPr/>
        </p:nvCxnSpPr>
        <p:spPr>
          <a:xfrm flipH="1">
            <a:off x="4379806" y="2441628"/>
            <a:ext cx="1105331" cy="1326763"/>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nvGrpSpPr>
          <p:cNvPr id="30" name="グループ化 29">
            <a:extLst>
              <a:ext uri="{FF2B5EF4-FFF2-40B4-BE49-F238E27FC236}">
                <a16:creationId xmlns:a16="http://schemas.microsoft.com/office/drawing/2014/main" id="{77A60A55-901F-B293-84E0-2A23B98EEB9A}"/>
              </a:ext>
            </a:extLst>
          </p:cNvPr>
          <p:cNvGrpSpPr/>
          <p:nvPr/>
        </p:nvGrpSpPr>
        <p:grpSpPr>
          <a:xfrm>
            <a:off x="3804999" y="3630327"/>
            <a:ext cx="780737" cy="875704"/>
            <a:chOff x="2495451" y="2115383"/>
            <a:chExt cx="780737" cy="875704"/>
          </a:xfrm>
        </p:grpSpPr>
        <p:pic>
          <p:nvPicPr>
            <p:cNvPr id="31" name="図 30">
              <a:extLst>
                <a:ext uri="{FF2B5EF4-FFF2-40B4-BE49-F238E27FC236}">
                  <a16:creationId xmlns:a16="http://schemas.microsoft.com/office/drawing/2014/main" id="{B5FC1D54-DAA8-3938-F74A-9E3766FCA27F}"/>
                </a:ext>
              </a:extLst>
            </p:cNvPr>
            <p:cNvPicPr>
              <a:picLocks noChangeAspect="1"/>
            </p:cNvPicPr>
            <p:nvPr/>
          </p:nvPicPr>
          <p:blipFill>
            <a:blip r:embed="rId5"/>
            <a:stretch>
              <a:fillRect/>
            </a:stretch>
          </p:blipFill>
          <p:spPr>
            <a:xfrm>
              <a:off x="2495451" y="2608140"/>
              <a:ext cx="672065" cy="382947"/>
            </a:xfrm>
            <a:prstGeom prst="rect">
              <a:avLst/>
            </a:prstGeom>
          </p:spPr>
        </p:pic>
        <p:grpSp>
          <p:nvGrpSpPr>
            <p:cNvPr id="1121" name="グループ化 1120">
              <a:extLst>
                <a:ext uri="{FF2B5EF4-FFF2-40B4-BE49-F238E27FC236}">
                  <a16:creationId xmlns:a16="http://schemas.microsoft.com/office/drawing/2014/main" id="{7623DA78-0B58-1C6B-5ACC-153AB99D47F5}"/>
                </a:ext>
              </a:extLst>
            </p:cNvPr>
            <p:cNvGrpSpPr/>
            <p:nvPr/>
          </p:nvGrpSpPr>
          <p:grpSpPr>
            <a:xfrm>
              <a:off x="2656785" y="2115383"/>
              <a:ext cx="619403" cy="548075"/>
              <a:chOff x="5052869" y="1061229"/>
              <a:chExt cx="697168" cy="624901"/>
            </a:xfrm>
          </p:grpSpPr>
          <p:pic>
            <p:nvPicPr>
              <p:cNvPr id="1122" name="図 1121">
                <a:extLst>
                  <a:ext uri="{FF2B5EF4-FFF2-40B4-BE49-F238E27FC236}">
                    <a16:creationId xmlns:a16="http://schemas.microsoft.com/office/drawing/2014/main" id="{47B6509E-8F90-1463-7B18-803ED1BAEE46}"/>
                  </a:ext>
                </a:extLst>
              </p:cNvPr>
              <p:cNvPicPr>
                <a:picLocks noChangeAspect="1"/>
              </p:cNvPicPr>
              <p:nvPr/>
            </p:nvPicPr>
            <p:blipFill>
              <a:blip r:embed="rId6"/>
              <a:stretch>
                <a:fillRect/>
              </a:stretch>
            </p:blipFill>
            <p:spPr>
              <a:xfrm>
                <a:off x="5052869" y="1061229"/>
                <a:ext cx="410842" cy="624901"/>
              </a:xfrm>
              <a:prstGeom prst="rect">
                <a:avLst/>
              </a:prstGeom>
            </p:spPr>
          </p:pic>
          <p:pic>
            <p:nvPicPr>
              <p:cNvPr id="1123" name="図 1122" descr="シングルボードコンピュータのイラスト | かわいいフリー素材集 いらすとや">
                <a:extLst>
                  <a:ext uri="{FF2B5EF4-FFF2-40B4-BE49-F238E27FC236}">
                    <a16:creationId xmlns:a16="http://schemas.microsoft.com/office/drawing/2014/main" id="{4A0B6DB4-E7C1-4243-1893-B5B962392C7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86469" y="1218646"/>
                <a:ext cx="463568" cy="41816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129" name="フリーフォーム 119">
            <a:extLst>
              <a:ext uri="{FF2B5EF4-FFF2-40B4-BE49-F238E27FC236}">
                <a16:creationId xmlns:a16="http://schemas.microsoft.com/office/drawing/2014/main" id="{EC955DF7-CAE5-4B8F-9AD7-6AEDC70D1512}"/>
              </a:ext>
            </a:extLst>
          </p:cNvPr>
          <p:cNvSpPr/>
          <p:nvPr/>
        </p:nvSpPr>
        <p:spPr>
          <a:xfrm rot="11096976" flipH="1" flipV="1">
            <a:off x="6323186" y="3299364"/>
            <a:ext cx="45719" cy="471785"/>
          </a:xfrm>
          <a:custGeom>
            <a:avLst/>
            <a:gdLst>
              <a:gd name="connsiteX0" fmla="*/ 37338 w 386413"/>
              <a:gd name="connsiteY0" fmla="*/ 0 h 952500"/>
              <a:gd name="connsiteX1" fmla="*/ 30988 w 386413"/>
              <a:gd name="connsiteY1" fmla="*/ 514350 h 952500"/>
              <a:gd name="connsiteX2" fmla="*/ 373888 w 386413"/>
              <a:gd name="connsiteY2" fmla="*/ 400050 h 952500"/>
              <a:gd name="connsiteX3" fmla="*/ 278638 w 386413"/>
              <a:gd name="connsiteY3" fmla="*/ 952500 h 952500"/>
            </a:gdLst>
            <a:ahLst/>
            <a:cxnLst>
              <a:cxn ang="0">
                <a:pos x="connsiteX0" y="connsiteY0"/>
              </a:cxn>
              <a:cxn ang="0">
                <a:pos x="connsiteX1" y="connsiteY1"/>
              </a:cxn>
              <a:cxn ang="0">
                <a:pos x="connsiteX2" y="connsiteY2"/>
              </a:cxn>
              <a:cxn ang="0">
                <a:pos x="connsiteX3" y="connsiteY3"/>
              </a:cxn>
            </a:cxnLst>
            <a:rect l="l" t="t" r="r" b="b"/>
            <a:pathLst>
              <a:path w="386413" h="952500">
                <a:moveTo>
                  <a:pt x="37338" y="0"/>
                </a:moveTo>
                <a:cubicBezTo>
                  <a:pt x="6117" y="223837"/>
                  <a:pt x="-25104" y="447675"/>
                  <a:pt x="30988" y="514350"/>
                </a:cubicBezTo>
                <a:cubicBezTo>
                  <a:pt x="87080" y="581025"/>
                  <a:pt x="332613" y="327025"/>
                  <a:pt x="373888" y="400050"/>
                </a:cubicBezTo>
                <a:cubicBezTo>
                  <a:pt x="415163" y="473075"/>
                  <a:pt x="346900" y="712787"/>
                  <a:pt x="278638" y="9525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1137" name="直線コネクタ 1136">
            <a:extLst>
              <a:ext uri="{FF2B5EF4-FFF2-40B4-BE49-F238E27FC236}">
                <a16:creationId xmlns:a16="http://schemas.microsoft.com/office/drawing/2014/main" id="{AE56D53A-AA44-7797-FCEA-030416D0D9C0}"/>
              </a:ext>
            </a:extLst>
          </p:cNvPr>
          <p:cNvCxnSpPr>
            <a:cxnSpLocks/>
            <a:stCxn id="1130" idx="0"/>
            <a:endCxn id="1026" idx="1"/>
          </p:cNvCxnSpPr>
          <p:nvPr/>
        </p:nvCxnSpPr>
        <p:spPr>
          <a:xfrm>
            <a:off x="5485137" y="2441628"/>
            <a:ext cx="638243" cy="747068"/>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149" name="直線コネクタ 1148">
            <a:extLst>
              <a:ext uri="{FF2B5EF4-FFF2-40B4-BE49-F238E27FC236}">
                <a16:creationId xmlns:a16="http://schemas.microsoft.com/office/drawing/2014/main" id="{33F4FF9B-72AF-0706-36DC-4AA38C0C7494}"/>
              </a:ext>
            </a:extLst>
          </p:cNvPr>
          <p:cNvCxnSpPr>
            <a:cxnSpLocks/>
            <a:stCxn id="1130" idx="0"/>
            <a:endCxn id="1031" idx="0"/>
          </p:cNvCxnSpPr>
          <p:nvPr/>
        </p:nvCxnSpPr>
        <p:spPr>
          <a:xfrm flipH="1">
            <a:off x="4631572" y="2441628"/>
            <a:ext cx="853565" cy="708502"/>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49" name="吹き出し: 四角形 48">
            <a:extLst>
              <a:ext uri="{FF2B5EF4-FFF2-40B4-BE49-F238E27FC236}">
                <a16:creationId xmlns:a16="http://schemas.microsoft.com/office/drawing/2014/main" id="{AFE678C0-D439-8C73-B57B-826E93C5FEF3}"/>
              </a:ext>
            </a:extLst>
          </p:cNvPr>
          <p:cNvSpPr/>
          <p:nvPr/>
        </p:nvSpPr>
        <p:spPr>
          <a:xfrm>
            <a:off x="1245369" y="3988249"/>
            <a:ext cx="2466576" cy="579265"/>
          </a:xfrm>
          <a:prstGeom prst="wedgeRectCallout">
            <a:avLst>
              <a:gd name="adj1" fmla="val 11106"/>
              <a:gd name="adj2" fmla="val -85753"/>
            </a:avLst>
          </a:prstGeom>
          <a:solidFill>
            <a:schemeClr val="tx2">
              <a:lumMod val="10000"/>
              <a:lumOff val="9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lang="vi-VN" altLang="ja-JP" sz="900" b="1" dirty="0">
                <a:solidFill>
                  <a:schemeClr val="tx1"/>
                </a:solidFill>
                <a:latin typeface="Times New Roman" pitchFamily="18" charset="0"/>
                <a:ea typeface="Times New Roman" pitchFamily="18" charset="0"/>
                <a:cs typeface="Times New Roman" pitchFamily="18" charset="0"/>
              </a:rPr>
              <a:t>Raspberry Pi</a:t>
            </a:r>
            <a:endParaRPr lang="vi-VN" altLang="ja-JP" sz="900"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dirty="0">
                <a:solidFill>
                  <a:schemeClr val="tx1"/>
                </a:solidFill>
                <a:latin typeface="Times New Roman" pitchFamily="18" charset="0"/>
                <a:ea typeface="Times New Roman" pitchFamily="18" charset="0"/>
                <a:cs typeface="Times New Roman" pitchFamily="18" charset="0"/>
              </a:rPr>
              <a:t>・HostPCからのCông đoạn / Quy trìnhファイルを解析・コマンド生成</a:t>
            </a:r>
            <a:r>
              <a:rPr lang="vi-VN" altLang="ja-JP" sz="900" dirty="0" err="1">
                <a:solidFill>
                  <a:schemeClr val="tx1"/>
                </a:solidFill>
                <a:latin typeface="Times New Roman" pitchFamily="18" charset="0"/>
                <a:ea typeface="Times New Roman" pitchFamily="18" charset="0"/>
                <a:cs typeface="Times New Roman" pitchFamily="18" charset="0"/>
              </a:rPr>
              <a:t/>
            </a:r>
            <a:r>
              <a:rPr lang="vi-VN" altLang="en-US" sz="900" dirty="0">
                <a:solidFill>
                  <a:schemeClr val="tx1"/>
                </a:solidFill>
                <a:latin typeface="Times New Roman" pitchFamily="18" charset="0"/>
                <a:ea typeface="Times New Roman" pitchFamily="18" charset="0"/>
                <a:cs typeface="Times New Roman" pitchFamily="18" charset="0"/>
              </a:rPr>
              <a:t/>
            </a:r>
            <a:endParaRPr lang="vi-VN" altLang="ja-JP" sz="900"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dirty="0">
                <a:solidFill>
                  <a:schemeClr val="tx1"/>
                </a:solidFill>
                <a:latin typeface="Times New Roman" pitchFamily="18" charset="0"/>
                <a:ea typeface="Times New Roman" pitchFamily="18" charset="0"/>
                <a:cs typeface="Times New Roman" pitchFamily="18" charset="0"/>
              </a:rPr>
              <a:t>・製品に設定/照合コマンド送受信</a:t>
            </a:r>
            <a:r>
              <a:rPr lang="vi-VN" altLang="ja-JP" sz="900" dirty="0">
                <a:solidFill>
                  <a:schemeClr val="tx1"/>
                </a:solidFill>
                <a:latin typeface="Times New Roman" pitchFamily="18" charset="0"/>
                <a:ea typeface="Times New Roman" pitchFamily="18" charset="0"/>
                <a:cs typeface="Times New Roman" pitchFamily="18" charset="0"/>
              </a:rPr>
              <a:t/>
            </a:r>
            <a:r>
              <a:rPr lang="vi-VN" altLang="en-US" sz="900" dirty="0">
                <a:solidFill>
                  <a:schemeClr val="tx1"/>
                </a:solidFill>
                <a:latin typeface="Times New Roman" pitchFamily="18" charset="0"/>
                <a:ea typeface="Times New Roman" pitchFamily="18" charset="0"/>
                <a:cs typeface="Times New Roman" pitchFamily="18" charset="0"/>
              </a:rPr>
              <a:t/>
            </a:r>
            <a:endParaRPr lang="vi-VN" altLang="ja-JP" sz="900" dirty="0">
              <a:solidFill>
                <a:schemeClr val="tx1"/>
              </a:solidFill>
              <a:latin typeface="Times New Roman" pitchFamily="18" charset="0"/>
              <a:ea typeface="Times New Roman" pitchFamily="18" charset="0"/>
              <a:cs typeface="Times New Roman" pitchFamily="18" charset="0"/>
            </a:endParaRPr>
          </a:p>
        </p:txBody>
      </p:sp>
      <p:sp>
        <p:nvSpPr>
          <p:cNvPr id="50" name="吹き出し: 四角形 49">
            <a:extLst>
              <a:ext uri="{FF2B5EF4-FFF2-40B4-BE49-F238E27FC236}">
                <a16:creationId xmlns:a16="http://schemas.microsoft.com/office/drawing/2014/main" id="{ECE27A9A-6429-5EA6-8C4B-4AA3C3BDA040}"/>
              </a:ext>
            </a:extLst>
          </p:cNvPr>
          <p:cNvSpPr/>
          <p:nvPr/>
        </p:nvSpPr>
        <p:spPr>
          <a:xfrm>
            <a:off x="4631572" y="3988249"/>
            <a:ext cx="1132696" cy="385062"/>
          </a:xfrm>
          <a:prstGeom prst="wedgeRectCallout">
            <a:avLst>
              <a:gd name="adj1" fmla="val -62914"/>
              <a:gd name="adj2" fmla="val 3132"/>
            </a:avLst>
          </a:prstGeom>
          <a:solidFill>
            <a:schemeClr val="tx2">
              <a:lumMod val="10000"/>
              <a:lumOff val="9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lang="vi-VN" altLang="ja-JP" sz="900" b="1" dirty="0">
                <a:solidFill>
                  <a:schemeClr val="tx1"/>
                </a:solidFill>
                <a:latin typeface="Times New Roman" pitchFamily="18" charset="0"/>
                <a:ea typeface="Times New Roman" pitchFamily="18" charset="0"/>
                <a:cs typeface="Times New Roman" pitchFamily="18" charset="0"/>
              </a:rPr>
              <a:t>AGV Controller</a:t>
            </a:r>
            <a:endParaRPr lang="vi-VN">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dirty="0">
                <a:solidFill>
                  <a:schemeClr val="tx1"/>
                </a:solidFill>
                <a:latin typeface="Times New Roman" pitchFamily="18" charset="0"/>
                <a:ea typeface="Times New Roman" pitchFamily="18" charset="0"/>
                <a:cs typeface="Times New Roman" pitchFamily="18" charset="0"/>
              </a:rPr>
              <a:t>・製品への移動指示</a:t>
            </a:r>
            <a:endParaRPr lang="vi-VN">
              <a:latin typeface="Times New Roman" pitchFamily="18" charset="0"/>
              <a:ea typeface="Times New Roman" pitchFamily="18" charset="0"/>
              <a:cs typeface="Times New Roman" pitchFamily="18" charset="0"/>
            </a:endParaRPr>
          </a:p>
        </p:txBody>
      </p:sp>
      <p:sp>
        <p:nvSpPr>
          <p:cNvPr id="52" name="吹き出し: 四角形 51">
            <a:extLst>
              <a:ext uri="{FF2B5EF4-FFF2-40B4-BE49-F238E27FC236}">
                <a16:creationId xmlns:a16="http://schemas.microsoft.com/office/drawing/2014/main" id="{8288FAB1-3FFB-8FD1-1DF7-B6B8884216EE}"/>
              </a:ext>
            </a:extLst>
          </p:cNvPr>
          <p:cNvSpPr/>
          <p:nvPr/>
        </p:nvSpPr>
        <p:spPr>
          <a:xfrm>
            <a:off x="5893415" y="4237034"/>
            <a:ext cx="1189549" cy="385062"/>
          </a:xfrm>
          <a:prstGeom prst="wedgeRectCallout">
            <a:avLst>
              <a:gd name="adj1" fmla="val -23297"/>
              <a:gd name="adj2" fmla="val -60802"/>
            </a:avLst>
          </a:prstGeom>
          <a:solidFill>
            <a:schemeClr val="tx2">
              <a:lumMod val="10000"/>
              <a:lumOff val="9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lang="vi-VN" altLang="en-US" sz="900" b="1" dirty="0">
                <a:solidFill>
                  <a:schemeClr val="tx1"/>
                </a:solidFill>
                <a:latin typeface="Times New Roman" pitchFamily="18" charset="0"/>
                <a:ea typeface="Times New Roman" pitchFamily="18" charset="0"/>
                <a:cs typeface="Times New Roman" pitchFamily="18" charset="0"/>
              </a:rPr>
              <a:t>máy quét phân tích</a:t>
            </a:r>
            <a:endParaRPr lang="vi-VN" altLang="ja-JP" sz="900" b="1"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dirty="0">
                <a:solidFill>
                  <a:schemeClr val="tx1"/>
                </a:solidFill>
                <a:latin typeface="Times New Roman" pitchFamily="18" charset="0"/>
                <a:ea typeface="Times New Roman" pitchFamily="18" charset="0"/>
                <a:cs typeface="Times New Roman" pitchFamily="18" charset="0"/>
              </a:rPr>
              <a:t>・公正されたスキャナー</a:t>
            </a:r>
            <a:endParaRPr lang="vi-VN" altLang="ja-JP" sz="900" dirty="0">
              <a:solidFill>
                <a:schemeClr val="tx1"/>
              </a:solidFill>
              <a:latin typeface="Times New Roman" pitchFamily="18" charset="0"/>
              <a:ea typeface="Times New Roman" pitchFamily="18" charset="0"/>
              <a:cs typeface="Times New Roman" pitchFamily="18" charset="0"/>
            </a:endParaRPr>
          </a:p>
        </p:txBody>
      </p:sp>
      <p:sp>
        <p:nvSpPr>
          <p:cNvPr id="53" name="吹き出し: 四角形 52">
            <a:extLst>
              <a:ext uri="{FF2B5EF4-FFF2-40B4-BE49-F238E27FC236}">
                <a16:creationId xmlns:a16="http://schemas.microsoft.com/office/drawing/2014/main" id="{D9218144-0537-4E87-E36B-CED6D6561ACA}"/>
              </a:ext>
            </a:extLst>
          </p:cNvPr>
          <p:cNvSpPr/>
          <p:nvPr/>
        </p:nvSpPr>
        <p:spPr>
          <a:xfrm>
            <a:off x="5838461" y="2455685"/>
            <a:ext cx="1573491" cy="385062"/>
          </a:xfrm>
          <a:prstGeom prst="wedgeRectCallout">
            <a:avLst>
              <a:gd name="adj1" fmla="val -14838"/>
              <a:gd name="adj2" fmla="val 81079"/>
            </a:avLst>
          </a:prstGeom>
          <a:solidFill>
            <a:schemeClr val="tx2">
              <a:lumMod val="10000"/>
              <a:lumOff val="9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lang="vi-VN" altLang="en-US" sz="900" b="1" dirty="0">
                <a:solidFill>
                  <a:schemeClr val="tx1"/>
                </a:solidFill>
                <a:latin typeface="Times New Roman" pitchFamily="18" charset="0"/>
                <a:ea typeface="Times New Roman" pitchFamily="18" charset="0"/>
                <a:cs typeface="Times New Roman" pitchFamily="18" charset="0"/>
              </a:rPr>
              <a:t>Máy tính phân tích hình ảnh</a:t>
            </a:r>
            <a:r>
              <a:rPr lang="vi-VN" altLang="ja-JP" sz="900" b="1" dirty="0">
                <a:solidFill>
                  <a:schemeClr val="tx1"/>
                </a:solidFill>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dirty="0">
                <a:solidFill>
                  <a:schemeClr val="tx1"/>
                </a:solidFill>
                <a:latin typeface="Times New Roman" pitchFamily="18" charset="0"/>
                <a:ea typeface="Times New Roman" pitchFamily="18" charset="0"/>
                <a:cs typeface="Times New Roman" pitchFamily="18" charset="0"/>
              </a:rPr>
              <a:t>・出力された画像のKiểm traを行う</a:t>
            </a:r>
            <a:endParaRPr lang="vi-VN" altLang="ja-JP" sz="900" dirty="0">
              <a:solidFill>
                <a:schemeClr val="tx1"/>
              </a:solidFill>
              <a:latin typeface="Times New Roman" pitchFamily="18" charset="0"/>
              <a:ea typeface="Times New Roman" pitchFamily="18" charset="0"/>
              <a:cs typeface="Times New Roman" pitchFamily="18" charset="0"/>
            </a:endParaRPr>
          </a:p>
        </p:txBody>
      </p:sp>
      <p:sp>
        <p:nvSpPr>
          <p:cNvPr id="54" name="吹き出し: 四角形 53">
            <a:extLst>
              <a:ext uri="{FF2B5EF4-FFF2-40B4-BE49-F238E27FC236}">
                <a16:creationId xmlns:a16="http://schemas.microsoft.com/office/drawing/2014/main" id="{11726426-0FEC-BD9F-7B18-965B35C8039C}"/>
              </a:ext>
            </a:extLst>
          </p:cNvPr>
          <p:cNvSpPr/>
          <p:nvPr/>
        </p:nvSpPr>
        <p:spPr>
          <a:xfrm>
            <a:off x="6217044" y="1537828"/>
            <a:ext cx="1505075" cy="495856"/>
          </a:xfrm>
          <a:prstGeom prst="wedgeRectCallout">
            <a:avLst>
              <a:gd name="adj1" fmla="val -37223"/>
              <a:gd name="adj2" fmla="val 70965"/>
            </a:avLst>
          </a:prstGeom>
          <a:solidFill>
            <a:schemeClr val="accent1">
              <a:lumMod val="40000"/>
              <a:lumOff val="6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lang="vi-VN" altLang="ja-JP" sz="900" b="1" dirty="0" err="1">
                <a:solidFill>
                  <a:schemeClr val="tx1"/>
                </a:solidFill>
                <a:latin typeface="Times New Roman" pitchFamily="18" charset="0"/>
                <a:ea typeface="Times New Roman" pitchFamily="18" charset="0"/>
                <a:cs typeface="Times New Roman" pitchFamily="18" charset="0"/>
              </a:rPr>
              <a:t>HostPC</a:t>
            </a:r>
            <a:endParaRPr lang="vi-VN" altLang="ja-JP" sz="900" b="1"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dirty="0">
                <a:solidFill>
                  <a:schemeClr val="tx1"/>
                </a:solidFill>
                <a:latin typeface="Times New Roman" pitchFamily="18" charset="0"/>
                <a:ea typeface="Times New Roman" pitchFamily="18" charset="0"/>
                <a:cs typeface="Times New Roman" pitchFamily="18" charset="0"/>
              </a:rPr>
              <a:t>・多システムの統括</a:t>
            </a:r>
            <a:endParaRPr lang="vi-VN" altLang="ja-JP" sz="900"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900" dirty="0">
                <a:solidFill>
                  <a:schemeClr val="tx1"/>
                </a:solidFill>
                <a:latin typeface="Times New Roman" pitchFamily="18" charset="0"/>
                <a:ea typeface="Times New Roman" pitchFamily="18" charset="0"/>
                <a:cs typeface="Times New Roman" pitchFamily="18" charset="0"/>
              </a:rPr>
              <a:t>・各製品のCông đoạn / Quy trìnhTiến độを管理</a:t>
            </a:r>
            <a:endParaRPr kumimoji="1" lang="vi-VN" altLang="en-US" sz="1350" dirty="0">
              <a:solidFill>
                <a:schemeClr val="tx1"/>
              </a:solidFill>
              <a:latin typeface="Times New Roman" pitchFamily="18" charset="0"/>
              <a:ea typeface="Times New Roman" pitchFamily="18" charset="0"/>
              <a:cs typeface="Times New Roman" pitchFamily="18" charset="0"/>
            </a:endParaRPr>
          </a:p>
        </p:txBody>
      </p:sp>
      <p:sp>
        <p:nvSpPr>
          <p:cNvPr id="56" name="吹き出し: 四角形 55">
            <a:extLst>
              <a:ext uri="{FF2B5EF4-FFF2-40B4-BE49-F238E27FC236}">
                <a16:creationId xmlns:a16="http://schemas.microsoft.com/office/drawing/2014/main" id="{9FF36628-100F-0A75-EC49-F918747221A6}"/>
              </a:ext>
            </a:extLst>
          </p:cNvPr>
          <p:cNvSpPr/>
          <p:nvPr/>
        </p:nvSpPr>
        <p:spPr>
          <a:xfrm>
            <a:off x="4048291" y="2454535"/>
            <a:ext cx="1287793" cy="385062"/>
          </a:xfrm>
          <a:prstGeom prst="wedgeRectCallout">
            <a:avLst>
              <a:gd name="adj1" fmla="val -3522"/>
              <a:gd name="adj2" fmla="val 109597"/>
            </a:avLst>
          </a:prstGeom>
          <a:solidFill>
            <a:schemeClr val="tx2">
              <a:lumMod val="10000"/>
              <a:lumOff val="9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lang="vi-VN" altLang="ja-JP" sz="900" b="1" dirty="0">
                <a:solidFill>
                  <a:schemeClr val="tx1"/>
                </a:solidFill>
                <a:latin typeface="Times New Roman" pitchFamily="18" charset="0"/>
                <a:ea typeface="Times New Roman" pitchFamily="18" charset="0"/>
                <a:cs typeface="Times New Roman" pitchFamily="18" charset="0"/>
              </a:rPr>
              <a:t>Viên thuốc</a:t>
            </a:r>
            <a:r>
              <a:rPr lang="vi-VN" altLang="en-US" sz="900" b="1" dirty="0">
                <a:solidFill>
                  <a:schemeClr val="tx1"/>
                </a:solidFill>
                <a:latin typeface="Times New Roman" pitchFamily="18" charset="0"/>
                <a:ea typeface="Times New Roman" pitchFamily="18" charset="0"/>
                <a:cs typeface="Times New Roman" pitchFamily="18" charset="0"/>
              </a:rPr>
              <a:t/>
            </a:r>
            <a:endParaRPr lang="vi-VN" altLang="ja-JP" sz="900" b="1"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dirty="0">
                <a:solidFill>
                  <a:schemeClr val="tx1"/>
                </a:solidFill>
                <a:latin typeface="Times New Roman" pitchFamily="18" charset="0"/>
                <a:ea typeface="Times New Roman" pitchFamily="18" charset="0"/>
                <a:cs typeface="Times New Roman" pitchFamily="18" charset="0"/>
              </a:rPr>
              <a:t>・作業者へ作業指示</a:t>
            </a:r>
            <a:endParaRPr lang="vi-VN" altLang="ja-JP" sz="900" dirty="0">
              <a:solidFill>
                <a:schemeClr val="tx1"/>
              </a:solidFill>
              <a:latin typeface="Times New Roman" pitchFamily="18" charset="0"/>
              <a:ea typeface="Times New Roman" pitchFamily="18" charset="0"/>
              <a:cs typeface="Times New Roman" pitchFamily="18" charset="0"/>
            </a:endParaRPr>
          </a:p>
        </p:txBody>
      </p:sp>
      <p:pic>
        <p:nvPicPr>
          <p:cNvPr id="3" name="図 2">
            <a:extLst>
              <a:ext uri="{FF2B5EF4-FFF2-40B4-BE49-F238E27FC236}">
                <a16:creationId xmlns:a16="http://schemas.microsoft.com/office/drawing/2014/main" id="{DDB32856-E83C-4F9A-4157-E4D19925E1BA}"/>
              </a:ext>
            </a:extLst>
          </p:cNvPr>
          <p:cNvPicPr>
            <a:picLocks noChangeAspect="1"/>
          </p:cNvPicPr>
          <p:nvPr/>
        </p:nvPicPr>
        <p:blipFill>
          <a:blip r:embed="rId10"/>
          <a:stretch>
            <a:fillRect/>
          </a:stretch>
        </p:blipFill>
        <p:spPr>
          <a:xfrm>
            <a:off x="1641369" y="2399137"/>
            <a:ext cx="495857" cy="495857"/>
          </a:xfrm>
          <a:prstGeom prst="rect">
            <a:avLst/>
          </a:prstGeom>
        </p:spPr>
      </p:pic>
      <p:sp>
        <p:nvSpPr>
          <p:cNvPr id="4" name="吹き出し: 四角形 3">
            <a:extLst>
              <a:ext uri="{FF2B5EF4-FFF2-40B4-BE49-F238E27FC236}">
                <a16:creationId xmlns:a16="http://schemas.microsoft.com/office/drawing/2014/main" id="{029DBA18-3634-C52B-FD38-E34F6A958DD3}"/>
              </a:ext>
            </a:extLst>
          </p:cNvPr>
          <p:cNvSpPr/>
          <p:nvPr/>
        </p:nvSpPr>
        <p:spPr>
          <a:xfrm>
            <a:off x="410235" y="2988295"/>
            <a:ext cx="1617242" cy="483555"/>
          </a:xfrm>
          <a:prstGeom prst="wedgeRectCallout">
            <a:avLst>
              <a:gd name="adj1" fmla="val 41741"/>
              <a:gd name="adj2" fmla="val -65310"/>
            </a:avLst>
          </a:prstGeom>
          <a:solidFill>
            <a:schemeClr val="tx2">
              <a:lumMod val="10000"/>
              <a:lumOff val="9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lang="vi-VN" altLang="ja-JP" sz="900" b="1" dirty="0" err="1">
                <a:solidFill>
                  <a:schemeClr val="tx1"/>
                </a:solidFill>
                <a:latin typeface="Times New Roman" pitchFamily="18" charset="0"/>
                <a:ea typeface="Times New Roman" pitchFamily="18" charset="0"/>
                <a:cs typeface="Times New Roman" pitchFamily="18" charset="0"/>
              </a:rPr>
              <a:t>Bảng điều khiển (Shiryu)</a:t>
            </a:r>
            <a:r>
              <a:rPr lang="vi-VN" altLang="en-US" sz="900" b="1" dirty="0">
                <a:solidFill>
                  <a:schemeClr val="tx1"/>
                </a:solidFill>
                <a:latin typeface="Times New Roman" pitchFamily="18" charset="0"/>
                <a:ea typeface="Times New Roman" pitchFamily="18" charset="0"/>
                <a:cs typeface="Times New Roman" pitchFamily="18" charset="0"/>
              </a:rPr>
              <a:t/>
            </a:r>
            <a:endParaRPr lang="vi-VN" altLang="ja-JP" sz="900" b="1"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dirty="0">
                <a:solidFill>
                  <a:schemeClr val="tx1"/>
                </a:solidFill>
                <a:latin typeface="Times New Roman" pitchFamily="18" charset="0"/>
                <a:ea typeface="Times New Roman" pitchFamily="18" charset="0"/>
                <a:cs typeface="Times New Roman" pitchFamily="18" charset="0"/>
              </a:rPr>
              <a:t>・製品のCông đoạn / Quy trình実施状況を表示</a:t>
            </a:r>
            <a:endParaRPr lang="vi-VN" altLang="ja-JP" sz="900" dirty="0">
              <a:solidFill>
                <a:schemeClr val="tx1"/>
              </a:solidFill>
              <a:latin typeface="Times New Roman" pitchFamily="18" charset="0"/>
              <a:ea typeface="Times New Roman" pitchFamily="18" charset="0"/>
              <a:cs typeface="Times New Roman" pitchFamily="18" charset="0"/>
            </a:endParaRPr>
          </a:p>
        </p:txBody>
      </p:sp>
      <p:sp>
        <p:nvSpPr>
          <p:cNvPr id="11" name="スライド番号プレースホルダー 10">
            <a:extLst>
              <a:ext uri="{FF2B5EF4-FFF2-40B4-BE49-F238E27FC236}">
                <a16:creationId xmlns:a16="http://schemas.microsoft.com/office/drawing/2014/main" id="{04714820-4FE2-A2EB-5C00-A1104795E950}"/>
              </a:ext>
            </a:extLst>
          </p:cNvPr>
          <p:cNvSpPr>
            <a:spLocks noGrp="1"/>
          </p:cNvSpPr>
          <p:nvPr>
            <p:ph type="sldNum" sz="quarter" idx="12"/>
          </p:nvPr>
        </p:nvSpPr>
        <p:spPr/>
        <p:txBody>
          <a:bodyPr wrap="square" lIns="27432" rIns="27432" tIns="18288" bIns="18288">
            <a:normAutofit/>
          </a:bodyPr>
          <a:lstStyle/>
          <a:p>
            <a:pPr>
              <a:defRPr lang="vi-VN">
                <a:latin typeface="Times New Roman" pitchFamily="18" charset="0"/>
                <a:ea typeface="Times New Roman" pitchFamily="18" charset="0"/>
                <a:cs typeface="Times New Roman" pitchFamily="18" charset="0"/>
              </a:defRPr>
            </a:pPr>
            <a:fld id="{75BB8461-A4F8-4BBC-AB2D-5D80B8F30C85}" type="slidenum">
              <a:rPr kumimoji="1" lang="ja-JP" altLang="en-US" smtClean="0"/>
              <a:t>8</a:t>
            </a:fld>
            <a:endParaRPr kumimoji="1" lang="vi-VN" altLang="en-US">
              <a:latin typeface="Times New Roman" pitchFamily="18" charset="0"/>
              <a:ea typeface="Times New Roman" pitchFamily="18" charset="0"/>
              <a:cs typeface="Times New Roman" pitchFamily="18" charset="0"/>
            </a:endParaRPr>
          </a:p>
        </p:txBody>
      </p:sp>
      <p:pic>
        <p:nvPicPr>
          <p:cNvPr id="14" name="図 13">
            <a:extLst>
              <a:ext uri="{FF2B5EF4-FFF2-40B4-BE49-F238E27FC236}">
                <a16:creationId xmlns:a16="http://schemas.microsoft.com/office/drawing/2014/main" id="{4402F92D-4DB6-3D21-CF49-3AEFCDDE7D7C}"/>
              </a:ext>
            </a:extLst>
          </p:cNvPr>
          <p:cNvPicPr>
            <a:picLocks noChangeAspect="1"/>
          </p:cNvPicPr>
          <p:nvPr/>
        </p:nvPicPr>
        <p:blipFill>
          <a:blip r:embed="rId11"/>
          <a:stretch>
            <a:fillRect/>
          </a:stretch>
        </p:blipFill>
        <p:spPr>
          <a:xfrm>
            <a:off x="5593829" y="1770811"/>
            <a:ext cx="580774" cy="580774"/>
          </a:xfrm>
          <a:prstGeom prst="rect">
            <a:avLst/>
          </a:prstGeom>
        </p:spPr>
      </p:pic>
      <p:pic>
        <p:nvPicPr>
          <p:cNvPr id="2" name="図 1">
            <a:extLst>
              <a:ext uri="{FF2B5EF4-FFF2-40B4-BE49-F238E27FC236}">
                <a16:creationId xmlns:a16="http://schemas.microsoft.com/office/drawing/2014/main" id="{325F06EA-447A-D60F-07E4-2E9F68B226AC}"/>
              </a:ext>
            </a:extLst>
          </p:cNvPr>
          <p:cNvPicPr>
            <a:picLocks noChangeAspect="1"/>
          </p:cNvPicPr>
          <p:nvPr/>
        </p:nvPicPr>
        <p:blipFill>
          <a:blip r:embed="rId12"/>
          <a:stretch>
            <a:fillRect/>
          </a:stretch>
        </p:blipFill>
        <p:spPr>
          <a:xfrm>
            <a:off x="531391" y="672471"/>
            <a:ext cx="3939321" cy="1239083"/>
          </a:xfrm>
          <a:prstGeom prst="rect">
            <a:avLst/>
          </a:prstGeom>
        </p:spPr>
      </p:pic>
      <p:sp>
        <p:nvSpPr>
          <p:cNvPr id="26" name="テキスト ボックス 165">
            <a:extLst>
              <a:ext uri="{FF2B5EF4-FFF2-40B4-BE49-F238E27FC236}">
                <a16:creationId xmlns:a16="http://schemas.microsoft.com/office/drawing/2014/main" id="{234E2A81-F8C8-DAC9-7311-F06DC9111551}"/>
              </a:ext>
            </a:extLst>
          </p:cNvPr>
          <p:cNvSpPr txBox="1"/>
          <p:nvPr/>
        </p:nvSpPr>
        <p:spPr>
          <a:xfrm>
            <a:off x="4883587" y="822028"/>
            <a:ext cx="3043558" cy="101566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lIns="27432" rIns="27432" tIns="18288" bIns="18288">
            <a:norm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1200" b="1" dirty="0">
                <a:solidFill>
                  <a:srgbClr val="FF0000"/>
                </a:solidFill>
                <a:latin typeface="Times New Roman" panose="020B0604030504040204" pitchFamily="18" charset="0"/>
                <a:ea typeface="Times New Roman" panose="020B0604030504040204" pitchFamily="18" charset="0"/>
                <a:cs typeface="Times New Roman" pitchFamily="18" charset="0"/>
              </a:rPr>
              <a:t>・マスターのPCが管理(HostPC)</a:t>
            </a:r>
            <a:r>
              <a:rPr kumimoji="1" lang="vi-VN" altLang="ja-JP" sz="1200" b="1" dirty="0">
                <a:solidFill>
                  <a:srgbClr val="FF0000"/>
                </a:solidFill>
                <a:latin typeface="Times New Roman" panose="020B0604030504040204" pitchFamily="18" charset="0"/>
                <a:ea typeface="Times New Roman" panose="020B0604030504040204" pitchFamily="18" charset="0"/>
                <a:cs typeface="Times New Roman" pitchFamily="18" charset="0"/>
              </a:rPr>
              <a:t/>
            </a:r>
            <a:r>
              <a:rPr kumimoji="1" lang="vi-VN" altLang="en-US" sz="1200" b="1" dirty="0">
                <a:solidFill>
                  <a:srgbClr val="FF0000"/>
                </a:solidFill>
                <a:latin typeface="Times New Roman" panose="020B0604030504040204" pitchFamily="18" charset="0"/>
                <a:ea typeface="Times New Roman" panose="020B0604030504040204" pitchFamily="18" charset="0"/>
                <a:cs typeface="Times New Roman" pitchFamily="18" charset="0"/>
              </a:rPr>
              <a:t/>
            </a:r>
            <a:r>
              <a:rPr kumimoji="1" lang="vi-VN" altLang="ja-JP" sz="1200" b="1" dirty="0">
                <a:solidFill>
                  <a:srgbClr val="FF0000"/>
                </a:solidFill>
                <a:latin typeface="Times New Roman" panose="020B0604030504040204" pitchFamily="18" charset="0"/>
                <a:ea typeface="Times New Roman" panose="020B0604030504040204" pitchFamily="18" charset="0"/>
                <a:cs typeface="Times New Roman" pitchFamily="18" charset="0"/>
              </a:rPr>
              <a:t/>
            </a:r>
            <a:r>
              <a:rPr kumimoji="1" lang="vi-VN" altLang="ja-JP" sz="1200" b="1" dirty="0" err="1">
                <a:solidFill>
                  <a:srgbClr val="FF0000"/>
                </a:solidFill>
                <a:latin typeface="Times New Roman" panose="020B0604030504040204" pitchFamily="18" charset="0"/>
                <a:ea typeface="Times New Roman" panose="020B0604030504040204" pitchFamily="18" charset="0"/>
                <a:cs typeface="Times New Roman" pitchFamily="18" charset="0"/>
              </a:rPr>
              <a:t/>
            </a:r>
            <a:r>
              <a:rPr kumimoji="1" lang="vi-VN" altLang="ja-JP" sz="1200" b="1" dirty="0">
                <a:solidFill>
                  <a:srgbClr val="FF0000"/>
                </a:solidFill>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200" b="1" dirty="0">
                <a:solidFill>
                  <a:srgbClr val="FF0000"/>
                </a:solidFill>
                <a:latin typeface="Times New Roman" panose="020B0604030504040204" pitchFamily="18" charset="0"/>
                <a:ea typeface="Times New Roman" panose="020B0604030504040204" pitchFamily="18" charset="0"/>
                <a:cs typeface="Times New Roman" pitchFamily="18" charset="0"/>
              </a:rPr>
              <a:t>・製品-PC間にデバイス設置(Raspberry Pi)</a:t>
            </a:r>
            <a:r>
              <a:rPr kumimoji="1" lang="vi-VN" altLang="ja-JP" sz="1200" b="1" dirty="0">
                <a:solidFill>
                  <a:srgbClr val="FF0000"/>
                </a:solidFill>
                <a:latin typeface="Times New Roman" panose="020B0604030504040204" pitchFamily="18" charset="0"/>
                <a:ea typeface="Times New Roman" panose="020B0604030504040204" pitchFamily="18" charset="0"/>
                <a:cs typeface="Times New Roman" pitchFamily="18" charset="0"/>
              </a:rPr>
              <a:t/>
            </a:r>
            <a:r>
              <a:rPr kumimoji="1" lang="vi-VN" altLang="en-US" sz="1200" b="1" dirty="0">
                <a:solidFill>
                  <a:srgbClr val="FF0000"/>
                </a:solidFill>
                <a:latin typeface="Times New Roman" panose="020B0604030504040204" pitchFamily="18" charset="0"/>
                <a:ea typeface="Times New Roman" panose="020B0604030504040204" pitchFamily="18" charset="0"/>
                <a:cs typeface="Times New Roman" pitchFamily="18" charset="0"/>
              </a:rPr>
              <a:t/>
            </a:r>
            <a:r>
              <a:rPr kumimoji="1" lang="vi-VN" altLang="ja-JP" sz="1200" b="1" dirty="0">
                <a:solidFill>
                  <a:srgbClr val="FF0000"/>
                </a:solidFill>
                <a:latin typeface="Times New Roman" panose="020B0604030504040204" pitchFamily="18" charset="0"/>
                <a:ea typeface="Times New Roman" panose="020B0604030504040204" pitchFamily="18" charset="0"/>
                <a:cs typeface="Times New Roman" pitchFamily="18" charset="0"/>
              </a:rPr>
              <a:t/>
            </a:r>
            <a:r>
              <a:rPr kumimoji="1" lang="vi-VN" altLang="en-US" sz="1200" b="1" dirty="0">
                <a:solidFill>
                  <a:srgbClr val="FF0000"/>
                </a:solidFill>
                <a:latin typeface="Times New Roman" panose="020B0604030504040204" pitchFamily="18" charset="0"/>
                <a:ea typeface="Times New Roman" panose="020B0604030504040204" pitchFamily="18" charset="0"/>
                <a:cs typeface="Times New Roman" pitchFamily="18" charset="0"/>
              </a:rPr>
              <a:t/>
            </a:r>
            <a:r>
              <a:rPr kumimoji="1" lang="vi-VN" altLang="ja-JP" sz="1200" b="1" dirty="0">
                <a:solidFill>
                  <a:srgbClr val="FF0000"/>
                </a:solidFill>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200" b="1" dirty="0">
                <a:solidFill>
                  <a:srgbClr val="FF0000"/>
                </a:solidFill>
                <a:latin typeface="Times New Roman" panose="020B0604030504040204" pitchFamily="18" charset="0"/>
                <a:ea typeface="Times New Roman" panose="020B0604030504040204" pitchFamily="18" charset="0"/>
                <a:cs typeface="Times New Roman" pitchFamily="18" charset="0"/>
              </a:rPr>
              <a:t>・無線化・AGV使用</a:t>
            </a:r>
            <a:r>
              <a:rPr kumimoji="1" lang="vi-VN" altLang="ja-JP" sz="1200" b="1" dirty="0">
                <a:solidFill>
                  <a:srgbClr val="FF0000"/>
                </a:solidFill>
                <a:latin typeface="Times New Roman" panose="020B0604030504040204" pitchFamily="18" charset="0"/>
                <a:ea typeface="Times New Roman" panose="020B0604030504040204" pitchFamily="18" charset="0"/>
                <a:cs typeface="Times New Roman" pitchFamily="18" charset="0"/>
              </a:rPr>
              <a:t/>
            </a:r>
            <a:r>
              <a:rPr kumimoji="1" lang="vi-VN" altLang="en-US" sz="1200" b="1" dirty="0">
                <a:solidFill>
                  <a:srgbClr val="FF0000"/>
                </a:solidFill>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endParaRPr kumimoji="1" lang="vi-VN" altLang="ja-JP" sz="1200" b="1" dirty="0">
              <a:solidFill>
                <a:srgbClr val="FF0000"/>
              </a:solidFill>
              <a:latin typeface="Times New Roman" panose="020B0604030504040204" pitchFamily="18" charset="0"/>
              <a:ea typeface="Times New Roman" panose="020B0604030504040204"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endParaRPr kumimoji="1" lang="vi-VN" altLang="en-US" sz="1200" b="1" dirty="0">
              <a:solidFill>
                <a:srgbClr val="FF0000"/>
              </a:solidFill>
              <a:latin typeface="Times New Roman" panose="020B0604030504040204" pitchFamily="18" charset="0"/>
              <a:ea typeface="Times New Roman" panose="020B0604030504040204" pitchFamily="18" charset="0"/>
              <a:cs typeface="Times New Roman" pitchFamily="18" charset="0"/>
            </a:endParaRPr>
          </a:p>
        </p:txBody>
      </p:sp>
      <p:sp>
        <p:nvSpPr>
          <p:cNvPr id="27" name="矢印: 右 26">
            <a:extLst>
              <a:ext uri="{FF2B5EF4-FFF2-40B4-BE49-F238E27FC236}">
                <a16:creationId xmlns:a16="http://schemas.microsoft.com/office/drawing/2014/main" id="{65A6B6A4-35AF-CE12-1514-B2A8613FF496}"/>
              </a:ext>
            </a:extLst>
          </p:cNvPr>
          <p:cNvSpPr/>
          <p:nvPr/>
        </p:nvSpPr>
        <p:spPr>
          <a:xfrm>
            <a:off x="4585736" y="1035325"/>
            <a:ext cx="307778" cy="256687"/>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0" name="テキスト ボックス 165">
            <a:extLst>
              <a:ext uri="{FF2B5EF4-FFF2-40B4-BE49-F238E27FC236}">
                <a16:creationId xmlns:a16="http://schemas.microsoft.com/office/drawing/2014/main" id="{535889A0-CF90-8916-A8D3-F49B9A3C65BE}"/>
              </a:ext>
            </a:extLst>
          </p:cNvPr>
          <p:cNvSpPr txBox="1"/>
          <p:nvPr/>
        </p:nvSpPr>
        <p:spPr>
          <a:xfrm>
            <a:off x="775942" y="1944375"/>
            <a:ext cx="2857510" cy="30777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lIns="27432" rIns="27432" tIns="18288" bIns="18288">
            <a:norm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defRPr lang="vi-VN">
                <a:latin typeface="Times New Roman" pitchFamily="18" charset="0"/>
                <a:ea typeface="Times New Roman" pitchFamily="18" charset="0"/>
                <a:cs typeface="Times New Roman" pitchFamily="18" charset="0"/>
              </a:defRPr>
            </a:pPr>
            <a:r>
              <a:rPr kumimoji="1" lang="vi-VN" altLang="en-US" sz="1120" b="1" dirty="0">
                <a:solidFill>
                  <a:srgbClr val="FF0000"/>
                </a:solidFill>
                <a:latin typeface="Times New Roman" panose="020B0604030504040204" pitchFamily="18" charset="0"/>
                <a:ea typeface="Times New Roman" panose="020B0604030504040204" pitchFamily="18" charset="0"/>
                <a:cs typeface="Times New Roman" pitchFamily="18" charset="0"/>
              </a:rPr>
              <a:t>Hiện thực hóa sơ đồ bố trí quy trình lý tưởng</a:t>
            </a:r>
            <a:endParaRPr lang="vi-VN">
              <a:latin typeface="Times New Roman" pitchFamily="18" charset="0"/>
              <a:ea typeface="Times New Roman" pitchFamily="18" charset="0"/>
              <a:cs typeface="Times New Roman" pitchFamily="18" charset="0"/>
            </a:endParaRPr>
          </a:p>
        </p:txBody>
      </p:sp>
      <p:grpSp>
        <p:nvGrpSpPr>
          <p:cNvPr id="1143" name="Group 144">
            <a:extLst>
              <a:ext uri="{FF2B5EF4-FFF2-40B4-BE49-F238E27FC236}">
                <a16:creationId xmlns:a16="http://schemas.microsoft.com/office/drawing/2014/main" id="{E86E151E-03DA-7EB7-A3E0-EB5E2A2364C7}"/>
              </a:ext>
            </a:extLst>
          </p:cNvPr>
          <p:cNvGrpSpPr/>
          <p:nvPr/>
        </p:nvGrpSpPr>
        <p:grpSpPr>
          <a:xfrm rot="4714225">
            <a:off x="1060913" y="2316160"/>
            <a:ext cx="354082" cy="204684"/>
            <a:chOff x="7314313" y="3192341"/>
            <a:chExt cx="419736" cy="140698"/>
          </a:xfrm>
          <a:solidFill>
            <a:schemeClr val="accent2"/>
          </a:solidFill>
        </p:grpSpPr>
        <p:sp>
          <p:nvSpPr>
            <p:cNvPr id="1144" name="Freeform 72">
              <a:extLst>
                <a:ext uri="{FF2B5EF4-FFF2-40B4-BE49-F238E27FC236}">
                  <a16:creationId xmlns:a16="http://schemas.microsoft.com/office/drawing/2014/main" id="{7D081DB9-2B6F-3F6A-9437-CC3B35D7ED2A}"/>
                </a:ext>
              </a:extLst>
            </p:cNvPr>
            <p:cNvSpPr>
              <a:spLocks noChangeAspect="1"/>
            </p:cNvSpPr>
            <p:nvPr/>
          </p:nvSpPr>
          <p:spPr bwMode="auto">
            <a:xfrm>
              <a:off x="7314313" y="3240329"/>
              <a:ext cx="364491" cy="92710"/>
            </a:xfrm>
            <a:custGeom>
              <a:avLst/>
              <a:gdLst>
                <a:gd name="T0" fmla="*/ 803 w 809"/>
                <a:gd name="T1" fmla="*/ 1 h 206"/>
                <a:gd name="T2" fmla="*/ 723 w 809"/>
                <a:gd name="T3" fmla="*/ 68 h 206"/>
                <a:gd name="T4" fmla="*/ 690 w 809"/>
                <a:gd name="T5" fmla="*/ 90 h 206"/>
                <a:gd name="T6" fmla="*/ 632 w 809"/>
                <a:gd name="T7" fmla="*/ 122 h 206"/>
                <a:gd name="T8" fmla="*/ 577 w 809"/>
                <a:gd name="T9" fmla="*/ 143 h 206"/>
                <a:gd name="T10" fmla="*/ 558 w 809"/>
                <a:gd name="T11" fmla="*/ 148 h 206"/>
                <a:gd name="T12" fmla="*/ 524 w 809"/>
                <a:gd name="T13" fmla="*/ 154 h 206"/>
                <a:gd name="T14" fmla="*/ 499 w 809"/>
                <a:gd name="T15" fmla="*/ 159 h 206"/>
                <a:gd name="T16" fmla="*/ 475 w 809"/>
                <a:gd name="T17" fmla="*/ 163 h 206"/>
                <a:gd name="T18" fmla="*/ 464 w 809"/>
                <a:gd name="T19" fmla="*/ 165 h 206"/>
                <a:gd name="T20" fmla="*/ 426 w 809"/>
                <a:gd name="T21" fmla="*/ 170 h 206"/>
                <a:gd name="T22" fmla="*/ 337 w 809"/>
                <a:gd name="T23" fmla="*/ 175 h 206"/>
                <a:gd name="T24" fmla="*/ 239 w 809"/>
                <a:gd name="T25" fmla="*/ 169 h 206"/>
                <a:gd name="T26" fmla="*/ 96 w 809"/>
                <a:gd name="T27" fmla="*/ 131 h 206"/>
                <a:gd name="T28" fmla="*/ 80 w 809"/>
                <a:gd name="T29" fmla="*/ 123 h 206"/>
                <a:gd name="T30" fmla="*/ 59 w 809"/>
                <a:gd name="T31" fmla="*/ 112 h 206"/>
                <a:gd name="T32" fmla="*/ 45 w 809"/>
                <a:gd name="T33" fmla="*/ 104 h 206"/>
                <a:gd name="T34" fmla="*/ 17 w 809"/>
                <a:gd name="T35" fmla="*/ 91 h 206"/>
                <a:gd name="T36" fmla="*/ 7 w 809"/>
                <a:gd name="T37" fmla="*/ 94 h 206"/>
                <a:gd name="T38" fmla="*/ 3 w 809"/>
                <a:gd name="T39" fmla="*/ 107 h 206"/>
                <a:gd name="T40" fmla="*/ 26 w 809"/>
                <a:gd name="T41" fmla="*/ 127 h 206"/>
                <a:gd name="T42" fmla="*/ 42 w 809"/>
                <a:gd name="T43" fmla="*/ 138 h 206"/>
                <a:gd name="T44" fmla="*/ 59 w 809"/>
                <a:gd name="T45" fmla="*/ 148 h 206"/>
                <a:gd name="T46" fmla="*/ 76 w 809"/>
                <a:gd name="T47" fmla="*/ 156 h 206"/>
                <a:gd name="T48" fmla="*/ 91 w 809"/>
                <a:gd name="T49" fmla="*/ 162 h 206"/>
                <a:gd name="T50" fmla="*/ 108 w 809"/>
                <a:gd name="T51" fmla="*/ 169 h 206"/>
                <a:gd name="T52" fmla="*/ 126 w 809"/>
                <a:gd name="T53" fmla="*/ 175 h 206"/>
                <a:gd name="T54" fmla="*/ 144 w 809"/>
                <a:gd name="T55" fmla="*/ 181 h 206"/>
                <a:gd name="T56" fmla="*/ 162 w 809"/>
                <a:gd name="T57" fmla="*/ 186 h 206"/>
                <a:gd name="T58" fmla="*/ 180 w 809"/>
                <a:gd name="T59" fmla="*/ 190 h 206"/>
                <a:gd name="T60" fmla="*/ 274 w 809"/>
                <a:gd name="T61" fmla="*/ 204 h 206"/>
                <a:gd name="T62" fmla="*/ 385 w 809"/>
                <a:gd name="T63" fmla="*/ 204 h 206"/>
                <a:gd name="T64" fmla="*/ 435 w 809"/>
                <a:gd name="T65" fmla="*/ 197 h 206"/>
                <a:gd name="T66" fmla="*/ 548 w 809"/>
                <a:gd name="T67" fmla="*/ 170 h 206"/>
                <a:gd name="T68" fmla="*/ 618 w 809"/>
                <a:gd name="T69" fmla="*/ 149 h 206"/>
                <a:gd name="T70" fmla="*/ 644 w 809"/>
                <a:gd name="T71" fmla="*/ 136 h 206"/>
                <a:gd name="T72" fmla="*/ 657 w 809"/>
                <a:gd name="T73" fmla="*/ 128 h 206"/>
                <a:gd name="T74" fmla="*/ 682 w 809"/>
                <a:gd name="T75" fmla="*/ 113 h 206"/>
                <a:gd name="T76" fmla="*/ 752 w 809"/>
                <a:gd name="T77" fmla="*/ 61 h 206"/>
                <a:gd name="T78" fmla="*/ 803 w 809"/>
                <a:gd name="T79" fmla="*/ 10 h 206"/>
                <a:gd name="T80" fmla="*/ 808 w 809"/>
                <a:gd name="T81" fmla="*/ 5 h 206"/>
                <a:gd name="T82" fmla="*/ 804 w 809"/>
                <a:gd name="T83"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09" h="206">
                  <a:moveTo>
                    <a:pt x="804" y="0"/>
                  </a:moveTo>
                  <a:cubicBezTo>
                    <a:pt x="804" y="0"/>
                    <a:pt x="803" y="1"/>
                    <a:pt x="803" y="1"/>
                  </a:cubicBezTo>
                  <a:cubicBezTo>
                    <a:pt x="790" y="13"/>
                    <a:pt x="777" y="25"/>
                    <a:pt x="764" y="36"/>
                  </a:cubicBezTo>
                  <a:cubicBezTo>
                    <a:pt x="751" y="48"/>
                    <a:pt x="737" y="59"/>
                    <a:pt x="723" y="68"/>
                  </a:cubicBezTo>
                  <a:cubicBezTo>
                    <a:pt x="716" y="73"/>
                    <a:pt x="708" y="78"/>
                    <a:pt x="701" y="83"/>
                  </a:cubicBezTo>
                  <a:cubicBezTo>
                    <a:pt x="690" y="90"/>
                    <a:pt x="690" y="90"/>
                    <a:pt x="690" y="90"/>
                  </a:cubicBezTo>
                  <a:cubicBezTo>
                    <a:pt x="679" y="97"/>
                    <a:pt x="679" y="97"/>
                    <a:pt x="679" y="97"/>
                  </a:cubicBezTo>
                  <a:cubicBezTo>
                    <a:pt x="663" y="106"/>
                    <a:pt x="648" y="115"/>
                    <a:pt x="632" y="122"/>
                  </a:cubicBezTo>
                  <a:cubicBezTo>
                    <a:pt x="616" y="130"/>
                    <a:pt x="600" y="136"/>
                    <a:pt x="583" y="141"/>
                  </a:cubicBezTo>
                  <a:cubicBezTo>
                    <a:pt x="581" y="142"/>
                    <a:pt x="579" y="143"/>
                    <a:pt x="577" y="143"/>
                  </a:cubicBezTo>
                  <a:cubicBezTo>
                    <a:pt x="570" y="145"/>
                    <a:pt x="570" y="145"/>
                    <a:pt x="570" y="145"/>
                  </a:cubicBezTo>
                  <a:cubicBezTo>
                    <a:pt x="566" y="146"/>
                    <a:pt x="562" y="147"/>
                    <a:pt x="558" y="148"/>
                  </a:cubicBezTo>
                  <a:cubicBezTo>
                    <a:pt x="553" y="149"/>
                    <a:pt x="548" y="150"/>
                    <a:pt x="542" y="151"/>
                  </a:cubicBezTo>
                  <a:cubicBezTo>
                    <a:pt x="536" y="152"/>
                    <a:pt x="530" y="153"/>
                    <a:pt x="524" y="154"/>
                  </a:cubicBezTo>
                  <a:cubicBezTo>
                    <a:pt x="520" y="155"/>
                    <a:pt x="516" y="156"/>
                    <a:pt x="512" y="157"/>
                  </a:cubicBezTo>
                  <a:cubicBezTo>
                    <a:pt x="507" y="158"/>
                    <a:pt x="503" y="158"/>
                    <a:pt x="499" y="159"/>
                  </a:cubicBezTo>
                  <a:cubicBezTo>
                    <a:pt x="495" y="160"/>
                    <a:pt x="491" y="161"/>
                    <a:pt x="487" y="161"/>
                  </a:cubicBezTo>
                  <a:cubicBezTo>
                    <a:pt x="483" y="162"/>
                    <a:pt x="479" y="163"/>
                    <a:pt x="475" y="163"/>
                  </a:cubicBezTo>
                  <a:cubicBezTo>
                    <a:pt x="470" y="164"/>
                    <a:pt x="470" y="164"/>
                    <a:pt x="470" y="164"/>
                  </a:cubicBezTo>
                  <a:cubicBezTo>
                    <a:pt x="468" y="165"/>
                    <a:pt x="466" y="165"/>
                    <a:pt x="464" y="165"/>
                  </a:cubicBezTo>
                  <a:cubicBezTo>
                    <a:pt x="460" y="166"/>
                    <a:pt x="456" y="167"/>
                    <a:pt x="452" y="167"/>
                  </a:cubicBezTo>
                  <a:cubicBezTo>
                    <a:pt x="443" y="168"/>
                    <a:pt x="435" y="169"/>
                    <a:pt x="426" y="170"/>
                  </a:cubicBezTo>
                  <a:cubicBezTo>
                    <a:pt x="409" y="172"/>
                    <a:pt x="391" y="173"/>
                    <a:pt x="373" y="174"/>
                  </a:cubicBezTo>
                  <a:cubicBezTo>
                    <a:pt x="361" y="174"/>
                    <a:pt x="349" y="175"/>
                    <a:pt x="337" y="175"/>
                  </a:cubicBezTo>
                  <a:cubicBezTo>
                    <a:pt x="332" y="175"/>
                    <a:pt x="326" y="175"/>
                    <a:pt x="320" y="175"/>
                  </a:cubicBezTo>
                  <a:cubicBezTo>
                    <a:pt x="293" y="174"/>
                    <a:pt x="266" y="172"/>
                    <a:pt x="239" y="169"/>
                  </a:cubicBezTo>
                  <a:cubicBezTo>
                    <a:pt x="214" y="166"/>
                    <a:pt x="190" y="161"/>
                    <a:pt x="166" y="155"/>
                  </a:cubicBezTo>
                  <a:cubicBezTo>
                    <a:pt x="143" y="148"/>
                    <a:pt x="119" y="140"/>
                    <a:pt x="96" y="131"/>
                  </a:cubicBezTo>
                  <a:cubicBezTo>
                    <a:pt x="94" y="129"/>
                    <a:pt x="91" y="128"/>
                    <a:pt x="88" y="127"/>
                  </a:cubicBezTo>
                  <a:cubicBezTo>
                    <a:pt x="80" y="123"/>
                    <a:pt x="80" y="123"/>
                    <a:pt x="80" y="123"/>
                  </a:cubicBezTo>
                  <a:cubicBezTo>
                    <a:pt x="74" y="120"/>
                    <a:pt x="69" y="117"/>
                    <a:pt x="63" y="115"/>
                  </a:cubicBezTo>
                  <a:cubicBezTo>
                    <a:pt x="59" y="112"/>
                    <a:pt x="59" y="112"/>
                    <a:pt x="59" y="112"/>
                  </a:cubicBezTo>
                  <a:cubicBezTo>
                    <a:pt x="57" y="111"/>
                    <a:pt x="56" y="110"/>
                    <a:pt x="54" y="110"/>
                  </a:cubicBezTo>
                  <a:cubicBezTo>
                    <a:pt x="51" y="108"/>
                    <a:pt x="48" y="106"/>
                    <a:pt x="45" y="104"/>
                  </a:cubicBezTo>
                  <a:cubicBezTo>
                    <a:pt x="39" y="101"/>
                    <a:pt x="33" y="97"/>
                    <a:pt x="27" y="95"/>
                  </a:cubicBezTo>
                  <a:cubicBezTo>
                    <a:pt x="24" y="93"/>
                    <a:pt x="21" y="91"/>
                    <a:pt x="17" y="91"/>
                  </a:cubicBezTo>
                  <a:cubicBezTo>
                    <a:pt x="17" y="91"/>
                    <a:pt x="16" y="91"/>
                    <a:pt x="15" y="92"/>
                  </a:cubicBezTo>
                  <a:cubicBezTo>
                    <a:pt x="12" y="92"/>
                    <a:pt x="9" y="93"/>
                    <a:pt x="7" y="94"/>
                  </a:cubicBezTo>
                  <a:cubicBezTo>
                    <a:pt x="4" y="95"/>
                    <a:pt x="2" y="96"/>
                    <a:pt x="1" y="99"/>
                  </a:cubicBezTo>
                  <a:cubicBezTo>
                    <a:pt x="0" y="102"/>
                    <a:pt x="1" y="105"/>
                    <a:pt x="3" y="107"/>
                  </a:cubicBezTo>
                  <a:cubicBezTo>
                    <a:pt x="6" y="112"/>
                    <a:pt x="11" y="116"/>
                    <a:pt x="16" y="120"/>
                  </a:cubicBezTo>
                  <a:cubicBezTo>
                    <a:pt x="26" y="127"/>
                    <a:pt x="26" y="127"/>
                    <a:pt x="26" y="127"/>
                  </a:cubicBezTo>
                  <a:cubicBezTo>
                    <a:pt x="37" y="134"/>
                    <a:pt x="37" y="134"/>
                    <a:pt x="37" y="134"/>
                  </a:cubicBezTo>
                  <a:cubicBezTo>
                    <a:pt x="42" y="138"/>
                    <a:pt x="42" y="138"/>
                    <a:pt x="42" y="138"/>
                  </a:cubicBezTo>
                  <a:cubicBezTo>
                    <a:pt x="48" y="141"/>
                    <a:pt x="48" y="141"/>
                    <a:pt x="48" y="141"/>
                  </a:cubicBezTo>
                  <a:cubicBezTo>
                    <a:pt x="52" y="143"/>
                    <a:pt x="55" y="145"/>
                    <a:pt x="59" y="148"/>
                  </a:cubicBezTo>
                  <a:cubicBezTo>
                    <a:pt x="63" y="149"/>
                    <a:pt x="67" y="151"/>
                    <a:pt x="70" y="153"/>
                  </a:cubicBezTo>
                  <a:cubicBezTo>
                    <a:pt x="72" y="154"/>
                    <a:pt x="74" y="155"/>
                    <a:pt x="76" y="156"/>
                  </a:cubicBezTo>
                  <a:cubicBezTo>
                    <a:pt x="82" y="158"/>
                    <a:pt x="82" y="158"/>
                    <a:pt x="82" y="158"/>
                  </a:cubicBezTo>
                  <a:cubicBezTo>
                    <a:pt x="91" y="162"/>
                    <a:pt x="91" y="162"/>
                    <a:pt x="91" y="162"/>
                  </a:cubicBezTo>
                  <a:cubicBezTo>
                    <a:pt x="93" y="163"/>
                    <a:pt x="96" y="164"/>
                    <a:pt x="99" y="165"/>
                  </a:cubicBezTo>
                  <a:cubicBezTo>
                    <a:pt x="108" y="169"/>
                    <a:pt x="108" y="169"/>
                    <a:pt x="108" y="169"/>
                  </a:cubicBezTo>
                  <a:cubicBezTo>
                    <a:pt x="111" y="170"/>
                    <a:pt x="114" y="171"/>
                    <a:pt x="117" y="172"/>
                  </a:cubicBezTo>
                  <a:cubicBezTo>
                    <a:pt x="126" y="175"/>
                    <a:pt x="126" y="175"/>
                    <a:pt x="126" y="175"/>
                  </a:cubicBezTo>
                  <a:cubicBezTo>
                    <a:pt x="129" y="176"/>
                    <a:pt x="132" y="177"/>
                    <a:pt x="135" y="178"/>
                  </a:cubicBezTo>
                  <a:cubicBezTo>
                    <a:pt x="144" y="181"/>
                    <a:pt x="144" y="181"/>
                    <a:pt x="144" y="181"/>
                  </a:cubicBezTo>
                  <a:cubicBezTo>
                    <a:pt x="153" y="183"/>
                    <a:pt x="153" y="183"/>
                    <a:pt x="153" y="183"/>
                  </a:cubicBezTo>
                  <a:cubicBezTo>
                    <a:pt x="162" y="186"/>
                    <a:pt x="162" y="186"/>
                    <a:pt x="162" y="186"/>
                  </a:cubicBezTo>
                  <a:cubicBezTo>
                    <a:pt x="171" y="188"/>
                    <a:pt x="171" y="188"/>
                    <a:pt x="171" y="188"/>
                  </a:cubicBezTo>
                  <a:cubicBezTo>
                    <a:pt x="180" y="190"/>
                    <a:pt x="180" y="190"/>
                    <a:pt x="180" y="190"/>
                  </a:cubicBezTo>
                  <a:cubicBezTo>
                    <a:pt x="190" y="192"/>
                    <a:pt x="190" y="192"/>
                    <a:pt x="190" y="192"/>
                  </a:cubicBezTo>
                  <a:cubicBezTo>
                    <a:pt x="218" y="197"/>
                    <a:pt x="246" y="202"/>
                    <a:pt x="274" y="204"/>
                  </a:cubicBezTo>
                  <a:cubicBezTo>
                    <a:pt x="292" y="205"/>
                    <a:pt x="309" y="206"/>
                    <a:pt x="326" y="206"/>
                  </a:cubicBezTo>
                  <a:cubicBezTo>
                    <a:pt x="346" y="206"/>
                    <a:pt x="365" y="205"/>
                    <a:pt x="385" y="204"/>
                  </a:cubicBezTo>
                  <a:cubicBezTo>
                    <a:pt x="393" y="203"/>
                    <a:pt x="401" y="202"/>
                    <a:pt x="410" y="201"/>
                  </a:cubicBezTo>
                  <a:cubicBezTo>
                    <a:pt x="418" y="200"/>
                    <a:pt x="426" y="199"/>
                    <a:pt x="435" y="197"/>
                  </a:cubicBezTo>
                  <a:cubicBezTo>
                    <a:pt x="454" y="194"/>
                    <a:pt x="473" y="190"/>
                    <a:pt x="492" y="186"/>
                  </a:cubicBezTo>
                  <a:cubicBezTo>
                    <a:pt x="511" y="181"/>
                    <a:pt x="529" y="176"/>
                    <a:pt x="548" y="170"/>
                  </a:cubicBezTo>
                  <a:cubicBezTo>
                    <a:pt x="567" y="165"/>
                    <a:pt x="586" y="161"/>
                    <a:pt x="604" y="154"/>
                  </a:cubicBezTo>
                  <a:cubicBezTo>
                    <a:pt x="609" y="152"/>
                    <a:pt x="613" y="151"/>
                    <a:pt x="618" y="149"/>
                  </a:cubicBezTo>
                  <a:cubicBezTo>
                    <a:pt x="622" y="147"/>
                    <a:pt x="627" y="145"/>
                    <a:pt x="631" y="142"/>
                  </a:cubicBezTo>
                  <a:cubicBezTo>
                    <a:pt x="635" y="140"/>
                    <a:pt x="640" y="138"/>
                    <a:pt x="644" y="136"/>
                  </a:cubicBezTo>
                  <a:cubicBezTo>
                    <a:pt x="650" y="132"/>
                    <a:pt x="650" y="132"/>
                    <a:pt x="650" y="132"/>
                  </a:cubicBezTo>
                  <a:cubicBezTo>
                    <a:pt x="657" y="128"/>
                    <a:pt x="657" y="128"/>
                    <a:pt x="657" y="128"/>
                  </a:cubicBezTo>
                  <a:cubicBezTo>
                    <a:pt x="661" y="126"/>
                    <a:pt x="665" y="124"/>
                    <a:pt x="669" y="121"/>
                  </a:cubicBezTo>
                  <a:cubicBezTo>
                    <a:pt x="682" y="113"/>
                    <a:pt x="682" y="113"/>
                    <a:pt x="682" y="113"/>
                  </a:cubicBezTo>
                  <a:cubicBezTo>
                    <a:pt x="690" y="108"/>
                    <a:pt x="698" y="103"/>
                    <a:pt x="706" y="97"/>
                  </a:cubicBezTo>
                  <a:cubicBezTo>
                    <a:pt x="722" y="86"/>
                    <a:pt x="738" y="74"/>
                    <a:pt x="752" y="61"/>
                  </a:cubicBezTo>
                  <a:cubicBezTo>
                    <a:pt x="767" y="48"/>
                    <a:pt x="781" y="35"/>
                    <a:pt x="794" y="20"/>
                  </a:cubicBezTo>
                  <a:cubicBezTo>
                    <a:pt x="803" y="10"/>
                    <a:pt x="803" y="10"/>
                    <a:pt x="803" y="10"/>
                  </a:cubicBezTo>
                  <a:cubicBezTo>
                    <a:pt x="806" y="7"/>
                    <a:pt x="806" y="7"/>
                    <a:pt x="806" y="7"/>
                  </a:cubicBezTo>
                  <a:cubicBezTo>
                    <a:pt x="807" y="7"/>
                    <a:pt x="808" y="6"/>
                    <a:pt x="808" y="5"/>
                  </a:cubicBezTo>
                  <a:cubicBezTo>
                    <a:pt x="809" y="4"/>
                    <a:pt x="808" y="3"/>
                    <a:pt x="808" y="2"/>
                  </a:cubicBezTo>
                  <a:cubicBezTo>
                    <a:pt x="807" y="1"/>
                    <a:pt x="806" y="0"/>
                    <a:pt x="804" y="0"/>
                  </a:cubicBezTo>
                </a:path>
              </a:pathLst>
            </a:custGeom>
            <a:grpFill/>
            <a:ln>
              <a:noFill/>
            </a:ln>
          </p:spPr>
          <p:txBody>
            <a:bodyPr vert="horz" wrap="square" lIns="51435" tIns="25718" rIns="51435" bIns="25718" numCol="1" anchor="t" anchorCtr="0" compatLnSpc="1">
              <a:prstTxWarp prst="textNoShape">
                <a:avLst/>
              </a:prstTxWarp>
            </a:bodyPr>
            <a:lstStyle/>
            <a:p>
              <a:endParaRPr lang="en-GB" sz="760"/>
            </a:p>
          </p:txBody>
        </p:sp>
        <p:sp>
          <p:nvSpPr>
            <p:cNvPr id="1145" name="Freeform 73">
              <a:extLst>
                <a:ext uri="{FF2B5EF4-FFF2-40B4-BE49-F238E27FC236}">
                  <a16:creationId xmlns:a16="http://schemas.microsoft.com/office/drawing/2014/main" id="{6E76CC6E-4F2A-DCAC-30DB-A11E5F1188B3}"/>
                </a:ext>
              </a:extLst>
            </p:cNvPr>
            <p:cNvSpPr>
              <a:spLocks noChangeAspect="1"/>
            </p:cNvSpPr>
            <p:nvPr/>
          </p:nvSpPr>
          <p:spPr bwMode="auto">
            <a:xfrm>
              <a:off x="7623558" y="3192341"/>
              <a:ext cx="110491" cy="127001"/>
            </a:xfrm>
            <a:custGeom>
              <a:avLst/>
              <a:gdLst>
                <a:gd name="T0" fmla="*/ 246 w 246"/>
                <a:gd name="T1" fmla="*/ 0 h 283"/>
                <a:gd name="T2" fmla="*/ 246 w 246"/>
                <a:gd name="T3" fmla="*/ 0 h 283"/>
                <a:gd name="T4" fmla="*/ 245 w 246"/>
                <a:gd name="T5" fmla="*/ 0 h 283"/>
                <a:gd name="T6" fmla="*/ 244 w 246"/>
                <a:gd name="T7" fmla="*/ 0 h 283"/>
                <a:gd name="T8" fmla="*/ 238 w 246"/>
                <a:gd name="T9" fmla="*/ 2 h 283"/>
                <a:gd name="T10" fmla="*/ 226 w 246"/>
                <a:gd name="T11" fmla="*/ 6 h 283"/>
                <a:gd name="T12" fmla="*/ 220 w 246"/>
                <a:gd name="T13" fmla="*/ 7 h 283"/>
                <a:gd name="T14" fmla="*/ 215 w 246"/>
                <a:gd name="T15" fmla="*/ 9 h 283"/>
                <a:gd name="T16" fmla="*/ 195 w 246"/>
                <a:gd name="T17" fmla="*/ 16 h 283"/>
                <a:gd name="T18" fmla="*/ 178 w 246"/>
                <a:gd name="T19" fmla="*/ 21 h 283"/>
                <a:gd name="T20" fmla="*/ 145 w 246"/>
                <a:gd name="T21" fmla="*/ 28 h 283"/>
                <a:gd name="T22" fmla="*/ 112 w 246"/>
                <a:gd name="T23" fmla="*/ 37 h 283"/>
                <a:gd name="T24" fmla="*/ 78 w 246"/>
                <a:gd name="T25" fmla="*/ 45 h 283"/>
                <a:gd name="T26" fmla="*/ 45 w 246"/>
                <a:gd name="T27" fmla="*/ 55 h 283"/>
                <a:gd name="T28" fmla="*/ 12 w 246"/>
                <a:gd name="T29" fmla="*/ 66 h 283"/>
                <a:gd name="T30" fmla="*/ 4 w 246"/>
                <a:gd name="T31" fmla="*/ 70 h 283"/>
                <a:gd name="T32" fmla="*/ 2 w 246"/>
                <a:gd name="T33" fmla="*/ 70 h 283"/>
                <a:gd name="T34" fmla="*/ 0 w 246"/>
                <a:gd name="T35" fmla="*/ 71 h 283"/>
                <a:gd name="T36" fmla="*/ 0 w 246"/>
                <a:gd name="T37" fmla="*/ 74 h 283"/>
                <a:gd name="T38" fmla="*/ 3 w 246"/>
                <a:gd name="T39" fmla="*/ 78 h 283"/>
                <a:gd name="T40" fmla="*/ 3 w 246"/>
                <a:gd name="T41" fmla="*/ 77 h 283"/>
                <a:gd name="T42" fmla="*/ 63 w 246"/>
                <a:gd name="T43" fmla="*/ 63 h 283"/>
                <a:gd name="T44" fmla="*/ 79 w 246"/>
                <a:gd name="T45" fmla="*/ 60 h 283"/>
                <a:gd name="T46" fmla="*/ 95 w 246"/>
                <a:gd name="T47" fmla="*/ 57 h 283"/>
                <a:gd name="T48" fmla="*/ 126 w 246"/>
                <a:gd name="T49" fmla="*/ 51 h 283"/>
                <a:gd name="T50" fmla="*/ 158 w 246"/>
                <a:gd name="T51" fmla="*/ 45 h 283"/>
                <a:gd name="T52" fmla="*/ 174 w 246"/>
                <a:gd name="T53" fmla="*/ 42 h 283"/>
                <a:gd name="T54" fmla="*/ 195 w 246"/>
                <a:gd name="T55" fmla="*/ 39 h 283"/>
                <a:gd name="T56" fmla="*/ 210 w 246"/>
                <a:gd name="T57" fmla="*/ 36 h 283"/>
                <a:gd name="T58" fmla="*/ 210 w 246"/>
                <a:gd name="T59" fmla="*/ 36 h 283"/>
                <a:gd name="T60" fmla="*/ 210 w 246"/>
                <a:gd name="T61" fmla="*/ 36 h 283"/>
                <a:gd name="T62" fmla="*/ 210 w 246"/>
                <a:gd name="T63" fmla="*/ 36 h 283"/>
                <a:gd name="T64" fmla="*/ 210 w 246"/>
                <a:gd name="T65" fmla="*/ 37 h 283"/>
                <a:gd name="T66" fmla="*/ 209 w 246"/>
                <a:gd name="T67" fmla="*/ 37 h 283"/>
                <a:gd name="T68" fmla="*/ 209 w 246"/>
                <a:gd name="T69" fmla="*/ 37 h 283"/>
                <a:gd name="T70" fmla="*/ 209 w 246"/>
                <a:gd name="T71" fmla="*/ 39 h 283"/>
                <a:gd name="T72" fmla="*/ 208 w 246"/>
                <a:gd name="T73" fmla="*/ 43 h 283"/>
                <a:gd name="T74" fmla="*/ 206 w 246"/>
                <a:gd name="T75" fmla="*/ 51 h 283"/>
                <a:gd name="T76" fmla="*/ 199 w 246"/>
                <a:gd name="T77" fmla="*/ 82 h 283"/>
                <a:gd name="T78" fmla="*/ 189 w 246"/>
                <a:gd name="T79" fmla="*/ 132 h 283"/>
                <a:gd name="T80" fmla="*/ 182 w 246"/>
                <a:gd name="T81" fmla="*/ 176 h 283"/>
                <a:gd name="T82" fmla="*/ 174 w 246"/>
                <a:gd name="T83" fmla="*/ 221 h 283"/>
                <a:gd name="T84" fmla="*/ 171 w 246"/>
                <a:gd name="T85" fmla="*/ 243 h 283"/>
                <a:gd name="T86" fmla="*/ 168 w 246"/>
                <a:gd name="T87" fmla="*/ 268 h 283"/>
                <a:gd name="T88" fmla="*/ 171 w 246"/>
                <a:gd name="T89" fmla="*/ 276 h 283"/>
                <a:gd name="T90" fmla="*/ 177 w 246"/>
                <a:gd name="T91" fmla="*/ 280 h 283"/>
                <a:gd name="T92" fmla="*/ 184 w 246"/>
                <a:gd name="T93" fmla="*/ 283 h 283"/>
                <a:gd name="T94" fmla="*/ 185 w 246"/>
                <a:gd name="T95" fmla="*/ 283 h 283"/>
                <a:gd name="T96" fmla="*/ 190 w 246"/>
                <a:gd name="T97" fmla="*/ 281 h 283"/>
                <a:gd name="T98" fmla="*/ 195 w 246"/>
                <a:gd name="T99" fmla="*/ 271 h 283"/>
                <a:gd name="T100" fmla="*/ 202 w 246"/>
                <a:gd name="T101" fmla="*/ 243 h 283"/>
                <a:gd name="T102" fmla="*/ 205 w 246"/>
                <a:gd name="T103" fmla="*/ 229 h 283"/>
                <a:gd name="T104" fmla="*/ 208 w 246"/>
                <a:gd name="T105" fmla="*/ 207 h 283"/>
                <a:gd name="T106" fmla="*/ 211 w 246"/>
                <a:gd name="T107" fmla="*/ 186 h 283"/>
                <a:gd name="T108" fmla="*/ 215 w 246"/>
                <a:gd name="T109" fmla="*/ 164 h 283"/>
                <a:gd name="T110" fmla="*/ 224 w 246"/>
                <a:gd name="T111" fmla="*/ 115 h 283"/>
                <a:gd name="T112" fmla="*/ 237 w 246"/>
                <a:gd name="T113" fmla="*/ 52 h 283"/>
                <a:gd name="T114" fmla="*/ 238 w 246"/>
                <a:gd name="T115" fmla="*/ 45 h 283"/>
                <a:gd name="T116" fmla="*/ 240 w 246"/>
                <a:gd name="T117" fmla="*/ 35 h 283"/>
                <a:gd name="T118" fmla="*/ 244 w 246"/>
                <a:gd name="T119" fmla="*/ 14 h 283"/>
                <a:gd name="T120" fmla="*/ 246 w 246"/>
                <a:gd name="T121" fmla="*/ 2 h 283"/>
                <a:gd name="T122" fmla="*/ 246 w 246"/>
                <a:gd name="T123" fmla="*/ 0 h 283"/>
                <a:gd name="T124" fmla="*/ 246 w 246"/>
                <a:gd name="T125" fmla="*/ 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6" h="283">
                  <a:moveTo>
                    <a:pt x="246" y="0"/>
                  </a:moveTo>
                  <a:cubicBezTo>
                    <a:pt x="246" y="0"/>
                    <a:pt x="246" y="0"/>
                    <a:pt x="246" y="0"/>
                  </a:cubicBezTo>
                  <a:cubicBezTo>
                    <a:pt x="245" y="0"/>
                    <a:pt x="245" y="0"/>
                    <a:pt x="245" y="0"/>
                  </a:cubicBezTo>
                  <a:cubicBezTo>
                    <a:pt x="244" y="0"/>
                    <a:pt x="244" y="0"/>
                    <a:pt x="244" y="0"/>
                  </a:cubicBezTo>
                  <a:cubicBezTo>
                    <a:pt x="238" y="2"/>
                    <a:pt x="238" y="2"/>
                    <a:pt x="238" y="2"/>
                  </a:cubicBezTo>
                  <a:cubicBezTo>
                    <a:pt x="226" y="6"/>
                    <a:pt x="226" y="6"/>
                    <a:pt x="226" y="6"/>
                  </a:cubicBezTo>
                  <a:cubicBezTo>
                    <a:pt x="220" y="7"/>
                    <a:pt x="220" y="7"/>
                    <a:pt x="220" y="7"/>
                  </a:cubicBezTo>
                  <a:cubicBezTo>
                    <a:pt x="215" y="9"/>
                    <a:pt x="215" y="9"/>
                    <a:pt x="215" y="9"/>
                  </a:cubicBezTo>
                  <a:cubicBezTo>
                    <a:pt x="207" y="11"/>
                    <a:pt x="200" y="14"/>
                    <a:pt x="195" y="16"/>
                  </a:cubicBezTo>
                  <a:cubicBezTo>
                    <a:pt x="189" y="17"/>
                    <a:pt x="184" y="19"/>
                    <a:pt x="178" y="21"/>
                  </a:cubicBezTo>
                  <a:cubicBezTo>
                    <a:pt x="167" y="24"/>
                    <a:pt x="156" y="26"/>
                    <a:pt x="145" y="28"/>
                  </a:cubicBezTo>
                  <a:cubicBezTo>
                    <a:pt x="134" y="30"/>
                    <a:pt x="123" y="34"/>
                    <a:pt x="112" y="37"/>
                  </a:cubicBezTo>
                  <a:cubicBezTo>
                    <a:pt x="100" y="40"/>
                    <a:pt x="89" y="42"/>
                    <a:pt x="78" y="45"/>
                  </a:cubicBezTo>
                  <a:cubicBezTo>
                    <a:pt x="67" y="48"/>
                    <a:pt x="56" y="51"/>
                    <a:pt x="45" y="55"/>
                  </a:cubicBezTo>
                  <a:cubicBezTo>
                    <a:pt x="34" y="58"/>
                    <a:pt x="23" y="62"/>
                    <a:pt x="12" y="66"/>
                  </a:cubicBezTo>
                  <a:cubicBezTo>
                    <a:pt x="9" y="67"/>
                    <a:pt x="7" y="69"/>
                    <a:pt x="4" y="70"/>
                  </a:cubicBezTo>
                  <a:cubicBezTo>
                    <a:pt x="2" y="70"/>
                    <a:pt x="2" y="70"/>
                    <a:pt x="2" y="70"/>
                  </a:cubicBezTo>
                  <a:cubicBezTo>
                    <a:pt x="2" y="71"/>
                    <a:pt x="1" y="71"/>
                    <a:pt x="0" y="71"/>
                  </a:cubicBezTo>
                  <a:cubicBezTo>
                    <a:pt x="0" y="72"/>
                    <a:pt x="0" y="73"/>
                    <a:pt x="0" y="74"/>
                  </a:cubicBezTo>
                  <a:cubicBezTo>
                    <a:pt x="0" y="76"/>
                    <a:pt x="2" y="78"/>
                    <a:pt x="3" y="78"/>
                  </a:cubicBezTo>
                  <a:cubicBezTo>
                    <a:pt x="3" y="78"/>
                    <a:pt x="3" y="77"/>
                    <a:pt x="3" y="77"/>
                  </a:cubicBezTo>
                  <a:cubicBezTo>
                    <a:pt x="23" y="72"/>
                    <a:pt x="43" y="66"/>
                    <a:pt x="63" y="63"/>
                  </a:cubicBezTo>
                  <a:cubicBezTo>
                    <a:pt x="69" y="62"/>
                    <a:pt x="74" y="61"/>
                    <a:pt x="79" y="60"/>
                  </a:cubicBezTo>
                  <a:cubicBezTo>
                    <a:pt x="95" y="57"/>
                    <a:pt x="95" y="57"/>
                    <a:pt x="95" y="57"/>
                  </a:cubicBezTo>
                  <a:cubicBezTo>
                    <a:pt x="126" y="51"/>
                    <a:pt x="126" y="51"/>
                    <a:pt x="126" y="51"/>
                  </a:cubicBezTo>
                  <a:cubicBezTo>
                    <a:pt x="137" y="48"/>
                    <a:pt x="148" y="46"/>
                    <a:pt x="158" y="45"/>
                  </a:cubicBezTo>
                  <a:cubicBezTo>
                    <a:pt x="164" y="44"/>
                    <a:pt x="169" y="43"/>
                    <a:pt x="174" y="42"/>
                  </a:cubicBezTo>
                  <a:cubicBezTo>
                    <a:pt x="180" y="41"/>
                    <a:pt x="188" y="40"/>
                    <a:pt x="195" y="39"/>
                  </a:cubicBezTo>
                  <a:cubicBezTo>
                    <a:pt x="200" y="38"/>
                    <a:pt x="205" y="37"/>
                    <a:pt x="210" y="36"/>
                  </a:cubicBezTo>
                  <a:cubicBezTo>
                    <a:pt x="210" y="36"/>
                    <a:pt x="210" y="36"/>
                    <a:pt x="210" y="36"/>
                  </a:cubicBezTo>
                  <a:cubicBezTo>
                    <a:pt x="210" y="36"/>
                    <a:pt x="210" y="36"/>
                    <a:pt x="210" y="36"/>
                  </a:cubicBezTo>
                  <a:cubicBezTo>
                    <a:pt x="210" y="36"/>
                    <a:pt x="210" y="36"/>
                    <a:pt x="210" y="36"/>
                  </a:cubicBezTo>
                  <a:cubicBezTo>
                    <a:pt x="210" y="37"/>
                    <a:pt x="210" y="37"/>
                    <a:pt x="210" y="37"/>
                  </a:cubicBezTo>
                  <a:cubicBezTo>
                    <a:pt x="209" y="37"/>
                    <a:pt x="209" y="37"/>
                    <a:pt x="209" y="37"/>
                  </a:cubicBezTo>
                  <a:cubicBezTo>
                    <a:pt x="209" y="37"/>
                    <a:pt x="209" y="37"/>
                    <a:pt x="209" y="37"/>
                  </a:cubicBezTo>
                  <a:cubicBezTo>
                    <a:pt x="209" y="39"/>
                    <a:pt x="209" y="39"/>
                    <a:pt x="209" y="39"/>
                  </a:cubicBezTo>
                  <a:cubicBezTo>
                    <a:pt x="208" y="43"/>
                    <a:pt x="208" y="43"/>
                    <a:pt x="208" y="43"/>
                  </a:cubicBezTo>
                  <a:cubicBezTo>
                    <a:pt x="206" y="51"/>
                    <a:pt x="206" y="51"/>
                    <a:pt x="206" y="51"/>
                  </a:cubicBezTo>
                  <a:cubicBezTo>
                    <a:pt x="203" y="61"/>
                    <a:pt x="201" y="72"/>
                    <a:pt x="199" y="82"/>
                  </a:cubicBezTo>
                  <a:cubicBezTo>
                    <a:pt x="195" y="99"/>
                    <a:pt x="192" y="115"/>
                    <a:pt x="189" y="132"/>
                  </a:cubicBezTo>
                  <a:cubicBezTo>
                    <a:pt x="182" y="176"/>
                    <a:pt x="182" y="176"/>
                    <a:pt x="182" y="176"/>
                  </a:cubicBezTo>
                  <a:cubicBezTo>
                    <a:pt x="179" y="191"/>
                    <a:pt x="177" y="206"/>
                    <a:pt x="174" y="221"/>
                  </a:cubicBezTo>
                  <a:cubicBezTo>
                    <a:pt x="171" y="243"/>
                    <a:pt x="171" y="243"/>
                    <a:pt x="171" y="243"/>
                  </a:cubicBezTo>
                  <a:cubicBezTo>
                    <a:pt x="169" y="251"/>
                    <a:pt x="167" y="260"/>
                    <a:pt x="168" y="268"/>
                  </a:cubicBezTo>
                  <a:cubicBezTo>
                    <a:pt x="168" y="270"/>
                    <a:pt x="168" y="273"/>
                    <a:pt x="171" y="276"/>
                  </a:cubicBezTo>
                  <a:cubicBezTo>
                    <a:pt x="173" y="277"/>
                    <a:pt x="175" y="279"/>
                    <a:pt x="177" y="280"/>
                  </a:cubicBezTo>
                  <a:cubicBezTo>
                    <a:pt x="179" y="282"/>
                    <a:pt x="181" y="283"/>
                    <a:pt x="184" y="283"/>
                  </a:cubicBezTo>
                  <a:cubicBezTo>
                    <a:pt x="184" y="283"/>
                    <a:pt x="184" y="283"/>
                    <a:pt x="185" y="283"/>
                  </a:cubicBezTo>
                  <a:cubicBezTo>
                    <a:pt x="187" y="283"/>
                    <a:pt x="189" y="282"/>
                    <a:pt x="190" y="281"/>
                  </a:cubicBezTo>
                  <a:cubicBezTo>
                    <a:pt x="193" y="278"/>
                    <a:pt x="194" y="274"/>
                    <a:pt x="195" y="271"/>
                  </a:cubicBezTo>
                  <a:cubicBezTo>
                    <a:pt x="198" y="262"/>
                    <a:pt x="200" y="252"/>
                    <a:pt x="202" y="243"/>
                  </a:cubicBezTo>
                  <a:cubicBezTo>
                    <a:pt x="203" y="238"/>
                    <a:pt x="204" y="233"/>
                    <a:pt x="205" y="229"/>
                  </a:cubicBezTo>
                  <a:cubicBezTo>
                    <a:pt x="208" y="207"/>
                    <a:pt x="208" y="207"/>
                    <a:pt x="208" y="207"/>
                  </a:cubicBezTo>
                  <a:cubicBezTo>
                    <a:pt x="211" y="186"/>
                    <a:pt x="211" y="186"/>
                    <a:pt x="211" y="186"/>
                  </a:cubicBezTo>
                  <a:cubicBezTo>
                    <a:pt x="215" y="164"/>
                    <a:pt x="215" y="164"/>
                    <a:pt x="215" y="164"/>
                  </a:cubicBezTo>
                  <a:cubicBezTo>
                    <a:pt x="217" y="148"/>
                    <a:pt x="221" y="132"/>
                    <a:pt x="224" y="115"/>
                  </a:cubicBezTo>
                  <a:cubicBezTo>
                    <a:pt x="237" y="52"/>
                    <a:pt x="237" y="52"/>
                    <a:pt x="237" y="52"/>
                  </a:cubicBezTo>
                  <a:cubicBezTo>
                    <a:pt x="238" y="45"/>
                    <a:pt x="238" y="45"/>
                    <a:pt x="238" y="45"/>
                  </a:cubicBezTo>
                  <a:cubicBezTo>
                    <a:pt x="240" y="35"/>
                    <a:pt x="240" y="35"/>
                    <a:pt x="240" y="35"/>
                  </a:cubicBezTo>
                  <a:cubicBezTo>
                    <a:pt x="242" y="27"/>
                    <a:pt x="243" y="20"/>
                    <a:pt x="244" y="14"/>
                  </a:cubicBezTo>
                  <a:cubicBezTo>
                    <a:pt x="244" y="10"/>
                    <a:pt x="245" y="6"/>
                    <a:pt x="246" y="2"/>
                  </a:cubicBezTo>
                  <a:cubicBezTo>
                    <a:pt x="246" y="0"/>
                    <a:pt x="246" y="0"/>
                    <a:pt x="246" y="0"/>
                  </a:cubicBezTo>
                  <a:cubicBezTo>
                    <a:pt x="246" y="0"/>
                    <a:pt x="246" y="0"/>
                    <a:pt x="246" y="0"/>
                  </a:cubicBezTo>
                </a:path>
              </a:pathLst>
            </a:custGeom>
            <a:grpFill/>
            <a:ln>
              <a:noFill/>
            </a:ln>
          </p:spPr>
          <p:txBody>
            <a:bodyPr vert="horz" wrap="square" lIns="51435" tIns="25718" rIns="51435" bIns="25718" numCol="1" anchor="t" anchorCtr="0" compatLnSpc="1">
              <a:prstTxWarp prst="textNoShape">
                <a:avLst/>
              </a:prstTxWarp>
            </a:bodyPr>
            <a:lstStyle/>
            <a:p>
              <a:endParaRPr lang="en-GB" sz="760"/>
            </a:p>
          </p:txBody>
        </p:sp>
      </p:grpSp>
      <p:sp>
        <p:nvSpPr>
          <p:cNvPr id="1147" name="テキスト ボックス 165">
            <a:extLst>
              <a:ext uri="{FF2B5EF4-FFF2-40B4-BE49-F238E27FC236}">
                <a16:creationId xmlns:a16="http://schemas.microsoft.com/office/drawing/2014/main" id="{405B3F03-C249-43E4-E724-38B3BB37B6F6}"/>
              </a:ext>
            </a:extLst>
          </p:cNvPr>
          <p:cNvSpPr txBox="1"/>
          <p:nvPr/>
        </p:nvSpPr>
        <p:spPr>
          <a:xfrm>
            <a:off x="7082964" y="3277738"/>
            <a:ext cx="1871938" cy="276999"/>
          </a:xfrm>
          <a:prstGeom prst="rect">
            <a:avLst/>
          </a:prstGeom>
          <a:solidFill>
            <a:schemeClr val="accent4">
              <a:lumMod val="20000"/>
              <a:lumOff val="80000"/>
            </a:schemeClr>
          </a:solidFill>
          <a:ln w="9525" cmpd="sng">
            <a:noFill/>
          </a:ln>
        </p:spPr>
        <p:style>
          <a:lnRef idx="0">
            <a:scrgbClr r="0" g="0" b="0"/>
          </a:lnRef>
          <a:fillRef idx="0">
            <a:scrgbClr r="0" g="0" b="0"/>
          </a:fillRef>
          <a:effectRef idx="0">
            <a:scrgbClr r="0" g="0" b="0"/>
          </a:effectRef>
          <a:fontRef idx="minor">
            <a:schemeClr val="dk1"/>
          </a:fontRef>
        </p:style>
        <p:txBody>
          <a:bodyPr wrap="square" rtlCol="0" anchor="t" lIns="27432" rIns="27432" tIns="18288" bIns="18288">
            <a:norm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defRPr lang="vi-VN">
                <a:latin typeface="Times New Roman" pitchFamily="18" charset="0"/>
                <a:ea typeface="Times New Roman" pitchFamily="18" charset="0"/>
                <a:cs typeface="Times New Roman" pitchFamily="18" charset="0"/>
              </a:defRPr>
            </a:pPr>
            <a:r>
              <a:rPr kumimoji="1" lang="vi-VN" altLang="en-US" sz="960" b="1" dirty="0">
                <a:solidFill>
                  <a:schemeClr val="tx1"/>
                </a:solidFill>
                <a:latin typeface="Times New Roman" panose="020B0604030504040204" pitchFamily="18" charset="0"/>
                <a:ea typeface="Times New Roman" panose="020B0604030504040204" pitchFamily="18" charset="0"/>
                <a:cs typeface="Times New Roman" pitchFamily="18" charset="0"/>
              </a:rPr>
              <a:t>Quy trình điều chỉnh → Quy trình bảo lãnh</a:t>
            </a:r>
            <a:endParaRPr lang="vi-VN">
              <a:latin typeface="Times New Roman" pitchFamily="18" charset="0"/>
              <a:ea typeface="Times New Roman" pitchFamily="18" charset="0"/>
              <a:cs typeface="Times New Roman" pitchFamily="18" charset="0"/>
            </a:endParaRPr>
          </a:p>
        </p:txBody>
      </p:sp>
      <p:sp>
        <p:nvSpPr>
          <p:cNvPr id="1150" name="テキスト ボックス 165">
            <a:extLst>
              <a:ext uri="{FF2B5EF4-FFF2-40B4-BE49-F238E27FC236}">
                <a16:creationId xmlns:a16="http://schemas.microsoft.com/office/drawing/2014/main" id="{50EF9F4C-750F-4304-C05E-97B5B9AF1828}"/>
              </a:ext>
            </a:extLst>
          </p:cNvPr>
          <p:cNvSpPr txBox="1"/>
          <p:nvPr/>
        </p:nvSpPr>
        <p:spPr>
          <a:xfrm>
            <a:off x="6969582" y="3591255"/>
            <a:ext cx="2098702" cy="57708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lIns="27432" rIns="27432" tIns="18288" bIns="18288">
            <a:norm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defRPr lang="vi-VN">
                <a:latin typeface="Times New Roman" pitchFamily="18" charset="0"/>
                <a:ea typeface="Times New Roman" pitchFamily="18" charset="0"/>
                <a:cs typeface="Times New Roman" pitchFamily="18" charset="0"/>
              </a:defRPr>
            </a:pPr>
            <a:r>
              <a:rPr kumimoji="1" lang="vi-VN" altLang="en-US" sz="1050" dirty="0">
                <a:solidFill>
                  <a:srgbClr val="FF0000"/>
                </a:solidFill>
                <a:latin typeface="Times New Roman" panose="020B0604030504040204" pitchFamily="18" charset="0"/>
                <a:ea typeface="Times New Roman" panose="020B0604030504040204" pitchFamily="18" charset="0"/>
                <a:cs typeface="Times New Roman" pitchFamily="18" charset="0"/>
              </a:rPr>
              <a:t>Thay đổi tên</a:t>
            </a:r>
            <a:endParaRPr kumimoji="1" lang="vi-VN" altLang="ja-JP" sz="1050" dirty="0">
              <a:solidFill>
                <a:srgbClr val="FF0000"/>
              </a:solidFill>
              <a:latin typeface="Times New Roman" panose="020B0604030504040204" pitchFamily="18" charset="0"/>
              <a:ea typeface="Times New Roman" panose="020B0604030504040204"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ja-JP" sz="1050" dirty="0">
                <a:solidFill>
                  <a:srgbClr val="FF0000"/>
                </a:solidFill>
                <a:latin typeface="Times New Roman" panose="020B0604030504040204" pitchFamily="18" charset="0"/>
                <a:ea typeface="Times New Roman" panose="020B0604030504040204" pitchFamily="18" charset="0"/>
                <a:cs typeface="Times New Roman" pitchFamily="18" charset="0"/>
              </a:rPr>
              <a:t>* Không có điều chỉnh,</a:t>
            </a:r>
            <a:r>
              <a:rPr kumimoji="1" lang="vi-VN" altLang="en-US" sz="1050" dirty="0">
                <a:solidFill>
                  <a:srgbClr val="FF0000"/>
                </a:solidFill>
                <a:latin typeface="Times New Roman" panose="020B0604030504040204" pitchFamily="18" charset="0"/>
                <a:ea typeface="Times New Roman" panose="020B0604030504040204" pitchFamily="18" charset="0"/>
                <a:cs typeface="Times New Roman" pitchFamily="18" charset="0"/>
              </a:rPr>
              <a:t/>
            </a:r>
            <a:endParaRPr kumimoji="1" lang="vi-VN" altLang="ja-JP" sz="1050" dirty="0">
              <a:solidFill>
                <a:srgbClr val="FF0000"/>
              </a:solidFill>
              <a:latin typeface="Times New Roman" panose="020B0604030504040204" pitchFamily="18" charset="0"/>
              <a:ea typeface="Times New Roman" panose="020B0604030504040204"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050" dirty="0">
                <a:solidFill>
                  <a:srgbClr val="FF0000"/>
                </a:solidFill>
                <a:latin typeface="Times New Roman" panose="020B0604030504040204" pitchFamily="18" charset="0"/>
                <a:ea typeface="Times New Roman" panose="020B0604030504040204" pitchFamily="18" charset="0"/>
                <a:cs typeface="Times New Roman" pitchFamily="18" charset="0"/>
              </a:rPr>
              <a:t>　 Ý nghĩa của việc đảm bảo chất lượng</a:t>
            </a:r>
            <a:endParaRPr lang="vi-VN">
              <a:latin typeface="Times New Roman" pitchFamily="18" charset="0"/>
              <a:ea typeface="Times New Roman" pitchFamily="18" charset="0"/>
              <a:cs typeface="Times New Roman" pitchFamily="18" charset="0"/>
            </a:endParaRPr>
          </a:p>
        </p:txBody>
      </p:sp>
      <p:sp>
        <p:nvSpPr>
          <p:cNvPr id="1151" name="TextBox 1150"/>
          <p:cNvSpPr txBox="1"/>
          <p:nvPr/>
        </p:nvSpPr>
        <p:spPr>
          <a:xfrm>
            <a:off x="10057817" y="6565487"/>
            <a:ext cx="449856" cy="399631"/>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ーーーーーーー</a:t>
            </a:r>
            <a:endParaRPr lang="vi-VN">
              <a:latin typeface="Times New Roman" pitchFamily="18" charset="0"/>
              <a:ea typeface="Times New Roman" pitchFamily="18" charset="0"/>
              <a:cs typeface="Times New Roman" pitchFamily="18" charset="0"/>
            </a:endParaRPr>
          </a:p>
        </p:txBody>
      </p:sp>
      <p:sp>
        <p:nvSpPr>
          <p:cNvPr id="1152" name="TextBox 1151"/>
          <p:cNvSpPr txBox="1"/>
          <p:nvPr/>
        </p:nvSpPr>
        <p:spPr>
          <a:xfrm>
            <a:off x="5420241" y="2270663"/>
            <a:ext cx="319856"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hmmm</a:t>
            </a:r>
            <a:endParaRPr lang="vi-VN">
              <a:latin typeface="Times New Roman" pitchFamily="18" charset="0"/>
              <a:ea typeface="Times New Roman" pitchFamily="18" charset="0"/>
              <a:cs typeface="Times New Roman" pitchFamily="18" charset="0"/>
            </a:endParaRPr>
          </a:p>
        </p:txBody>
      </p:sp>
      <p:sp>
        <p:nvSpPr>
          <p:cNvPr id="1153" name="TextBox 1152"/>
          <p:cNvSpPr txBox="1"/>
          <p:nvPr/>
        </p:nvSpPr>
        <p:spPr>
          <a:xfrm>
            <a:off x="11552870" y="7154444"/>
            <a:ext cx="449856" cy="399631"/>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ーーーーーーー</a:t>
            </a:r>
            <a:endParaRPr lang="vi-VN">
              <a:latin typeface="Times New Roman" pitchFamily="18" charset="0"/>
              <a:ea typeface="Times New Roman" pitchFamily="18" charset="0"/>
              <a:cs typeface="Times New Roman" pitchFamily="18" charset="0"/>
            </a:endParaRPr>
          </a:p>
        </p:txBody>
      </p:sp>
      <p:sp>
        <p:nvSpPr>
          <p:cNvPr id="1154" name="TextBox 1153"/>
          <p:cNvSpPr txBox="1"/>
          <p:nvPr/>
        </p:nvSpPr>
        <p:spPr>
          <a:xfrm>
            <a:off x="2079441" y="730402"/>
            <a:ext cx="2908628" cy="518161"/>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Quy trình sản xuất tiếp theo hiện tại</a:t>
            </a:r>
            <a:endParaRPr lang="vi-VN">
              <a:latin typeface="Times New Roman" pitchFamily="18" charset="0"/>
              <a:ea typeface="Times New Roman" pitchFamily="18" charset="0"/>
              <a:cs typeface="Times New Roman" pitchFamily="18" charset="0"/>
            </a:endParaRPr>
          </a:p>
        </p:txBody>
      </p:sp>
      <p:sp>
        <p:nvSpPr>
          <p:cNvPr id="1155" name="TextBox 1154"/>
          <p:cNvSpPr txBox="1"/>
          <p:nvPr/>
        </p:nvSpPr>
        <p:spPr>
          <a:xfrm>
            <a:off x="3527720" y="730402"/>
            <a:ext cx="1114370" cy="555173"/>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Tự động lựa chọn lý tưởng</a:t>
            </a:r>
            <a:endParaRPr lang="vi-VN">
              <a:latin typeface="Times New Roman" pitchFamily="18" charset="0"/>
              <a:ea typeface="Times New Roman" pitchFamily="18" charset="0"/>
              <a:cs typeface="Times New Roman" pitchFamily="18" charset="0"/>
            </a:endParaRPr>
          </a:p>
        </p:txBody>
      </p:sp>
      <p:sp>
        <p:nvSpPr>
          <p:cNvPr id="1156" name="TextBox 1155"/>
          <p:cNvSpPr txBox="1"/>
          <p:nvPr/>
        </p:nvSpPr>
        <p:spPr>
          <a:xfrm>
            <a:off x="598977" y="926724"/>
            <a:ext cx="4324724" cy="1165864"/>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Người vận hành có thể lựa chọn số lượng thiết bị điều khiển được sử dụng trong công việc đồ gá và chỉ được quản lý một lần trong lần đầu tiên.</a:t>
            </a:r>
            <a:endParaRPr lang="vi-VN">
              <a:latin typeface="Times New Roman" pitchFamily="18" charset="0"/>
              <a:ea typeface="Times New Roman" pitchFamily="18" charset="0"/>
              <a:cs typeface="Times New Roman" pitchFamily="18" charset="0"/>
            </a:endParaRPr>
          </a:p>
        </p:txBody>
      </p:sp>
      <p:sp>
        <p:nvSpPr>
          <p:cNvPr id="1157" name="TextBox 1156"/>
          <p:cNvSpPr txBox="1"/>
          <p:nvPr/>
        </p:nvSpPr>
        <p:spPr>
          <a:xfrm>
            <a:off x="930472" y="1123046"/>
            <a:ext cx="297701" cy="125839"/>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Công đoạn / Quy trình</a:t>
            </a:r>
            <a:endParaRPr lang="vi-VN">
              <a:latin typeface="Times New Roman" pitchFamily="18" charset="0"/>
              <a:ea typeface="Times New Roman" pitchFamily="18" charset="0"/>
              <a:cs typeface="Times New Roman" pitchFamily="18" charset="0"/>
            </a:endParaRPr>
          </a:p>
        </p:txBody>
      </p:sp>
      <p:sp>
        <p:nvSpPr>
          <p:cNvPr id="1158" name="TextBox 1157"/>
          <p:cNvSpPr txBox="1"/>
          <p:nvPr/>
        </p:nvSpPr>
        <p:spPr>
          <a:xfrm>
            <a:off x="3225191" y="1303276"/>
            <a:ext cx="1062071" cy="725426"/>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Kết nối nhiều thiết bị cùng lúc</a:t>
            </a:r>
            <a:endParaRPr lang="vi-VN">
              <a:latin typeface="Times New Roman" pitchFamily="18" charset="0"/>
              <a:ea typeface="Times New Roman" pitchFamily="18" charset="0"/>
              <a:cs typeface="Times New Roman" pitchFamily="18" charset="0"/>
            </a:endParaRPr>
          </a:p>
        </p:txBody>
      </p:sp>
      <p:sp>
        <p:nvSpPr>
          <p:cNvPr id="1159" name="TextBox 1158"/>
          <p:cNvSpPr txBox="1"/>
          <p:nvPr/>
        </p:nvSpPr>
        <p:spPr>
          <a:xfrm>
            <a:off x="673000" y="1319368"/>
            <a:ext cx="478736" cy="125839"/>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giao tiếp</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4290307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29BC009-667E-58D8-7603-AF7A09FD370C}"/>
              </a:ext>
            </a:extLst>
          </p:cNvPr>
          <p:cNvSpPr>
            <a:spLocks noGrp="1"/>
          </p:cNvSpPr>
          <p:nvPr>
            <p:ph type="sldNum" sz="quarter" idx="12"/>
          </p:nvPr>
        </p:nvSpPr>
        <p:spPr/>
        <p:txBody>
          <a:bodyPr wrap="square" lIns="27432" rIns="27432" tIns="18288" bIns="18288">
            <a:normAutofit/>
          </a:bodyPr>
          <a:lstStyle/>
          <a:p>
            <a:pPr>
              <a:defRPr lang="vi-VN">
                <a:latin typeface="Times New Roman" pitchFamily="18" charset="0"/>
                <a:ea typeface="Times New Roman" pitchFamily="18" charset="0"/>
                <a:cs typeface="Times New Roman" pitchFamily="18" charset="0"/>
              </a:defRPr>
            </a:pPr>
            <a:fld id="{75BB8461-A4F8-4BBC-AB2D-5D80B8F30C85}" type="slidenum">
              <a:rPr kumimoji="1" lang="ja-JP" altLang="en-US" smtClean="0"/>
              <a:t>9</a:t>
            </a:fld>
            <a:endParaRPr kumimoji="1" lang="vi-VN" altLang="en-US">
              <a:latin typeface="Times New Roman" pitchFamily="18" charset="0"/>
              <a:ea typeface="Times New Roman" pitchFamily="18" charset="0"/>
              <a:cs typeface="Times New Roman" pitchFamily="18" charset="0"/>
            </a:endParaRPr>
          </a:p>
        </p:txBody>
      </p:sp>
      <p:sp>
        <p:nvSpPr>
          <p:cNvPr id="4" name="タイトル 1">
            <a:extLst>
              <a:ext uri="{FF2B5EF4-FFF2-40B4-BE49-F238E27FC236}">
                <a16:creationId xmlns:a16="http://schemas.microsoft.com/office/drawing/2014/main" id="{DD7DB972-EE02-9FE4-FE7A-EB2DE902D1D2}"/>
              </a:ext>
            </a:extLst>
          </p:cNvPr>
          <p:cNvSpPr txBox="1">
            <a:spLocks/>
          </p:cNvSpPr>
          <p:nvPr/>
        </p:nvSpPr>
        <p:spPr>
          <a:xfrm>
            <a:off x="114300" y="80255"/>
            <a:ext cx="5146549" cy="230872"/>
          </a:xfrm>
          <a:prstGeom prst="rect">
            <a:avLst/>
          </a:prstGeom>
        </p:spPr>
        <p:txBody>
          <a:bodyPr vert="horz" wrap="square" lIns="27432" tIns="18288" rIns="27432" bIns="18288" rtlCol="0" anchor="ctr" anchorCtr="0">
            <a:norm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pPr marL="171450" indent="-171450" algn="l">
              <a:buFont typeface="Wingdings" panose="05000000000000000000" pitchFamily="2" charset="2"/>
              <a:buChar char="Ø"/>
              <a:defRPr lang="vi-VN">
                <a:latin typeface="Times New Roman" pitchFamily="18" charset="0"/>
                <a:ea typeface="Times New Roman" pitchFamily="18" charset="0"/>
                <a:cs typeface="Times New Roman" pitchFamily="18" charset="0"/>
              </a:defRPr>
            </a:pPr>
            <a:r>
              <a:rPr lang="vi-VN" altLang="ja-JP" sz="960" dirty="0">
                <a:solidFill>
                  <a:schemeClr val="accent1"/>
                </a:solidFill>
                <a:latin typeface="Times New Roman" pitchFamily="18" charset="0"/>
                <a:ea typeface="Times New Roman" pitchFamily="18" charset="0"/>
                <a:cs typeface="Times New Roman" pitchFamily="18" charset="0"/>
              </a:rPr>
              <a:t>Bố cục quy trình được đảm bảo của Athena (PMT2)</a:t>
            </a:r>
            <a:r>
              <a:rPr lang="vi-VN" altLang="en-US" sz="960" dirty="0">
                <a:solidFill>
                  <a:schemeClr val="accent1"/>
                </a:solidFill>
                <a:latin typeface="Times New Roman" pitchFamily="18" charset="0"/>
                <a:ea typeface="Times New Roman" pitchFamily="18" charset="0"/>
                <a:cs typeface="Times New Roman" pitchFamily="18" charset="0"/>
              </a:rPr>
              <a:t/>
            </a:r>
            <a:r>
              <a:rPr lang="vi-VN" altLang="ja-JP" sz="960" dirty="0">
                <a:solidFill>
                  <a:schemeClr val="accent1"/>
                </a:solidFill>
                <a:latin typeface="Times New Roman" pitchFamily="18" charset="0"/>
                <a:ea typeface="Times New Roman" pitchFamily="18" charset="0"/>
                <a:cs typeface="Times New Roman" pitchFamily="18" charset="0"/>
              </a:rPr>
              <a:t/>
            </a:r>
            <a:r>
              <a:rPr lang="vi-VN" altLang="en-US" sz="960" dirty="0">
                <a:solidFill>
                  <a:schemeClr val="accent1"/>
                </a:solidFill>
                <a:latin typeface="Times New Roman" pitchFamily="18" charset="0"/>
                <a:ea typeface="Times New Roman" pitchFamily="18" charset="0"/>
                <a:cs typeface="Times New Roman" pitchFamily="18" charset="0"/>
              </a:rPr>
              <a:t/>
            </a:r>
            <a:r>
              <a:rPr lang="vi-VN" altLang="ja-JP" sz="960">
                <a:solidFill>
                  <a:schemeClr val="accent1"/>
                </a:solidFill>
                <a:latin typeface="Times New Roman" pitchFamily="18" charset="0"/>
                <a:ea typeface="Times New Roman" pitchFamily="18" charset="0"/>
                <a:cs typeface="Times New Roman" pitchFamily="18" charset="0"/>
              </a:rPr>
              <a:t/>
            </a:r>
            <a:r>
              <a:rPr lang="vi-VN" altLang="en-US" sz="960">
                <a:solidFill>
                  <a:schemeClr val="accent1"/>
                </a:solidFill>
                <a:latin typeface="Times New Roman" pitchFamily="18" charset="0"/>
                <a:ea typeface="Times New Roman" pitchFamily="18" charset="0"/>
                <a:cs typeface="Times New Roman" pitchFamily="18" charset="0"/>
              </a:rPr>
              <a:t/>
            </a:r>
            <a:endParaRPr lang="vi-VN" altLang="ja-JP" sz="1200" dirty="0">
              <a:solidFill>
                <a:schemeClr val="accent1"/>
              </a:solidFill>
              <a:latin typeface="Times New Roman" pitchFamily="18" charset="0"/>
              <a:ea typeface="Times New Roman" pitchFamily="18" charset="0"/>
              <a:cs typeface="Times New Roman" pitchFamily="18" charset="0"/>
            </a:endParaRPr>
          </a:p>
        </p:txBody>
      </p:sp>
      <p:sp>
        <p:nvSpPr>
          <p:cNvPr id="6" name="正方形/長方形 5">
            <a:extLst>
              <a:ext uri="{FF2B5EF4-FFF2-40B4-BE49-F238E27FC236}">
                <a16:creationId xmlns:a16="http://schemas.microsoft.com/office/drawing/2014/main" id="{02F4BB40-6F64-0FFF-95CE-D4D30AF79D4C}"/>
              </a:ext>
            </a:extLst>
          </p:cNvPr>
          <p:cNvSpPr/>
          <p:nvPr/>
        </p:nvSpPr>
        <p:spPr>
          <a:xfrm>
            <a:off x="944600" y="418899"/>
            <a:ext cx="777557" cy="1662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100" dirty="0">
                <a:solidFill>
                  <a:schemeClr val="tx1"/>
                </a:solidFill>
                <a:latin typeface="Times New Roman" pitchFamily="18" charset="0"/>
                <a:ea typeface="Times New Roman" pitchFamily="18" charset="0"/>
                <a:cs typeface="Times New Roman" pitchFamily="18" charset="0"/>
              </a:rPr>
              <a:t>Quy trình A1</a:t>
            </a:r>
            <a:r>
              <a:rPr kumimoji="1" lang="vi-VN" altLang="en-US" sz="1100" dirty="0">
                <a:solidFill>
                  <a:schemeClr val="tx1"/>
                </a:solidFill>
                <a:latin typeface="Times New Roman" pitchFamily="18" charset="0"/>
                <a:ea typeface="Times New Roman" pitchFamily="18" charset="0"/>
                <a:cs typeface="Times New Roman" pitchFamily="18" charset="0"/>
              </a:rPr>
              <a:t/>
            </a:r>
            <a:endParaRPr kumimoji="1" lang="vi-VN" altLang="en-US" sz="1200" dirty="0">
              <a:solidFill>
                <a:schemeClr val="tx1"/>
              </a:solidFill>
              <a:latin typeface="Times New Roman" pitchFamily="18" charset="0"/>
              <a:ea typeface="Times New Roman" pitchFamily="18" charset="0"/>
              <a:cs typeface="Times New Roman" pitchFamily="18" charset="0"/>
            </a:endParaRPr>
          </a:p>
        </p:txBody>
      </p:sp>
      <p:sp>
        <p:nvSpPr>
          <p:cNvPr id="7" name="正方形/長方形 6">
            <a:extLst>
              <a:ext uri="{FF2B5EF4-FFF2-40B4-BE49-F238E27FC236}">
                <a16:creationId xmlns:a16="http://schemas.microsoft.com/office/drawing/2014/main" id="{73065072-2FAC-AF9E-EF69-22B07CBA3DFC}"/>
              </a:ext>
            </a:extLst>
          </p:cNvPr>
          <p:cNvSpPr/>
          <p:nvPr/>
        </p:nvSpPr>
        <p:spPr>
          <a:xfrm>
            <a:off x="3203929" y="413765"/>
            <a:ext cx="777557" cy="1662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100" dirty="0">
                <a:solidFill>
                  <a:schemeClr val="tx1"/>
                </a:solidFill>
                <a:latin typeface="Times New Roman" pitchFamily="18" charset="0"/>
                <a:ea typeface="Times New Roman" pitchFamily="18" charset="0"/>
                <a:cs typeface="Times New Roman" pitchFamily="18" charset="0"/>
              </a:rPr>
              <a:t>quá trình A2</a:t>
            </a:r>
            <a:r>
              <a:rPr kumimoji="1" lang="vi-VN" altLang="en-US" sz="1100" dirty="0">
                <a:solidFill>
                  <a:schemeClr val="tx1"/>
                </a:solidFill>
                <a:latin typeface="Times New Roman" pitchFamily="18" charset="0"/>
                <a:ea typeface="Times New Roman" pitchFamily="18" charset="0"/>
                <a:cs typeface="Times New Roman" pitchFamily="18" charset="0"/>
              </a:rPr>
              <a:t/>
            </a:r>
            <a:endParaRPr kumimoji="1" lang="vi-VN" altLang="en-US" sz="1200" dirty="0">
              <a:solidFill>
                <a:schemeClr val="tx1"/>
              </a:solidFill>
              <a:latin typeface="Times New Roman" pitchFamily="18" charset="0"/>
              <a:ea typeface="Times New Roman" pitchFamily="18" charset="0"/>
              <a:cs typeface="Times New Roman" pitchFamily="18" charset="0"/>
            </a:endParaRPr>
          </a:p>
        </p:txBody>
      </p:sp>
      <p:sp>
        <p:nvSpPr>
          <p:cNvPr id="8" name="正方形/長方形 7">
            <a:extLst>
              <a:ext uri="{FF2B5EF4-FFF2-40B4-BE49-F238E27FC236}">
                <a16:creationId xmlns:a16="http://schemas.microsoft.com/office/drawing/2014/main" id="{0D0F475E-3920-961F-CEBC-66285EEDA9AC}"/>
              </a:ext>
            </a:extLst>
          </p:cNvPr>
          <p:cNvSpPr/>
          <p:nvPr/>
        </p:nvSpPr>
        <p:spPr>
          <a:xfrm>
            <a:off x="5400400" y="414739"/>
            <a:ext cx="777557" cy="15722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100" dirty="0">
                <a:solidFill>
                  <a:schemeClr val="tx1"/>
                </a:solidFill>
                <a:latin typeface="Times New Roman" pitchFamily="18" charset="0"/>
                <a:ea typeface="Times New Roman" pitchFamily="18" charset="0"/>
                <a:cs typeface="Times New Roman" pitchFamily="18" charset="0"/>
              </a:rPr>
              <a:t>Quy trình A3</a:t>
            </a:r>
            <a:r>
              <a:rPr kumimoji="1" lang="vi-VN" altLang="en-US" sz="1100" dirty="0">
                <a:solidFill>
                  <a:schemeClr val="tx1"/>
                </a:solidFill>
                <a:latin typeface="Times New Roman" pitchFamily="18" charset="0"/>
                <a:ea typeface="Times New Roman" pitchFamily="18" charset="0"/>
                <a:cs typeface="Times New Roman" pitchFamily="18" charset="0"/>
              </a:rPr>
              <a:t/>
            </a:r>
            <a:endParaRPr kumimoji="1" lang="vi-VN" altLang="en-US" sz="1200" dirty="0">
              <a:solidFill>
                <a:schemeClr val="tx1"/>
              </a:solidFill>
              <a:latin typeface="Times New Roman" pitchFamily="18" charset="0"/>
              <a:ea typeface="Times New Roman" pitchFamily="18" charset="0"/>
              <a:cs typeface="Times New Roman" pitchFamily="18" charset="0"/>
            </a:endParaRPr>
          </a:p>
        </p:txBody>
      </p:sp>
      <p:sp>
        <p:nvSpPr>
          <p:cNvPr id="9" name="正方形/長方形 8">
            <a:extLst>
              <a:ext uri="{FF2B5EF4-FFF2-40B4-BE49-F238E27FC236}">
                <a16:creationId xmlns:a16="http://schemas.microsoft.com/office/drawing/2014/main" id="{3660A0CB-1EB7-85A6-4B3C-4A19AE32869B}"/>
              </a:ext>
            </a:extLst>
          </p:cNvPr>
          <p:cNvSpPr/>
          <p:nvPr/>
        </p:nvSpPr>
        <p:spPr>
          <a:xfrm>
            <a:off x="261858" y="603911"/>
            <a:ext cx="2143039" cy="4107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788" b="1" dirty="0">
                <a:solidFill>
                  <a:schemeClr val="tx1"/>
                </a:solidFill>
                <a:latin typeface="Times New Roman" pitchFamily="18" charset="0"/>
                <a:ea typeface="Times New Roman" pitchFamily="18" charset="0"/>
                <a:cs typeface="Times New Roman" pitchFamily="18" charset="0"/>
              </a:rPr>
              <a:t>・F/Wインストール</a:t>
            </a:r>
            <a:r>
              <a:rPr kumimoji="1" lang="vi-VN" altLang="ja-JP" sz="788" b="1" dirty="0">
                <a:solidFill>
                  <a:schemeClr val="tx1"/>
                </a:solidFill>
                <a:latin typeface="Times New Roman" pitchFamily="18" charset="0"/>
                <a:ea typeface="Times New Roman" pitchFamily="18" charset="0"/>
                <a:cs typeface="Times New Roman" pitchFamily="18" charset="0"/>
              </a:rPr>
              <a:t/>
            </a:r>
            <a:r>
              <a:rPr kumimoji="1" lang="vi-VN" altLang="en-US" sz="788" b="1" dirty="0">
                <a:solidFill>
                  <a:schemeClr val="tx1"/>
                </a:solidFill>
                <a:latin typeface="Times New Roman" pitchFamily="18" charset="0"/>
                <a:ea typeface="Times New Roman" pitchFamily="18" charset="0"/>
                <a:cs typeface="Times New Roman" pitchFamily="18" charset="0"/>
              </a:rPr>
              <a:t/>
            </a:r>
            <a:endParaRPr kumimoji="1" lang="vi-VN" altLang="ja-JP" sz="788" b="1" dirty="0">
              <a:solidFill>
                <a:schemeClr val="tx1"/>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788" b="1" dirty="0">
                <a:solidFill>
                  <a:schemeClr val="tx1"/>
                </a:solidFill>
                <a:latin typeface="Times New Roman" pitchFamily="18" charset="0"/>
                <a:ea typeface="Times New Roman" pitchFamily="18" charset="0"/>
                <a:cs typeface="Times New Roman" pitchFamily="18" charset="0"/>
              </a:rPr>
              <a:t>・初期設定（シリアル書き込み/ライン用設定）</a:t>
            </a:r>
            <a:r>
              <a:rPr kumimoji="1" lang="vi-VN" altLang="ja-JP" sz="788" b="1" dirty="0">
                <a:solidFill>
                  <a:schemeClr val="tx1"/>
                </a:solidFill>
                <a:latin typeface="Times New Roman" pitchFamily="18" charset="0"/>
                <a:ea typeface="Times New Roman" pitchFamily="18" charset="0"/>
                <a:cs typeface="Times New Roman" pitchFamily="18" charset="0"/>
              </a:rPr>
              <a:t/>
            </a:r>
            <a:r>
              <a:rPr kumimoji="1" lang="vi-VN" altLang="en-US" sz="788" b="1" dirty="0">
                <a:solidFill>
                  <a:schemeClr val="tx1"/>
                </a:solidFill>
                <a:latin typeface="Times New Roman" pitchFamily="18" charset="0"/>
                <a:ea typeface="Times New Roman" pitchFamily="18" charset="0"/>
                <a:cs typeface="Times New Roman" pitchFamily="18" charset="0"/>
              </a:rPr>
              <a:t/>
            </a:r>
            <a:endParaRPr kumimoji="1" lang="vi-VN" altLang="ja-JP" sz="788" b="1" dirty="0">
              <a:solidFill>
                <a:schemeClr val="tx1"/>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788" b="1" dirty="0">
                <a:solidFill>
                  <a:schemeClr val="tx1"/>
                </a:solidFill>
                <a:latin typeface="Times New Roman" pitchFamily="18" charset="0"/>
                <a:ea typeface="Times New Roman" pitchFamily="18" charset="0"/>
                <a:cs typeface="Times New Roman" pitchFamily="18" charset="0"/>
              </a:rPr>
              <a:t>・電気チェック</a:t>
            </a:r>
            <a:endParaRPr kumimoji="1" lang="vi-VN" altLang="en-US" sz="788" b="1" dirty="0">
              <a:solidFill>
                <a:srgbClr val="FF0000"/>
              </a:solidFill>
              <a:latin typeface="Times New Roman" pitchFamily="18" charset="0"/>
              <a:ea typeface="Times New Roman" pitchFamily="18" charset="0"/>
              <a:cs typeface="Times New Roman" pitchFamily="18" charset="0"/>
            </a:endParaRPr>
          </a:p>
        </p:txBody>
      </p:sp>
      <p:sp>
        <p:nvSpPr>
          <p:cNvPr id="10" name="正方形/長方形 9">
            <a:extLst>
              <a:ext uri="{FF2B5EF4-FFF2-40B4-BE49-F238E27FC236}">
                <a16:creationId xmlns:a16="http://schemas.microsoft.com/office/drawing/2014/main" id="{009E0DD2-7C94-0C09-CE62-CF7F2647E44E}"/>
              </a:ext>
            </a:extLst>
          </p:cNvPr>
          <p:cNvSpPr/>
          <p:nvPr/>
        </p:nvSpPr>
        <p:spPr>
          <a:xfrm>
            <a:off x="2965620" y="578999"/>
            <a:ext cx="1369533" cy="4114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788" b="1" dirty="0">
                <a:solidFill>
                  <a:schemeClr val="tx1"/>
                </a:solidFill>
                <a:latin typeface="Times New Roman" pitchFamily="18" charset="0"/>
                <a:ea typeface="Times New Roman" pitchFamily="18" charset="0"/>
                <a:cs typeface="Times New Roman" pitchFamily="18" charset="0"/>
              </a:rPr>
              <a:t>・読込Kiểm tra（ISU/DP）</a:t>
            </a:r>
            <a:r>
              <a:rPr kumimoji="1" lang="vi-VN" altLang="ja-JP" sz="788" b="1" dirty="0">
                <a:solidFill>
                  <a:schemeClr val="tx1"/>
                </a:solidFill>
                <a:latin typeface="Times New Roman" pitchFamily="18" charset="0"/>
                <a:ea typeface="Times New Roman" pitchFamily="18" charset="0"/>
                <a:cs typeface="Times New Roman" pitchFamily="18" charset="0"/>
              </a:rPr>
              <a:t/>
            </a:r>
            <a:r>
              <a:rPr kumimoji="1" lang="vi-VN" altLang="en-US" sz="788" b="1" dirty="0">
                <a:solidFill>
                  <a:schemeClr val="tx1"/>
                </a:solidFill>
                <a:latin typeface="Times New Roman" pitchFamily="18" charset="0"/>
                <a:ea typeface="Times New Roman" pitchFamily="18" charset="0"/>
                <a:cs typeface="Times New Roman" pitchFamily="18" charset="0"/>
              </a:rPr>
              <a:t/>
            </a:r>
            <a:endParaRPr kumimoji="1" lang="vi-VN" altLang="ja-JP" sz="788" b="1" dirty="0">
              <a:solidFill>
                <a:schemeClr val="tx1"/>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788" b="1" dirty="0">
                <a:solidFill>
                  <a:schemeClr val="tx1"/>
                </a:solidFill>
                <a:latin typeface="Times New Roman" pitchFamily="18" charset="0"/>
                <a:ea typeface="Times New Roman" pitchFamily="18" charset="0"/>
                <a:cs typeface="Times New Roman" pitchFamily="18" charset="0"/>
              </a:rPr>
              <a:t>・タイミング調整</a:t>
            </a:r>
            <a:endParaRPr kumimoji="1" lang="vi-VN" altLang="ja-JP" sz="788" b="1" dirty="0">
              <a:solidFill>
                <a:schemeClr val="tx1"/>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788" b="1" dirty="0">
                <a:solidFill>
                  <a:schemeClr val="tx1"/>
                </a:solidFill>
                <a:latin typeface="Times New Roman" pitchFamily="18" charset="0"/>
                <a:ea typeface="Times New Roman" pitchFamily="18" charset="0"/>
                <a:cs typeface="Times New Roman" pitchFamily="18" charset="0"/>
              </a:rPr>
              <a:t>・コピーKiểm tra</a:t>
            </a:r>
            <a:endParaRPr lang="vi-VN">
              <a:latin typeface="Times New Roman" pitchFamily="18" charset="0"/>
              <a:ea typeface="Times New Roman" pitchFamily="18" charset="0"/>
              <a:cs typeface="Times New Roman" pitchFamily="18" charset="0"/>
            </a:endParaRPr>
          </a:p>
        </p:txBody>
      </p:sp>
      <p:sp>
        <p:nvSpPr>
          <p:cNvPr id="11" name="正方形/長方形 10">
            <a:extLst>
              <a:ext uri="{FF2B5EF4-FFF2-40B4-BE49-F238E27FC236}">
                <a16:creationId xmlns:a16="http://schemas.microsoft.com/office/drawing/2014/main" id="{FB1814F3-271E-A0C1-2986-A95D989BA7B4}"/>
              </a:ext>
            </a:extLst>
          </p:cNvPr>
          <p:cNvSpPr/>
          <p:nvPr/>
        </p:nvSpPr>
        <p:spPr>
          <a:xfrm>
            <a:off x="5104413" y="593835"/>
            <a:ext cx="1369533" cy="166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788" b="1" dirty="0">
                <a:solidFill>
                  <a:schemeClr val="tx1"/>
                </a:solidFill>
                <a:latin typeface="Times New Roman" pitchFamily="18" charset="0"/>
                <a:ea typeface="Times New Roman" pitchFamily="18" charset="0"/>
                <a:cs typeface="Times New Roman" pitchFamily="18" charset="0"/>
              </a:rPr>
              <a:t>・異音Kiểm tra</a:t>
            </a:r>
            <a:endParaRPr kumimoji="1" lang="vi-VN" altLang="en-US" sz="788" b="1" dirty="0">
              <a:solidFill>
                <a:srgbClr val="FF0000"/>
              </a:solidFill>
              <a:latin typeface="Times New Roman" pitchFamily="18" charset="0"/>
              <a:ea typeface="Times New Roman" pitchFamily="18" charset="0"/>
              <a:cs typeface="Times New Roman" pitchFamily="18" charset="0"/>
            </a:endParaRPr>
          </a:p>
        </p:txBody>
      </p:sp>
      <p:sp>
        <p:nvSpPr>
          <p:cNvPr id="13" name="正方形/長方形 12">
            <a:extLst>
              <a:ext uri="{FF2B5EF4-FFF2-40B4-BE49-F238E27FC236}">
                <a16:creationId xmlns:a16="http://schemas.microsoft.com/office/drawing/2014/main" id="{E11F0A12-766E-6757-560B-D0DA4BC423F7}"/>
              </a:ext>
            </a:extLst>
          </p:cNvPr>
          <p:cNvSpPr/>
          <p:nvPr/>
        </p:nvSpPr>
        <p:spPr>
          <a:xfrm>
            <a:off x="6852642" y="410199"/>
            <a:ext cx="777557" cy="15722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100" dirty="0">
                <a:solidFill>
                  <a:schemeClr val="tx1"/>
                </a:solidFill>
                <a:latin typeface="Times New Roman" pitchFamily="18" charset="0"/>
                <a:ea typeface="Times New Roman" pitchFamily="18" charset="0"/>
                <a:cs typeface="Times New Roman" pitchFamily="18" charset="0"/>
              </a:rPr>
              <a:t>Quy trình A4</a:t>
            </a:r>
            <a:r>
              <a:rPr kumimoji="1" lang="vi-VN" altLang="en-US" sz="1100" dirty="0">
                <a:solidFill>
                  <a:schemeClr val="tx1"/>
                </a:solidFill>
                <a:latin typeface="Times New Roman" pitchFamily="18" charset="0"/>
                <a:ea typeface="Times New Roman" pitchFamily="18" charset="0"/>
                <a:cs typeface="Times New Roman" pitchFamily="18" charset="0"/>
              </a:rPr>
              <a:t/>
            </a:r>
            <a:endParaRPr kumimoji="1" lang="vi-VN" altLang="en-US" sz="1200" dirty="0">
              <a:solidFill>
                <a:schemeClr val="tx1"/>
              </a:solidFill>
              <a:latin typeface="Times New Roman" pitchFamily="18" charset="0"/>
              <a:ea typeface="Times New Roman" pitchFamily="18" charset="0"/>
              <a:cs typeface="Times New Roman" pitchFamily="18" charset="0"/>
            </a:endParaRPr>
          </a:p>
        </p:txBody>
      </p:sp>
      <p:sp>
        <p:nvSpPr>
          <p:cNvPr id="14" name="正方形/長方形 13">
            <a:extLst>
              <a:ext uri="{FF2B5EF4-FFF2-40B4-BE49-F238E27FC236}">
                <a16:creationId xmlns:a16="http://schemas.microsoft.com/office/drawing/2014/main" id="{D872CF98-E1E7-3E56-0B82-2F1412349BA5}"/>
              </a:ext>
            </a:extLst>
          </p:cNvPr>
          <p:cNvSpPr/>
          <p:nvPr/>
        </p:nvSpPr>
        <p:spPr>
          <a:xfrm>
            <a:off x="6550379" y="579981"/>
            <a:ext cx="1369533" cy="166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788" b="1" dirty="0">
                <a:solidFill>
                  <a:schemeClr val="tx1"/>
                </a:solidFill>
                <a:latin typeface="Times New Roman" pitchFamily="18" charset="0"/>
                <a:ea typeface="Times New Roman" pitchFamily="18" charset="0"/>
                <a:cs typeface="Times New Roman" pitchFamily="18" charset="0"/>
              </a:rPr>
              <a:t>・データ取り、出荷設定</a:t>
            </a:r>
            <a:endParaRPr kumimoji="1" lang="vi-VN" altLang="en-US" sz="788" b="1" dirty="0">
              <a:solidFill>
                <a:srgbClr val="FF0000"/>
              </a:solidFill>
              <a:latin typeface="Times New Roman" pitchFamily="18" charset="0"/>
              <a:ea typeface="Times New Roman" pitchFamily="18" charset="0"/>
              <a:cs typeface="Times New Roman" pitchFamily="18" charset="0"/>
            </a:endParaRPr>
          </a:p>
        </p:txBody>
      </p:sp>
      <p:pic>
        <p:nvPicPr>
          <p:cNvPr id="25" name="図 24">
            <a:extLst>
              <a:ext uri="{FF2B5EF4-FFF2-40B4-BE49-F238E27FC236}">
                <a16:creationId xmlns:a16="http://schemas.microsoft.com/office/drawing/2014/main" id="{0F96F701-5D5F-24B3-4A0C-72C0DE3E7665}"/>
              </a:ext>
            </a:extLst>
          </p:cNvPr>
          <p:cNvPicPr>
            <a:picLocks noChangeAspect="1"/>
          </p:cNvPicPr>
          <p:nvPr/>
        </p:nvPicPr>
        <p:blipFill>
          <a:blip r:embed="rId2"/>
          <a:stretch>
            <a:fillRect/>
          </a:stretch>
        </p:blipFill>
        <p:spPr>
          <a:xfrm>
            <a:off x="4469141" y="708736"/>
            <a:ext cx="411432" cy="411432"/>
          </a:xfrm>
          <a:prstGeom prst="rect">
            <a:avLst/>
          </a:prstGeom>
        </p:spPr>
      </p:pic>
      <p:pic>
        <p:nvPicPr>
          <p:cNvPr id="27" name="図 26">
            <a:extLst>
              <a:ext uri="{FF2B5EF4-FFF2-40B4-BE49-F238E27FC236}">
                <a16:creationId xmlns:a16="http://schemas.microsoft.com/office/drawing/2014/main" id="{885A36E7-B2B6-9CE5-56A7-CF4EC29674E3}"/>
              </a:ext>
            </a:extLst>
          </p:cNvPr>
          <p:cNvPicPr>
            <a:picLocks noChangeAspect="1"/>
          </p:cNvPicPr>
          <p:nvPr/>
        </p:nvPicPr>
        <p:blipFill>
          <a:blip r:embed="rId3"/>
          <a:stretch>
            <a:fillRect/>
          </a:stretch>
        </p:blipFill>
        <p:spPr>
          <a:xfrm rot="10800000">
            <a:off x="4274554" y="925823"/>
            <a:ext cx="177702" cy="177702"/>
          </a:xfrm>
          <a:prstGeom prst="rect">
            <a:avLst/>
          </a:prstGeom>
        </p:spPr>
      </p:pic>
      <p:sp>
        <p:nvSpPr>
          <p:cNvPr id="28" name="正方形/長方形 27">
            <a:extLst>
              <a:ext uri="{FF2B5EF4-FFF2-40B4-BE49-F238E27FC236}">
                <a16:creationId xmlns:a16="http://schemas.microsoft.com/office/drawing/2014/main" id="{A194EE76-2D2C-1D71-09A3-C25465BDEF8F}"/>
              </a:ext>
            </a:extLst>
          </p:cNvPr>
          <p:cNvSpPr/>
          <p:nvPr/>
        </p:nvSpPr>
        <p:spPr>
          <a:xfrm>
            <a:off x="4699692" y="968948"/>
            <a:ext cx="585116" cy="157228"/>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788" b="1" dirty="0" err="1">
                <a:solidFill>
                  <a:schemeClr val="tx1"/>
                </a:solidFill>
                <a:latin typeface="Times New Roman" pitchFamily="18" charset="0"/>
                <a:ea typeface="Times New Roman" pitchFamily="18" charset="0"/>
                <a:cs typeface="Times New Roman" pitchFamily="18" charset="0"/>
              </a:rPr>
              <a:t>HostPC</a:t>
            </a:r>
            <a:endParaRPr kumimoji="1" lang="vi-VN" altLang="en-US" sz="788" b="1" dirty="0">
              <a:solidFill>
                <a:schemeClr val="tx1"/>
              </a:solidFill>
              <a:latin typeface="Times New Roman" pitchFamily="18" charset="0"/>
              <a:ea typeface="Times New Roman" pitchFamily="18" charset="0"/>
              <a:cs typeface="Times New Roman" pitchFamily="18" charset="0"/>
            </a:endParaRPr>
          </a:p>
        </p:txBody>
      </p:sp>
      <p:sp>
        <p:nvSpPr>
          <p:cNvPr id="3" name="テキスト ボックス 2">
            <a:extLst>
              <a:ext uri="{FF2B5EF4-FFF2-40B4-BE49-F238E27FC236}">
                <a16:creationId xmlns:a16="http://schemas.microsoft.com/office/drawing/2014/main" id="{183038AF-FBC6-3993-AC07-3954452A38DD}"/>
              </a:ext>
            </a:extLst>
          </p:cNvPr>
          <p:cNvSpPr txBox="1"/>
          <p:nvPr/>
        </p:nvSpPr>
        <p:spPr>
          <a:xfrm>
            <a:off x="7270254" y="1060684"/>
            <a:ext cx="1671296" cy="1754326"/>
          </a:xfrm>
          <a:prstGeom prst="rect">
            <a:avLst/>
          </a:prstGeom>
          <a:solidFill>
            <a:schemeClr val="accent2">
              <a:lumMod val="20000"/>
              <a:lumOff val="80000"/>
            </a:schemeClr>
          </a:solidFill>
        </p:spPr>
        <p:txBody>
          <a:bodyPr wrap="square" rtlCol="0" lIns="27432" rIns="27432" tIns="18288" bIns="18288">
            <a:normAutofit/>
          </a:bodyPr>
          <a:lstStyle/>
          <a:p>
            <a:pPr>
              <a:defRPr lang="vi-VN">
                <a:latin typeface="Times New Roman" pitchFamily="18" charset="0"/>
                <a:ea typeface="Times New Roman" pitchFamily="18" charset="0"/>
                <a:cs typeface="Times New Roman" pitchFamily="18" charset="0"/>
              </a:defRPr>
            </a:pPr>
            <a:r>
              <a:rPr lang="vi-VN" altLang="en-US" sz="900" b="1" dirty="0">
                <a:latin typeface="Times New Roman" pitchFamily="18" charset="0"/>
                <a:ea typeface="Times New Roman" pitchFamily="18" charset="0"/>
                <a:cs typeface="Times New Roman" pitchFamily="18" charset="0"/>
              </a:rPr>
              <a:t>■Giới thiệu về Máy tính chủ</a:t>
            </a:r>
            <a:r>
              <a:rPr lang="vi-VN" altLang="ja-JP" sz="900" b="1" dirty="0" err="1">
                <a:latin typeface="Times New Roman" pitchFamily="18" charset="0"/>
                <a:ea typeface="Times New Roman" pitchFamily="18" charset="0"/>
                <a:cs typeface="Times New Roman" pitchFamily="18" charset="0"/>
              </a:rPr>
              <a:t/>
            </a:r>
            <a:r>
              <a:rPr lang="vi-VN" altLang="en-US" sz="900" b="1" dirty="0">
                <a:latin typeface="Times New Roman" pitchFamily="18" charset="0"/>
                <a:ea typeface="Times New Roman" pitchFamily="18" charset="0"/>
                <a:cs typeface="Times New Roman" pitchFamily="18" charset="0"/>
              </a:rPr>
              <a:t/>
            </a:r>
            <a:endParaRPr lang="vi-VN" altLang="ja-JP" sz="900"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dirty="0">
                <a:latin typeface="Times New Roman" pitchFamily="18" charset="0"/>
                <a:ea typeface="Times New Roman" pitchFamily="18" charset="0"/>
                <a:cs typeface="Times New Roman" pitchFamily="18" charset="0"/>
              </a:rPr>
              <a:t>・多システムの統括</a:t>
            </a:r>
            <a:endParaRPr lang="vi-VN" altLang="ja-JP" sz="900"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dirty="0">
                <a:latin typeface="Times New Roman" pitchFamily="18" charset="0"/>
                <a:ea typeface="Times New Roman" pitchFamily="18" charset="0"/>
                <a:cs typeface="Times New Roman" pitchFamily="18" charset="0"/>
              </a:rPr>
              <a:t>・製品すべてのCông đoạn / Quy trìnhTiến độを管理</a:t>
            </a:r>
            <a:endParaRPr lang="vi-VN" altLang="ja-JP" sz="900"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endParaRPr lang="vi-VN" altLang="ja-JP" sz="900" b="1"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b="1" dirty="0">
                <a:latin typeface="Times New Roman" pitchFamily="18" charset="0"/>
                <a:ea typeface="Times New Roman" pitchFamily="18" charset="0"/>
                <a:cs typeface="Times New Roman" pitchFamily="18" charset="0"/>
              </a:rPr>
              <a:t>■Giới thiệu về Raspberry Pi và các sản phẩm</a:t>
            </a:r>
            <a:endParaRPr lang="vi-VN" altLang="ja-JP" sz="900" b="1"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dirty="0">
                <a:latin typeface="Times New Roman" pitchFamily="18" charset="0"/>
                <a:ea typeface="Times New Roman" pitchFamily="18" charset="0"/>
                <a:cs typeface="Times New Roman" pitchFamily="18" charset="0"/>
              </a:rPr>
              <a:t>・A1Công đoạn / Quy trìnhの最初に結線</a:t>
            </a:r>
            <a:r>
              <a:rPr lang="vi-VN" altLang="ja-JP" sz="900" dirty="0">
                <a:latin typeface="Times New Roman" pitchFamily="18" charset="0"/>
                <a:ea typeface="Times New Roman" pitchFamily="18" charset="0"/>
                <a:cs typeface="Times New Roman" pitchFamily="18" charset="0"/>
              </a:rPr>
              <a:t/>
            </a:r>
            <a:r>
              <a:rPr lang="vi-VN" altLang="en-US" sz="900" dirty="0">
                <a:latin typeface="Times New Roman" pitchFamily="18" charset="0"/>
                <a:ea typeface="Times New Roman" pitchFamily="18" charset="0"/>
                <a:cs typeface="Times New Roman" pitchFamily="18" charset="0"/>
              </a:rPr>
              <a:t/>
            </a:r>
            <a:endParaRPr lang="vi-VN" altLang="ja-JP" sz="900"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dirty="0">
                <a:latin typeface="Times New Roman" pitchFamily="18" charset="0"/>
                <a:ea typeface="Times New Roman" pitchFamily="18" charset="0"/>
                <a:cs typeface="Times New Roman" pitchFamily="18" charset="0"/>
              </a:rPr>
              <a:t>・出荷設定までセットで動く</a:t>
            </a:r>
            <a:endParaRPr lang="vi-VN" altLang="ja-JP" sz="900"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dirty="0">
                <a:latin typeface="Times New Roman" pitchFamily="18" charset="0"/>
                <a:ea typeface="Times New Roman" pitchFamily="18" charset="0"/>
                <a:cs typeface="Times New Roman" pitchFamily="18" charset="0"/>
              </a:rPr>
              <a:t>(Luôn bật nguồn)</a:t>
            </a:r>
            <a:r>
              <a:rPr lang="vi-VN" altLang="ja-JP" sz="900" dirty="0">
                <a:latin typeface="Times New Roman" pitchFamily="18" charset="0"/>
                <a:ea typeface="Times New Roman" pitchFamily="18" charset="0"/>
                <a:cs typeface="Times New Roman" pitchFamily="18" charset="0"/>
              </a:rPr>
              <a:t/>
            </a:r>
            <a:r>
              <a:rPr lang="vi-VN" altLang="en-US" sz="900" dirty="0">
                <a:latin typeface="Times New Roman" pitchFamily="18" charset="0"/>
                <a:ea typeface="Times New Roman" pitchFamily="18" charset="0"/>
                <a:cs typeface="Times New Roman" pitchFamily="18" charset="0"/>
              </a:rPr>
              <a:t/>
            </a:r>
            <a:endParaRPr lang="vi-VN" altLang="ja-JP" sz="900"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endParaRPr lang="vi-VN" altLang="ja-JP" sz="900"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en-US" sz="900" b="1" dirty="0">
                <a:latin typeface="Times New Roman" pitchFamily="18" charset="0"/>
                <a:ea typeface="Times New Roman" pitchFamily="18" charset="0"/>
                <a:cs typeface="Times New Roman" pitchFamily="18" charset="0"/>
              </a:rPr>
              <a:t>■Về công nhân và máy móc</a:t>
            </a:r>
            <a:endParaRPr lang="vi-VN" altLang="ja-JP" sz="900" b="1"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lang="vi-VN" altLang="ja-JP" sz="900" dirty="0">
                <a:latin typeface="Times New Roman" pitchFamily="18" charset="0"/>
                <a:ea typeface="Times New Roman" pitchFamily="18" charset="0"/>
                <a:cs typeface="Times New Roman" pitchFamily="18" charset="0"/>
              </a:rPr>
              <a:t>・一人が複数台のマシンを管理（例：1人/3台）</a:t>
            </a:r>
            <a:r>
              <a:rPr lang="vi-VN" altLang="en-US" sz="900" dirty="0">
                <a:latin typeface="Times New Roman" pitchFamily="18" charset="0"/>
                <a:ea typeface="Times New Roman" pitchFamily="18" charset="0"/>
                <a:cs typeface="Times New Roman" pitchFamily="18" charset="0"/>
              </a:rPr>
              <a:t/>
            </a:r>
            <a:r>
              <a:rPr kumimoji="1" lang="vi-VN" altLang="ja-JP" sz="900" dirty="0">
                <a:latin typeface="Times New Roman" pitchFamily="18" charset="0"/>
                <a:ea typeface="Times New Roman" pitchFamily="18" charset="0"/>
                <a:cs typeface="Times New Roman" pitchFamily="18" charset="0"/>
              </a:rPr>
              <a:t/>
            </a:r>
            <a:r>
              <a:rPr kumimoji="1" lang="vi-VN" altLang="en-US" sz="900" dirty="0">
                <a:latin typeface="Times New Roman" pitchFamily="18" charset="0"/>
                <a:ea typeface="Times New Roman" pitchFamily="18" charset="0"/>
                <a:cs typeface="Times New Roman" pitchFamily="18" charset="0"/>
              </a:rPr>
              <a:t/>
            </a:r>
            <a:r>
              <a:rPr kumimoji="1" lang="vi-VN" altLang="ja-JP" sz="900" dirty="0">
                <a:latin typeface="Times New Roman" pitchFamily="18" charset="0"/>
                <a:ea typeface="Times New Roman" pitchFamily="18" charset="0"/>
                <a:cs typeface="Times New Roman" pitchFamily="18" charset="0"/>
              </a:rPr>
              <a:t/>
            </a:r>
            <a:r>
              <a:rPr kumimoji="1" lang="vi-VN" altLang="en-US" sz="900" dirty="0">
                <a:latin typeface="Times New Roman" pitchFamily="18" charset="0"/>
                <a:ea typeface="Times New Roman" pitchFamily="18" charset="0"/>
                <a:cs typeface="Times New Roman" pitchFamily="18" charset="0"/>
              </a:rPr>
              <a:t/>
            </a:r>
            <a:r>
              <a:rPr lang="vi-VN" altLang="en-US" sz="900" dirty="0">
                <a:latin typeface="Times New Roman" pitchFamily="18" charset="0"/>
                <a:ea typeface="Times New Roman" pitchFamily="18" charset="0"/>
                <a:cs typeface="Times New Roman" pitchFamily="18" charset="0"/>
              </a:rPr>
              <a:t/>
            </a:r>
            <a:endParaRPr lang="vi-VN" altLang="ja-JP" sz="900" dirty="0">
              <a:latin typeface="Times New Roman" pitchFamily="18" charset="0"/>
              <a:ea typeface="Times New Roman" pitchFamily="18" charset="0"/>
              <a:cs typeface="Times New Roman" pitchFamily="18" charset="0"/>
            </a:endParaRPr>
          </a:p>
        </p:txBody>
      </p:sp>
      <p:pic>
        <p:nvPicPr>
          <p:cNvPr id="5" name="図 4">
            <a:extLst>
              <a:ext uri="{FF2B5EF4-FFF2-40B4-BE49-F238E27FC236}">
                <a16:creationId xmlns:a16="http://schemas.microsoft.com/office/drawing/2014/main" id="{445569F2-3A6E-52F0-EC62-BF790FC9D467}"/>
              </a:ext>
            </a:extLst>
          </p:cNvPr>
          <p:cNvPicPr>
            <a:picLocks noChangeAspect="1"/>
          </p:cNvPicPr>
          <p:nvPr/>
        </p:nvPicPr>
        <p:blipFill>
          <a:blip r:embed="rId4"/>
          <a:stretch>
            <a:fillRect/>
          </a:stretch>
        </p:blipFill>
        <p:spPr>
          <a:xfrm>
            <a:off x="789525" y="950931"/>
            <a:ext cx="7287676" cy="3756700"/>
          </a:xfrm>
          <a:prstGeom prst="rect">
            <a:avLst/>
          </a:prstGeom>
        </p:spPr>
      </p:pic>
      <p:sp>
        <p:nvSpPr>
          <p:cNvPr id="12" name="テキスト ボックス 11">
            <a:extLst>
              <a:ext uri="{FF2B5EF4-FFF2-40B4-BE49-F238E27FC236}">
                <a16:creationId xmlns:a16="http://schemas.microsoft.com/office/drawing/2014/main" id="{77FA1806-B848-E2B9-EF6F-67F53C58E80F}"/>
              </a:ext>
            </a:extLst>
          </p:cNvPr>
          <p:cNvSpPr txBox="1"/>
          <p:nvPr/>
        </p:nvSpPr>
        <p:spPr>
          <a:xfrm>
            <a:off x="6991643" y="4214034"/>
            <a:ext cx="1949907" cy="307777"/>
          </a:xfrm>
          <a:prstGeom prst="rect">
            <a:avLst/>
          </a:prstGeom>
          <a:noFill/>
        </p:spPr>
        <p:txBody>
          <a:bodyPr wrap="square" rtlCol="0"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lang="vi-VN" altLang="en-US" sz="1120" b="1" dirty="0">
                <a:solidFill>
                  <a:srgbClr val="FF0000"/>
                </a:solidFill>
                <a:latin typeface="Times New Roman" pitchFamily="18" charset="0"/>
                <a:ea typeface="Times New Roman" pitchFamily="18" charset="0"/>
                <a:cs typeface="Times New Roman" pitchFamily="18" charset="0"/>
              </a:rPr>
              <a:t>Đạt được 8 công nhân!</a:t>
            </a:r>
            <a:r>
              <a:rPr lang="vi-VN" altLang="ja-JP" sz="1120" b="1" dirty="0">
                <a:solidFill>
                  <a:srgbClr val="FF0000"/>
                </a:solidFill>
                <a:latin typeface="Times New Roman" pitchFamily="18" charset="0"/>
                <a:ea typeface="Times New Roman" pitchFamily="18" charset="0"/>
                <a:cs typeface="Times New Roman" pitchFamily="18" charset="0"/>
              </a:rPr>
              <a:t/>
            </a:r>
            <a:r>
              <a:rPr lang="vi-VN" altLang="en-US" sz="1120" b="1" dirty="0">
                <a:solidFill>
                  <a:srgbClr val="FF0000"/>
                </a:solidFill>
                <a:latin typeface="Times New Roman" pitchFamily="18" charset="0"/>
                <a:ea typeface="Times New Roman" pitchFamily="18" charset="0"/>
                <a:cs typeface="Times New Roman" pitchFamily="18" charset="0"/>
              </a:rPr>
              <a:t/>
            </a:r>
            <a:endParaRPr lang="vi-VN" altLang="ja-JP" sz="1400" dirty="0">
              <a:solidFill>
                <a:srgbClr val="FF0000"/>
              </a:solidFill>
              <a:latin typeface="Times New Roman" pitchFamily="18" charset="0"/>
              <a:ea typeface="Times New Roman" pitchFamily="18" charset="0"/>
              <a:cs typeface="Times New Roman" pitchFamily="18" charset="0"/>
            </a:endParaRPr>
          </a:p>
        </p:txBody>
      </p:sp>
      <p:sp>
        <p:nvSpPr>
          <p:cNvPr id="15" name="Freeform 27">
            <a:extLst>
              <a:ext uri="{FF2B5EF4-FFF2-40B4-BE49-F238E27FC236}">
                <a16:creationId xmlns:a16="http://schemas.microsoft.com/office/drawing/2014/main" id="{D2A19AF5-A27D-4823-5380-5BDB2D0D3C74}"/>
              </a:ext>
            </a:extLst>
          </p:cNvPr>
          <p:cNvSpPr>
            <a:spLocks noChangeAspect="1"/>
          </p:cNvSpPr>
          <p:nvPr/>
        </p:nvSpPr>
        <p:spPr bwMode="auto">
          <a:xfrm>
            <a:off x="7112606" y="4505272"/>
            <a:ext cx="1588262" cy="101040"/>
          </a:xfrm>
          <a:custGeom>
            <a:avLst/>
            <a:gdLst>
              <a:gd name="T0" fmla="*/ 1324 w 1365"/>
              <a:gd name="T1" fmla="*/ 0 h 191"/>
              <a:gd name="T2" fmla="*/ 1309 w 1365"/>
              <a:gd name="T3" fmla="*/ 0 h 191"/>
              <a:gd name="T4" fmla="*/ 960 w 1365"/>
              <a:gd name="T5" fmla="*/ 17 h 191"/>
              <a:gd name="T6" fmla="*/ 502 w 1365"/>
              <a:gd name="T7" fmla="*/ 38 h 191"/>
              <a:gd name="T8" fmla="*/ 175 w 1365"/>
              <a:gd name="T9" fmla="*/ 51 h 191"/>
              <a:gd name="T10" fmla="*/ 21 w 1365"/>
              <a:gd name="T11" fmla="*/ 61 h 191"/>
              <a:gd name="T12" fmla="*/ 2 w 1365"/>
              <a:gd name="T13" fmla="*/ 75 h 191"/>
              <a:gd name="T14" fmla="*/ 62 w 1365"/>
              <a:gd name="T15" fmla="*/ 83 h 191"/>
              <a:gd name="T16" fmla="*/ 211 w 1365"/>
              <a:gd name="T17" fmla="*/ 81 h 191"/>
              <a:gd name="T18" fmla="*/ 385 w 1365"/>
              <a:gd name="T19" fmla="*/ 74 h 191"/>
              <a:gd name="T20" fmla="*/ 594 w 1365"/>
              <a:gd name="T21" fmla="*/ 65 h 191"/>
              <a:gd name="T22" fmla="*/ 1145 w 1365"/>
              <a:gd name="T23" fmla="*/ 39 h 191"/>
              <a:gd name="T24" fmla="*/ 1288 w 1365"/>
              <a:gd name="T25" fmla="*/ 29 h 191"/>
              <a:gd name="T26" fmla="*/ 1318 w 1365"/>
              <a:gd name="T27" fmla="*/ 27 h 191"/>
              <a:gd name="T28" fmla="*/ 1325 w 1365"/>
              <a:gd name="T29" fmla="*/ 27 h 191"/>
              <a:gd name="T30" fmla="*/ 1332 w 1365"/>
              <a:gd name="T31" fmla="*/ 30 h 191"/>
              <a:gd name="T32" fmla="*/ 1338 w 1365"/>
              <a:gd name="T33" fmla="*/ 52 h 191"/>
              <a:gd name="T34" fmla="*/ 1329 w 1365"/>
              <a:gd name="T35" fmla="*/ 71 h 191"/>
              <a:gd name="T36" fmla="*/ 1325 w 1365"/>
              <a:gd name="T37" fmla="*/ 72 h 191"/>
              <a:gd name="T38" fmla="*/ 1281 w 1365"/>
              <a:gd name="T39" fmla="*/ 85 h 191"/>
              <a:gd name="T40" fmla="*/ 952 w 1365"/>
              <a:gd name="T41" fmla="*/ 134 h 191"/>
              <a:gd name="T42" fmla="*/ 620 w 1365"/>
              <a:gd name="T43" fmla="*/ 166 h 191"/>
              <a:gd name="T44" fmla="*/ 286 w 1365"/>
              <a:gd name="T45" fmla="*/ 182 h 191"/>
              <a:gd name="T46" fmla="*/ 235 w 1365"/>
              <a:gd name="T47" fmla="*/ 184 h 191"/>
              <a:gd name="T48" fmla="*/ 232 w 1365"/>
              <a:gd name="T49" fmla="*/ 184 h 191"/>
              <a:gd name="T50" fmla="*/ 226 w 1365"/>
              <a:gd name="T51" fmla="*/ 184 h 191"/>
              <a:gd name="T52" fmla="*/ 231 w 1365"/>
              <a:gd name="T53" fmla="*/ 191 h 191"/>
              <a:gd name="T54" fmla="*/ 306 w 1365"/>
              <a:gd name="T55" fmla="*/ 190 h 191"/>
              <a:gd name="T56" fmla="*/ 382 w 1365"/>
              <a:gd name="T57" fmla="*/ 189 h 191"/>
              <a:gd name="T58" fmla="*/ 420 w 1365"/>
              <a:gd name="T59" fmla="*/ 188 h 191"/>
              <a:gd name="T60" fmla="*/ 533 w 1365"/>
              <a:gd name="T61" fmla="*/ 184 h 191"/>
              <a:gd name="T62" fmla="*/ 610 w 1365"/>
              <a:gd name="T63" fmla="*/ 181 h 191"/>
              <a:gd name="T64" fmla="*/ 669 w 1365"/>
              <a:gd name="T65" fmla="*/ 178 h 191"/>
              <a:gd name="T66" fmla="*/ 843 w 1365"/>
              <a:gd name="T67" fmla="*/ 164 h 191"/>
              <a:gd name="T68" fmla="*/ 1077 w 1365"/>
              <a:gd name="T69" fmla="*/ 140 h 191"/>
              <a:gd name="T70" fmla="*/ 1320 w 1365"/>
              <a:gd name="T71" fmla="*/ 101 h 191"/>
              <a:gd name="T72" fmla="*/ 1333 w 1365"/>
              <a:gd name="T73" fmla="*/ 97 h 191"/>
              <a:gd name="T74" fmla="*/ 1336 w 1365"/>
              <a:gd name="T75" fmla="*/ 96 h 191"/>
              <a:gd name="T76" fmla="*/ 1353 w 1365"/>
              <a:gd name="T77" fmla="*/ 84 h 191"/>
              <a:gd name="T78" fmla="*/ 1364 w 1365"/>
              <a:gd name="T79" fmla="*/ 47 h 191"/>
              <a:gd name="T80" fmla="*/ 1358 w 1365"/>
              <a:gd name="T81" fmla="*/ 22 h 191"/>
              <a:gd name="T82" fmla="*/ 1348 w 1365"/>
              <a:gd name="T83" fmla="*/ 8 h 191"/>
              <a:gd name="T84" fmla="*/ 1329 w 1365"/>
              <a:gd name="T85" fmla="*/ 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65" h="191">
                <a:moveTo>
                  <a:pt x="1325" y="0"/>
                </a:moveTo>
                <a:cubicBezTo>
                  <a:pt x="1325" y="0"/>
                  <a:pt x="1324" y="0"/>
                  <a:pt x="1324" y="0"/>
                </a:cubicBezTo>
                <a:cubicBezTo>
                  <a:pt x="1322" y="0"/>
                  <a:pt x="1320" y="0"/>
                  <a:pt x="1318" y="0"/>
                </a:cubicBezTo>
                <a:cubicBezTo>
                  <a:pt x="1315" y="0"/>
                  <a:pt x="1312" y="0"/>
                  <a:pt x="1309" y="0"/>
                </a:cubicBezTo>
                <a:cubicBezTo>
                  <a:pt x="1297" y="1"/>
                  <a:pt x="1284" y="2"/>
                  <a:pt x="1271" y="2"/>
                </a:cubicBezTo>
                <a:cubicBezTo>
                  <a:pt x="1167" y="7"/>
                  <a:pt x="1064" y="12"/>
                  <a:pt x="960" y="17"/>
                </a:cubicBezTo>
                <a:cubicBezTo>
                  <a:pt x="880" y="21"/>
                  <a:pt x="800" y="25"/>
                  <a:pt x="719" y="28"/>
                </a:cubicBezTo>
                <a:cubicBezTo>
                  <a:pt x="647" y="32"/>
                  <a:pt x="574" y="35"/>
                  <a:pt x="502" y="38"/>
                </a:cubicBezTo>
                <a:cubicBezTo>
                  <a:pt x="429" y="41"/>
                  <a:pt x="356" y="44"/>
                  <a:pt x="283" y="47"/>
                </a:cubicBezTo>
                <a:cubicBezTo>
                  <a:pt x="175" y="51"/>
                  <a:pt x="175" y="51"/>
                  <a:pt x="175" y="51"/>
                </a:cubicBezTo>
                <a:cubicBezTo>
                  <a:pt x="135" y="52"/>
                  <a:pt x="94" y="53"/>
                  <a:pt x="54" y="56"/>
                </a:cubicBezTo>
                <a:cubicBezTo>
                  <a:pt x="43" y="56"/>
                  <a:pt x="29" y="57"/>
                  <a:pt x="21" y="61"/>
                </a:cubicBezTo>
                <a:cubicBezTo>
                  <a:pt x="16" y="63"/>
                  <a:pt x="11" y="66"/>
                  <a:pt x="7" y="68"/>
                </a:cubicBezTo>
                <a:cubicBezTo>
                  <a:pt x="3" y="70"/>
                  <a:pt x="0" y="73"/>
                  <a:pt x="2" y="75"/>
                </a:cubicBezTo>
                <a:cubicBezTo>
                  <a:pt x="4" y="79"/>
                  <a:pt x="13" y="80"/>
                  <a:pt x="20" y="81"/>
                </a:cubicBezTo>
                <a:cubicBezTo>
                  <a:pt x="33" y="82"/>
                  <a:pt x="48" y="83"/>
                  <a:pt x="62" y="83"/>
                </a:cubicBezTo>
                <a:cubicBezTo>
                  <a:pt x="65" y="83"/>
                  <a:pt x="68" y="83"/>
                  <a:pt x="71" y="83"/>
                </a:cubicBezTo>
                <a:cubicBezTo>
                  <a:pt x="118" y="82"/>
                  <a:pt x="165" y="82"/>
                  <a:pt x="211" y="81"/>
                </a:cubicBezTo>
                <a:cubicBezTo>
                  <a:pt x="235" y="80"/>
                  <a:pt x="258" y="79"/>
                  <a:pt x="281" y="78"/>
                </a:cubicBezTo>
                <a:cubicBezTo>
                  <a:pt x="385" y="74"/>
                  <a:pt x="385" y="74"/>
                  <a:pt x="385" y="74"/>
                </a:cubicBezTo>
                <a:cubicBezTo>
                  <a:pt x="490" y="70"/>
                  <a:pt x="490" y="70"/>
                  <a:pt x="490" y="70"/>
                </a:cubicBezTo>
                <a:cubicBezTo>
                  <a:pt x="594" y="65"/>
                  <a:pt x="594" y="65"/>
                  <a:pt x="594" y="65"/>
                </a:cubicBezTo>
                <a:cubicBezTo>
                  <a:pt x="674" y="62"/>
                  <a:pt x="754" y="58"/>
                  <a:pt x="835" y="55"/>
                </a:cubicBezTo>
                <a:cubicBezTo>
                  <a:pt x="938" y="50"/>
                  <a:pt x="1042" y="45"/>
                  <a:pt x="1145" y="39"/>
                </a:cubicBezTo>
                <a:cubicBezTo>
                  <a:pt x="1216" y="35"/>
                  <a:pt x="1216" y="35"/>
                  <a:pt x="1216" y="35"/>
                </a:cubicBezTo>
                <a:cubicBezTo>
                  <a:pt x="1240" y="33"/>
                  <a:pt x="1264" y="31"/>
                  <a:pt x="1288" y="29"/>
                </a:cubicBezTo>
                <a:cubicBezTo>
                  <a:pt x="1308" y="28"/>
                  <a:pt x="1308" y="28"/>
                  <a:pt x="1308" y="28"/>
                </a:cubicBezTo>
                <a:cubicBezTo>
                  <a:pt x="1318" y="27"/>
                  <a:pt x="1318" y="27"/>
                  <a:pt x="1318" y="27"/>
                </a:cubicBezTo>
                <a:cubicBezTo>
                  <a:pt x="1323" y="27"/>
                  <a:pt x="1323" y="27"/>
                  <a:pt x="1323" y="27"/>
                </a:cubicBezTo>
                <a:cubicBezTo>
                  <a:pt x="1324" y="27"/>
                  <a:pt x="1325" y="27"/>
                  <a:pt x="1325" y="27"/>
                </a:cubicBezTo>
                <a:cubicBezTo>
                  <a:pt x="1326" y="27"/>
                  <a:pt x="1326" y="27"/>
                  <a:pt x="1326" y="27"/>
                </a:cubicBezTo>
                <a:cubicBezTo>
                  <a:pt x="1328" y="27"/>
                  <a:pt x="1330" y="28"/>
                  <a:pt x="1332" y="30"/>
                </a:cubicBezTo>
                <a:cubicBezTo>
                  <a:pt x="1333" y="31"/>
                  <a:pt x="1334" y="32"/>
                  <a:pt x="1335" y="35"/>
                </a:cubicBezTo>
                <a:cubicBezTo>
                  <a:pt x="1337" y="40"/>
                  <a:pt x="1338" y="46"/>
                  <a:pt x="1338" y="52"/>
                </a:cubicBezTo>
                <a:cubicBezTo>
                  <a:pt x="1338" y="57"/>
                  <a:pt x="1336" y="63"/>
                  <a:pt x="1333" y="67"/>
                </a:cubicBezTo>
                <a:cubicBezTo>
                  <a:pt x="1332" y="69"/>
                  <a:pt x="1331" y="70"/>
                  <a:pt x="1329" y="71"/>
                </a:cubicBezTo>
                <a:cubicBezTo>
                  <a:pt x="1328" y="71"/>
                  <a:pt x="1328" y="71"/>
                  <a:pt x="1327" y="72"/>
                </a:cubicBezTo>
                <a:cubicBezTo>
                  <a:pt x="1325" y="72"/>
                  <a:pt x="1325" y="72"/>
                  <a:pt x="1325" y="72"/>
                </a:cubicBezTo>
                <a:cubicBezTo>
                  <a:pt x="1320" y="74"/>
                  <a:pt x="1320" y="74"/>
                  <a:pt x="1320" y="74"/>
                </a:cubicBezTo>
                <a:cubicBezTo>
                  <a:pt x="1307" y="78"/>
                  <a:pt x="1294" y="81"/>
                  <a:pt x="1281" y="85"/>
                </a:cubicBezTo>
                <a:cubicBezTo>
                  <a:pt x="1227" y="99"/>
                  <a:pt x="1172" y="108"/>
                  <a:pt x="1116" y="116"/>
                </a:cubicBezTo>
                <a:cubicBezTo>
                  <a:pt x="1062" y="123"/>
                  <a:pt x="1007" y="129"/>
                  <a:pt x="952" y="134"/>
                </a:cubicBezTo>
                <a:cubicBezTo>
                  <a:pt x="897" y="140"/>
                  <a:pt x="842" y="147"/>
                  <a:pt x="787" y="152"/>
                </a:cubicBezTo>
                <a:cubicBezTo>
                  <a:pt x="731" y="158"/>
                  <a:pt x="675" y="162"/>
                  <a:pt x="620" y="166"/>
                </a:cubicBezTo>
                <a:cubicBezTo>
                  <a:pt x="564" y="170"/>
                  <a:pt x="509" y="173"/>
                  <a:pt x="453" y="175"/>
                </a:cubicBezTo>
                <a:cubicBezTo>
                  <a:pt x="397" y="178"/>
                  <a:pt x="342" y="180"/>
                  <a:pt x="286" y="182"/>
                </a:cubicBezTo>
                <a:cubicBezTo>
                  <a:pt x="273" y="183"/>
                  <a:pt x="260" y="183"/>
                  <a:pt x="247" y="184"/>
                </a:cubicBezTo>
                <a:cubicBezTo>
                  <a:pt x="235" y="184"/>
                  <a:pt x="235" y="184"/>
                  <a:pt x="235" y="184"/>
                </a:cubicBezTo>
                <a:cubicBezTo>
                  <a:pt x="235" y="184"/>
                  <a:pt x="234" y="184"/>
                  <a:pt x="234" y="184"/>
                </a:cubicBezTo>
                <a:cubicBezTo>
                  <a:pt x="233" y="184"/>
                  <a:pt x="233" y="184"/>
                  <a:pt x="232" y="184"/>
                </a:cubicBezTo>
                <a:cubicBezTo>
                  <a:pt x="232" y="184"/>
                  <a:pt x="232" y="184"/>
                  <a:pt x="231" y="184"/>
                </a:cubicBezTo>
                <a:cubicBezTo>
                  <a:pt x="229" y="184"/>
                  <a:pt x="227" y="184"/>
                  <a:pt x="226" y="184"/>
                </a:cubicBezTo>
                <a:cubicBezTo>
                  <a:pt x="224" y="185"/>
                  <a:pt x="223" y="186"/>
                  <a:pt x="222" y="187"/>
                </a:cubicBezTo>
                <a:cubicBezTo>
                  <a:pt x="221" y="189"/>
                  <a:pt x="225" y="191"/>
                  <a:pt x="231" y="191"/>
                </a:cubicBezTo>
                <a:cubicBezTo>
                  <a:pt x="231" y="191"/>
                  <a:pt x="231" y="191"/>
                  <a:pt x="231" y="191"/>
                </a:cubicBezTo>
                <a:cubicBezTo>
                  <a:pt x="256" y="191"/>
                  <a:pt x="281" y="191"/>
                  <a:pt x="306" y="190"/>
                </a:cubicBezTo>
                <a:cubicBezTo>
                  <a:pt x="344" y="190"/>
                  <a:pt x="344" y="190"/>
                  <a:pt x="344" y="190"/>
                </a:cubicBezTo>
                <a:cubicBezTo>
                  <a:pt x="382" y="189"/>
                  <a:pt x="382" y="189"/>
                  <a:pt x="382" y="189"/>
                </a:cubicBezTo>
                <a:cubicBezTo>
                  <a:pt x="401" y="188"/>
                  <a:pt x="401" y="188"/>
                  <a:pt x="401" y="188"/>
                </a:cubicBezTo>
                <a:cubicBezTo>
                  <a:pt x="420" y="188"/>
                  <a:pt x="420" y="188"/>
                  <a:pt x="420" y="188"/>
                </a:cubicBezTo>
                <a:cubicBezTo>
                  <a:pt x="458" y="187"/>
                  <a:pt x="458" y="187"/>
                  <a:pt x="458" y="187"/>
                </a:cubicBezTo>
                <a:cubicBezTo>
                  <a:pt x="533" y="184"/>
                  <a:pt x="533" y="184"/>
                  <a:pt x="533" y="184"/>
                </a:cubicBezTo>
                <a:cubicBezTo>
                  <a:pt x="546" y="184"/>
                  <a:pt x="559" y="184"/>
                  <a:pt x="572" y="183"/>
                </a:cubicBezTo>
                <a:cubicBezTo>
                  <a:pt x="585" y="183"/>
                  <a:pt x="598" y="182"/>
                  <a:pt x="610" y="181"/>
                </a:cubicBezTo>
                <a:cubicBezTo>
                  <a:pt x="623" y="181"/>
                  <a:pt x="636" y="180"/>
                  <a:pt x="649" y="179"/>
                </a:cubicBezTo>
                <a:cubicBezTo>
                  <a:pt x="669" y="178"/>
                  <a:pt x="669" y="178"/>
                  <a:pt x="669" y="178"/>
                </a:cubicBezTo>
                <a:cubicBezTo>
                  <a:pt x="688" y="177"/>
                  <a:pt x="688" y="177"/>
                  <a:pt x="688" y="177"/>
                </a:cubicBezTo>
                <a:cubicBezTo>
                  <a:pt x="740" y="173"/>
                  <a:pt x="791" y="169"/>
                  <a:pt x="843" y="164"/>
                </a:cubicBezTo>
                <a:cubicBezTo>
                  <a:pt x="895" y="159"/>
                  <a:pt x="947" y="154"/>
                  <a:pt x="999" y="148"/>
                </a:cubicBezTo>
                <a:cubicBezTo>
                  <a:pt x="1025" y="146"/>
                  <a:pt x="1051" y="143"/>
                  <a:pt x="1077" y="140"/>
                </a:cubicBezTo>
                <a:cubicBezTo>
                  <a:pt x="1103" y="137"/>
                  <a:pt x="1141" y="134"/>
                  <a:pt x="1175" y="129"/>
                </a:cubicBezTo>
                <a:cubicBezTo>
                  <a:pt x="1227" y="122"/>
                  <a:pt x="1274" y="113"/>
                  <a:pt x="1320" y="101"/>
                </a:cubicBezTo>
                <a:cubicBezTo>
                  <a:pt x="1323" y="100"/>
                  <a:pt x="1326" y="99"/>
                  <a:pt x="1329" y="98"/>
                </a:cubicBezTo>
                <a:cubicBezTo>
                  <a:pt x="1333" y="97"/>
                  <a:pt x="1333" y="97"/>
                  <a:pt x="1333" y="97"/>
                </a:cubicBezTo>
                <a:cubicBezTo>
                  <a:pt x="1334" y="97"/>
                  <a:pt x="1334" y="97"/>
                  <a:pt x="1334" y="97"/>
                </a:cubicBezTo>
                <a:cubicBezTo>
                  <a:pt x="1334" y="96"/>
                  <a:pt x="1335" y="96"/>
                  <a:pt x="1336" y="96"/>
                </a:cubicBezTo>
                <a:cubicBezTo>
                  <a:pt x="1337" y="96"/>
                  <a:pt x="1338" y="95"/>
                  <a:pt x="1340" y="95"/>
                </a:cubicBezTo>
                <a:cubicBezTo>
                  <a:pt x="1345" y="92"/>
                  <a:pt x="1349" y="89"/>
                  <a:pt x="1353" y="84"/>
                </a:cubicBezTo>
                <a:cubicBezTo>
                  <a:pt x="1356" y="80"/>
                  <a:pt x="1359" y="76"/>
                  <a:pt x="1360" y="72"/>
                </a:cubicBezTo>
                <a:cubicBezTo>
                  <a:pt x="1364" y="63"/>
                  <a:pt x="1365" y="55"/>
                  <a:pt x="1364" y="47"/>
                </a:cubicBezTo>
                <a:cubicBezTo>
                  <a:pt x="1364" y="43"/>
                  <a:pt x="1364" y="39"/>
                  <a:pt x="1363" y="35"/>
                </a:cubicBezTo>
                <a:cubicBezTo>
                  <a:pt x="1362" y="30"/>
                  <a:pt x="1361" y="26"/>
                  <a:pt x="1358" y="22"/>
                </a:cubicBezTo>
                <a:cubicBezTo>
                  <a:pt x="1358" y="20"/>
                  <a:pt x="1356" y="17"/>
                  <a:pt x="1354" y="15"/>
                </a:cubicBezTo>
                <a:cubicBezTo>
                  <a:pt x="1352" y="12"/>
                  <a:pt x="1351" y="10"/>
                  <a:pt x="1348" y="8"/>
                </a:cubicBezTo>
                <a:cubicBezTo>
                  <a:pt x="1344" y="5"/>
                  <a:pt x="1339" y="2"/>
                  <a:pt x="1333" y="1"/>
                </a:cubicBezTo>
                <a:cubicBezTo>
                  <a:pt x="1331" y="0"/>
                  <a:pt x="1330" y="0"/>
                  <a:pt x="1329" y="0"/>
                </a:cubicBezTo>
                <a:cubicBezTo>
                  <a:pt x="1327" y="0"/>
                  <a:pt x="1326" y="0"/>
                  <a:pt x="1325" y="0"/>
                </a:cubicBezTo>
              </a:path>
            </a:pathLst>
          </a:custGeom>
          <a:solidFill>
            <a:schemeClr val="accent2"/>
          </a:solidFill>
          <a:ln/>
        </p:spPr>
        <p:style>
          <a:lnRef idx="1">
            <a:schemeClr val="accent2"/>
          </a:lnRef>
          <a:fillRef idx="0">
            <a:schemeClr val="accent2"/>
          </a:fillRef>
          <a:effectRef idx="0">
            <a:schemeClr val="accent2"/>
          </a:effectRef>
          <a:fontRef idx="minor">
            <a:schemeClr val="tx1"/>
          </a:fontRef>
        </p:style>
        <p:txBody>
          <a:bodyPr vert="horz" wrap="square" lIns="51435" tIns="25718" rIns="51435" bIns="25718" numCol="1" anchor="t" anchorCtr="0" compatLnSpc="1">
            <a:prstTxWarp prst="textNoShape">
              <a:avLst/>
            </a:prstTxWarp>
          </a:bodyPr>
          <a:lstStyle/>
          <a:p>
            <a:endParaRPr lang="en-GB" sz="760"/>
          </a:p>
        </p:txBody>
      </p:sp>
      <p:sp>
        <p:nvSpPr>
          <p:cNvPr id="29" name="TextBox 28"/>
          <p:cNvSpPr txBox="1"/>
          <p:nvPr/>
        </p:nvSpPr>
        <p:spPr>
          <a:xfrm>
            <a:off x="5551236" y="1456123"/>
            <a:ext cx="490413" cy="1149582"/>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Hãy nói về việc kiểm tra âm thanh bất thường.</a:t>
            </a:r>
            <a:endParaRPr lang="vi-VN">
              <a:latin typeface="Times New Roman" pitchFamily="18" charset="0"/>
              <a:ea typeface="Times New Roman" pitchFamily="18" charset="0"/>
              <a:cs typeface="Times New Roman" pitchFamily="18" charset="0"/>
            </a:endParaRPr>
          </a:p>
        </p:txBody>
      </p:sp>
      <p:sp>
        <p:nvSpPr>
          <p:cNvPr id="30" name="TextBox 29"/>
          <p:cNvSpPr txBox="1"/>
          <p:nvPr/>
        </p:nvSpPr>
        <p:spPr>
          <a:xfrm>
            <a:off x="3621829" y="3568259"/>
            <a:ext cx="2955915" cy="3009928"/>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Kiểm tra tiếng ồn Ruru</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66848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5" name="図 54">
            <a:extLst>
              <a:ext uri="{FF2B5EF4-FFF2-40B4-BE49-F238E27FC236}">
                <a16:creationId xmlns:a16="http://schemas.microsoft.com/office/drawing/2014/main" id="{041C3971-D5D5-B12E-8AF6-480CA5A670E4}"/>
              </a:ext>
            </a:extLst>
          </p:cNvPr>
          <p:cNvPicPr>
            <a:picLocks noChangeAspect="1"/>
          </p:cNvPicPr>
          <p:nvPr/>
        </p:nvPicPr>
        <p:blipFill>
          <a:blip r:embed="rId2"/>
          <a:stretch>
            <a:fillRect/>
          </a:stretch>
        </p:blipFill>
        <p:spPr>
          <a:xfrm>
            <a:off x="6049396" y="3788916"/>
            <a:ext cx="705707" cy="429938"/>
          </a:xfrm>
          <a:prstGeom prst="rect">
            <a:avLst/>
          </a:prstGeom>
        </p:spPr>
      </p:pic>
      <p:sp>
        <p:nvSpPr>
          <p:cNvPr id="2" name="スライド番号プレースホルダー 1">
            <a:extLst>
              <a:ext uri="{FF2B5EF4-FFF2-40B4-BE49-F238E27FC236}">
                <a16:creationId xmlns:a16="http://schemas.microsoft.com/office/drawing/2014/main" id="{433434FA-81A1-962C-7788-BB9F0B5B180B}"/>
              </a:ext>
            </a:extLst>
          </p:cNvPr>
          <p:cNvSpPr>
            <a:spLocks noGrp="1"/>
          </p:cNvSpPr>
          <p:nvPr>
            <p:ph type="sldNum" sz="quarter" idx="12"/>
          </p:nvPr>
        </p:nvSpPr>
        <p:spPr>
          <a:xfrm>
            <a:off x="7435532" y="4755821"/>
            <a:ext cx="1236216" cy="281231"/>
          </a:xfrm>
        </p:spPr>
        <p:txBody>
          <a:bodyPr wrap="square" lIns="27432" rIns="27432" tIns="18288" bIns="18288">
            <a:normAutofit/>
          </a:bodyPr>
          <a:lstStyle/>
          <a:p>
            <a:pPr>
              <a:defRPr lang="vi-VN">
                <a:latin typeface="Times New Roman" pitchFamily="18" charset="0"/>
                <a:ea typeface="Times New Roman" pitchFamily="18" charset="0"/>
                <a:cs typeface="Times New Roman" pitchFamily="18" charset="0"/>
              </a:defRPr>
            </a:pPr>
            <a:fld id="{75BB8461-A4F8-4BBC-AB2D-5D80B8F30C85}" type="slidenum">
              <a:rPr kumimoji="1" lang="ja-JP" altLang="en-US" smtClean="0"/>
              <a:t>10</a:t>
            </a:fld>
            <a:endParaRPr kumimoji="1" lang="vi-VN" altLang="en-US" dirty="0">
              <a:latin typeface="Times New Roman" pitchFamily="18" charset="0"/>
              <a:ea typeface="Times New Roman" pitchFamily="18" charset="0"/>
              <a:cs typeface="Times New Roman" pitchFamily="18" charset="0"/>
            </a:endParaRPr>
          </a:p>
        </p:txBody>
      </p:sp>
      <p:sp>
        <p:nvSpPr>
          <p:cNvPr id="5" name="文本框 43">
            <a:extLst>
              <a:ext uri="{FF2B5EF4-FFF2-40B4-BE49-F238E27FC236}">
                <a16:creationId xmlns:a16="http://schemas.microsoft.com/office/drawing/2014/main" id="{B909EB4E-B81D-48DF-B190-7CD47A0DBA95}"/>
              </a:ext>
            </a:extLst>
          </p:cNvPr>
          <p:cNvSpPr txBox="1"/>
          <p:nvPr/>
        </p:nvSpPr>
        <p:spPr>
          <a:xfrm>
            <a:off x="184696" y="468197"/>
            <a:ext cx="3775605" cy="307777"/>
          </a:xfrm>
          <a:prstGeom prst="rect">
            <a:avLst/>
          </a:prstGeom>
          <a:noFill/>
        </p:spPr>
        <p:txBody>
          <a:bodyPr wrap="square"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ctr">
              <a:buFont typeface="Wingdings" panose="05000000000000000000" pitchFamily="2" charset="2"/>
              <a:buChar char="n"/>
              <a:defRPr lang="vi-VN">
                <a:latin typeface="Times New Roman" pitchFamily="18" charset="0"/>
                <a:ea typeface="Times New Roman" pitchFamily="18" charset="0"/>
                <a:cs typeface="Times New Roman" pitchFamily="18" charset="0"/>
              </a:defRPr>
            </a:pPr>
            <a:r>
              <a:rPr kumimoji="1" lang="vi-VN" altLang="en-US" sz="1120" b="1" dirty="0">
                <a:latin typeface="Times New Roman" panose="020B0604030504040204" pitchFamily="18" charset="0"/>
                <a:ea typeface="Times New Roman" panose="020B0604030504040204" pitchFamily="18" charset="0"/>
                <a:cs typeface="Times New Roman" pitchFamily="18" charset="0"/>
              </a:rPr>
              <a:t>chương trình kiểm tra tích hợp</a:t>
            </a:r>
            <a:endParaRPr kumimoji="1" lang="vi-VN" altLang="ja-JP" sz="1400" b="1" dirty="0">
              <a:latin typeface="Times New Roman" panose="020B0604030504040204" pitchFamily="18" charset="0"/>
              <a:ea typeface="Times New Roman" panose="020B0604030504040204" pitchFamily="18" charset="0"/>
              <a:cs typeface="Times New Roman" pitchFamily="18" charset="0"/>
            </a:endParaRPr>
          </a:p>
        </p:txBody>
      </p:sp>
      <p:pic>
        <p:nvPicPr>
          <p:cNvPr id="6" name="图片 4">
            <a:extLst>
              <a:ext uri="{FF2B5EF4-FFF2-40B4-BE49-F238E27FC236}">
                <a16:creationId xmlns:a16="http://schemas.microsoft.com/office/drawing/2014/main" id="{B334618B-56F9-4BEE-BFEB-AF0803158E1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2302" y="858872"/>
            <a:ext cx="2722182" cy="1076364"/>
          </a:xfrm>
          <a:prstGeom prst="rect">
            <a:avLst/>
          </a:prstGeom>
        </p:spPr>
      </p:pic>
      <p:pic>
        <p:nvPicPr>
          <p:cNvPr id="7" name="图片 10">
            <a:extLst>
              <a:ext uri="{FF2B5EF4-FFF2-40B4-BE49-F238E27FC236}">
                <a16:creationId xmlns:a16="http://schemas.microsoft.com/office/drawing/2014/main" id="{233364F7-3862-49CD-8FEE-C9067619F70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91045" y="3414066"/>
            <a:ext cx="3005352" cy="1157710"/>
          </a:xfrm>
          <a:prstGeom prst="rect">
            <a:avLst/>
          </a:prstGeom>
        </p:spPr>
      </p:pic>
      <p:pic>
        <p:nvPicPr>
          <p:cNvPr id="8" name="图片 13">
            <a:extLst>
              <a:ext uri="{FF2B5EF4-FFF2-40B4-BE49-F238E27FC236}">
                <a16:creationId xmlns:a16="http://schemas.microsoft.com/office/drawing/2014/main" id="{AC9E2F88-2DE3-456D-97A6-365AA2B0A5D3}"/>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746488" y="2142563"/>
            <a:ext cx="2288257" cy="1115866"/>
          </a:xfrm>
          <a:prstGeom prst="rect">
            <a:avLst/>
          </a:prstGeom>
        </p:spPr>
      </p:pic>
      <p:sp>
        <p:nvSpPr>
          <p:cNvPr id="11" name="文本框 48">
            <a:extLst>
              <a:ext uri="{FF2B5EF4-FFF2-40B4-BE49-F238E27FC236}">
                <a16:creationId xmlns:a16="http://schemas.microsoft.com/office/drawing/2014/main" id="{1F105FDD-4BF8-44D9-A7A4-EE9D29D0D05B}"/>
              </a:ext>
            </a:extLst>
          </p:cNvPr>
          <p:cNvSpPr txBox="1"/>
          <p:nvPr/>
        </p:nvSpPr>
        <p:spPr>
          <a:xfrm>
            <a:off x="4969384" y="470563"/>
            <a:ext cx="3514216" cy="307777"/>
          </a:xfrm>
          <a:prstGeom prst="rect">
            <a:avLst/>
          </a:prstGeom>
          <a:noFill/>
        </p:spPr>
        <p:txBody>
          <a:bodyPr wrap="square"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ctr">
              <a:buFont typeface="Wingdings" panose="05000000000000000000" pitchFamily="2" charset="2"/>
              <a:buChar char="n"/>
              <a:defRPr lang="vi-VN">
                <a:latin typeface="Times New Roman" pitchFamily="18" charset="0"/>
                <a:ea typeface="Times New Roman" pitchFamily="18" charset="0"/>
                <a:cs typeface="Times New Roman" pitchFamily="18" charset="0"/>
              </a:defRPr>
            </a:pPr>
            <a:r>
              <a:rPr kumimoji="1" lang="vi-VN" altLang="ja-JP" sz="1120" b="1" dirty="0">
                <a:latin typeface="Times New Roman" panose="020B0604030504040204" pitchFamily="18" charset="0"/>
                <a:ea typeface="Times New Roman" panose="020B0604030504040204" pitchFamily="18" charset="0"/>
                <a:cs typeface="Times New Roman" pitchFamily="18" charset="0"/>
              </a:rPr>
              <a:t>Chương trình Quy trình Đảm bảo của Athena</a:t>
            </a:r>
            <a:r>
              <a:rPr kumimoji="1" lang="vi-VN" altLang="en-US" sz="1120" b="1" dirty="0">
                <a:latin typeface="Times New Roman" panose="020B0604030504040204" pitchFamily="18" charset="0"/>
                <a:ea typeface="Times New Roman" panose="020B0604030504040204" pitchFamily="18" charset="0"/>
                <a:cs typeface="Times New Roman" pitchFamily="18" charset="0"/>
              </a:rPr>
              <a:t/>
            </a:r>
            <a:endParaRPr kumimoji="1" lang="vi-VN" altLang="ja-JP" sz="1400" b="1" dirty="0">
              <a:latin typeface="Times New Roman" panose="020B0604030504040204" pitchFamily="18" charset="0"/>
              <a:ea typeface="Times New Roman" panose="020B0604030504040204" pitchFamily="18" charset="0"/>
              <a:cs typeface="Times New Roman" pitchFamily="18" charset="0"/>
            </a:endParaRPr>
          </a:p>
        </p:txBody>
      </p:sp>
      <p:pic>
        <p:nvPicPr>
          <p:cNvPr id="12" name="図 11">
            <a:extLst>
              <a:ext uri="{FF2B5EF4-FFF2-40B4-BE49-F238E27FC236}">
                <a16:creationId xmlns:a16="http://schemas.microsoft.com/office/drawing/2014/main" id="{341E69AD-F30F-4855-8D1F-4F794106D1CC}"/>
              </a:ext>
            </a:extLst>
          </p:cNvPr>
          <p:cNvPicPr>
            <a:picLocks noChangeAspect="1"/>
          </p:cNvPicPr>
          <p:nvPr/>
        </p:nvPicPr>
        <p:blipFill>
          <a:blip r:embed="rId6"/>
          <a:stretch>
            <a:fillRect/>
          </a:stretch>
        </p:blipFill>
        <p:spPr>
          <a:xfrm flipH="1">
            <a:off x="6082781" y="2093838"/>
            <a:ext cx="641939" cy="496246"/>
          </a:xfrm>
          <a:prstGeom prst="rect">
            <a:avLst/>
          </a:prstGeom>
        </p:spPr>
      </p:pic>
      <p:sp>
        <p:nvSpPr>
          <p:cNvPr id="14" name="文本框 51">
            <a:extLst>
              <a:ext uri="{FF2B5EF4-FFF2-40B4-BE49-F238E27FC236}">
                <a16:creationId xmlns:a16="http://schemas.microsoft.com/office/drawing/2014/main" id="{6AEA7E00-B7EC-4FDB-8839-26DDEC057EEC}"/>
              </a:ext>
            </a:extLst>
          </p:cNvPr>
          <p:cNvSpPr txBox="1"/>
          <p:nvPr/>
        </p:nvSpPr>
        <p:spPr>
          <a:xfrm>
            <a:off x="337097" y="776419"/>
            <a:ext cx="1853038" cy="30777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txBody>
          <a:bodyPr wrap="square"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1120" dirty="0">
                <a:latin typeface="Times New Roman" panose="020B0604030504040204" pitchFamily="18" charset="0"/>
                <a:ea typeface="Times New Roman" panose="020B0604030504040204" pitchFamily="18" charset="0"/>
                <a:cs typeface="Times New Roman" pitchFamily="18" charset="0"/>
              </a:rPr>
              <a:t>Cài đặt ban đầu (7900)</a:t>
            </a:r>
            <a:r>
              <a:rPr kumimoji="1" lang="vi-VN" altLang="ja-JP" sz="1120" dirty="0">
                <a:latin typeface="Times New Roman" panose="020B0604030504040204" pitchFamily="18" charset="0"/>
                <a:ea typeface="Times New Roman" panose="020B0604030504040204" pitchFamily="18" charset="0"/>
                <a:cs typeface="Times New Roman" pitchFamily="18" charset="0"/>
              </a:rPr>
              <a:t/>
            </a:r>
            <a:r>
              <a:rPr kumimoji="1" lang="vi-VN" altLang="en-US" sz="1120" dirty="0">
                <a:latin typeface="Times New Roman" panose="020B0604030504040204" pitchFamily="18" charset="0"/>
                <a:ea typeface="Times New Roman" panose="020B0604030504040204" pitchFamily="18" charset="0"/>
                <a:cs typeface="Times New Roman" pitchFamily="18" charset="0"/>
              </a:rPr>
              <a:t/>
            </a:r>
            <a:endParaRPr kumimoji="1" lang="vi-VN" altLang="ja-JP" sz="1400" dirty="0">
              <a:latin typeface="Times New Roman" panose="020B0604030504040204" pitchFamily="18" charset="0"/>
              <a:ea typeface="Times New Roman" panose="020B0604030504040204" pitchFamily="18" charset="0"/>
              <a:cs typeface="Times New Roman" pitchFamily="18" charset="0"/>
            </a:endParaRPr>
          </a:p>
        </p:txBody>
      </p:sp>
      <p:sp>
        <p:nvSpPr>
          <p:cNvPr id="15" name="文本框 52">
            <a:extLst>
              <a:ext uri="{FF2B5EF4-FFF2-40B4-BE49-F238E27FC236}">
                <a16:creationId xmlns:a16="http://schemas.microsoft.com/office/drawing/2014/main" id="{999852FF-F0A2-4335-AD17-8984CA2B0FC1}"/>
              </a:ext>
            </a:extLst>
          </p:cNvPr>
          <p:cNvSpPr txBox="1"/>
          <p:nvPr/>
        </p:nvSpPr>
        <p:spPr>
          <a:xfrm>
            <a:off x="293686" y="2056521"/>
            <a:ext cx="2083696" cy="30777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txBody>
          <a:bodyPr wrap="square"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1120" dirty="0">
                <a:latin typeface="Times New Roman" panose="020B0604030504040204" pitchFamily="18" charset="0"/>
                <a:ea typeface="Times New Roman" panose="020B0604030504040204" pitchFamily="18" charset="0"/>
                <a:cs typeface="Times New Roman" pitchFamily="18" charset="0"/>
              </a:rPr>
              <a:t>Kiểm tra điều chỉnh hình ảnh (7910)</a:t>
            </a:r>
            <a:r>
              <a:rPr kumimoji="1" lang="vi-VN" altLang="ja-JP" sz="1120" dirty="0">
                <a:latin typeface="Times New Roman" panose="020B0604030504040204" pitchFamily="18" charset="0"/>
                <a:ea typeface="Times New Roman" panose="020B0604030504040204" pitchFamily="18" charset="0"/>
                <a:cs typeface="Times New Roman" pitchFamily="18" charset="0"/>
              </a:rPr>
              <a:t/>
            </a:r>
            <a:r>
              <a:rPr kumimoji="1" lang="vi-VN" altLang="en-US" sz="1120" dirty="0">
                <a:latin typeface="Times New Roman" panose="020B0604030504040204" pitchFamily="18" charset="0"/>
                <a:ea typeface="Times New Roman" panose="020B0604030504040204" pitchFamily="18" charset="0"/>
                <a:cs typeface="Times New Roman" pitchFamily="18" charset="0"/>
              </a:rPr>
              <a:t/>
            </a:r>
            <a:endParaRPr kumimoji="1" lang="vi-VN" altLang="ja-JP" sz="1400" dirty="0">
              <a:latin typeface="Times New Roman" panose="020B0604030504040204" pitchFamily="18" charset="0"/>
              <a:ea typeface="Times New Roman" panose="020B0604030504040204" pitchFamily="18" charset="0"/>
              <a:cs typeface="Times New Roman" pitchFamily="18" charset="0"/>
            </a:endParaRPr>
          </a:p>
        </p:txBody>
      </p:sp>
      <p:sp>
        <p:nvSpPr>
          <p:cNvPr id="16" name="文本框 53">
            <a:extLst>
              <a:ext uri="{FF2B5EF4-FFF2-40B4-BE49-F238E27FC236}">
                <a16:creationId xmlns:a16="http://schemas.microsoft.com/office/drawing/2014/main" id="{6BC063B0-CFDF-4DDF-AF7A-5B30FE26E619}"/>
              </a:ext>
            </a:extLst>
          </p:cNvPr>
          <p:cNvSpPr txBox="1"/>
          <p:nvPr/>
        </p:nvSpPr>
        <p:spPr>
          <a:xfrm>
            <a:off x="293686" y="3370491"/>
            <a:ext cx="2095553" cy="30777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txBody>
          <a:bodyPr wrap="square"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1230" dirty="0">
                <a:latin typeface="Times New Roman" panose="020B0604030504040204" pitchFamily="18" charset="0"/>
                <a:ea typeface="Times New Roman" panose="020B0604030504040204" pitchFamily="18" charset="0"/>
                <a:cs typeface="Times New Roman" pitchFamily="18" charset="0"/>
              </a:rPr>
              <a:t>Cài đặt gốc (7900)</a:t>
            </a:r>
            <a:r>
              <a:rPr kumimoji="1" lang="vi-VN" altLang="ja-JP" sz="1230" dirty="0">
                <a:latin typeface="Times New Roman" panose="020B0604030504040204" pitchFamily="18" charset="0"/>
                <a:ea typeface="Times New Roman" panose="020B0604030504040204" pitchFamily="18" charset="0"/>
                <a:cs typeface="Times New Roman" pitchFamily="18" charset="0"/>
              </a:rPr>
              <a:t/>
            </a:r>
            <a:r>
              <a:rPr kumimoji="1" lang="vi-VN" altLang="en-US" sz="1230" dirty="0">
                <a:latin typeface="Times New Roman" panose="020B0604030504040204" pitchFamily="18" charset="0"/>
                <a:ea typeface="Times New Roman" panose="020B0604030504040204" pitchFamily="18" charset="0"/>
                <a:cs typeface="Times New Roman" pitchFamily="18" charset="0"/>
              </a:rPr>
              <a:t/>
            </a:r>
            <a:endParaRPr kumimoji="1" lang="vi-VN" altLang="ja-JP" sz="1400" dirty="0">
              <a:latin typeface="Times New Roman" panose="020B0604030504040204" pitchFamily="18" charset="0"/>
              <a:ea typeface="Times New Roman" panose="020B0604030504040204" pitchFamily="18" charset="0"/>
              <a:cs typeface="Times New Roman" pitchFamily="18" charset="0"/>
            </a:endParaRPr>
          </a:p>
        </p:txBody>
      </p:sp>
      <p:sp>
        <p:nvSpPr>
          <p:cNvPr id="17" name="文本框 54">
            <a:extLst>
              <a:ext uri="{FF2B5EF4-FFF2-40B4-BE49-F238E27FC236}">
                <a16:creationId xmlns:a16="http://schemas.microsoft.com/office/drawing/2014/main" id="{788F0538-2CD5-43D4-8EF6-532E3CD28046}"/>
              </a:ext>
            </a:extLst>
          </p:cNvPr>
          <p:cNvSpPr txBox="1"/>
          <p:nvPr/>
        </p:nvSpPr>
        <p:spPr>
          <a:xfrm>
            <a:off x="2948136" y="2229337"/>
            <a:ext cx="2095927" cy="830997"/>
          </a:xfrm>
          <a:prstGeom prst="rect">
            <a:avLst/>
          </a:prstGeom>
          <a:noFill/>
        </p:spPr>
        <p:txBody>
          <a:bodyPr wrap="square"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lang="vi-VN">
                <a:latin typeface="Times New Roman" pitchFamily="18" charset="0"/>
                <a:ea typeface="Times New Roman" pitchFamily="18" charset="0"/>
                <a:cs typeface="Times New Roman" pitchFamily="18" charset="0"/>
              </a:defRPr>
            </a:pPr>
            <a:r>
              <a:rPr lang="vi-VN" altLang="en-US" sz="960" i="0" u="none" strike="noStrike" baseline="0" dirty="0">
                <a:latin typeface="Times New Roman" pitchFamily="18" charset="0"/>
                <a:ea typeface="Times New Roman" pitchFamily="18" charset="0"/>
                <a:cs typeface="Times New Roman" pitchFamily="18" charset="0"/>
              </a:rPr>
              <a:t>Người vận hành thủ công</a:t>
            </a:r>
            <a:r>
              <a:rPr lang="vi-VN" altLang="en-US" sz="960" b="1" i="0" u="none" strike="noStrike" baseline="0" dirty="0">
                <a:solidFill>
                  <a:srgbClr val="C00000"/>
                </a:solidFill>
                <a:latin typeface="Times New Roman" pitchFamily="18" charset="0"/>
                <a:ea typeface="Times New Roman" pitchFamily="18" charset="0"/>
                <a:cs typeface="Times New Roman" pitchFamily="18" charset="0"/>
              </a:rPr>
              <a:t/>
            </a:r>
            <a:r>
              <a:rPr lang="vi-VN" altLang="en-US" sz="960" b="0" i="0" u="none" strike="noStrike" baseline="0" dirty="0">
                <a:latin typeface="Times New Roman" pitchFamily="18" charset="0"/>
                <a:ea typeface="Times New Roman" pitchFamily="18" charset="0"/>
                <a:cs typeface="Times New Roman" pitchFamily="18" charset="0"/>
              </a:rPr>
              <a:t/>
            </a:r>
            <a:endParaRPr lang="vi-VN" altLang="ja-JP" sz="1200" b="0" i="0" u="none" strike="noStrike" baseline="0" dirty="0">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lang="vi-VN" altLang="ja-JP" sz="960" dirty="0">
                <a:latin typeface="Times New Roman" pitchFamily="18" charset="0"/>
                <a:ea typeface="Times New Roman" pitchFamily="18" charset="0"/>
                <a:cs typeface="Times New Roman" pitchFamily="18" charset="0"/>
              </a:rPr>
              <a:t>Nhấn nút trên màn hình PC,</a:t>
            </a:r>
            <a:r>
              <a:rPr lang="vi-VN" altLang="en-US" sz="960" b="0" i="0" u="none" strike="noStrike" baseline="0" dirty="0">
                <a:latin typeface="Times New Roman" pitchFamily="18" charset="0"/>
                <a:ea typeface="Times New Roman" pitchFamily="18" charset="0"/>
                <a:cs typeface="Times New Roman" pitchFamily="18" charset="0"/>
              </a:rPr>
              <a:t/>
            </a:r>
            <a:endParaRPr lang="vi-VN" altLang="ja-JP" sz="1200" b="0" i="0" u="none" strike="noStrike" baseline="0" dirty="0">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lang="vi-VN" altLang="en-US" sz="960" b="0" i="0" u="none" strike="noStrike" baseline="0" dirty="0">
                <a:latin typeface="Times New Roman" pitchFamily="18" charset="0"/>
                <a:ea typeface="Times New Roman" pitchFamily="18" charset="0"/>
                <a:cs typeface="Times New Roman" pitchFamily="18" charset="0"/>
              </a:rPr>
              <a:t>Thực hiện cài đặt, kiểm tra, xác minh, v.v.</a:t>
            </a:r>
            <a:endParaRPr lang="vi-VN" altLang="ja-JP" sz="1200" b="0" i="0" u="none" strike="noStrike" baseline="0" dirty="0">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lang="vi-VN" altLang="en-US" sz="960" dirty="0">
                <a:latin typeface="Times New Roman" pitchFamily="18" charset="0"/>
                <a:ea typeface="Times New Roman" pitchFamily="18" charset="0"/>
                <a:cs typeface="Times New Roman" pitchFamily="18" charset="0"/>
              </a:rPr>
              <a:t>(thao tác một bước)</a:t>
            </a:r>
            <a:endParaRPr lang="vi-VN">
              <a:latin typeface="Times New Roman" pitchFamily="18" charset="0"/>
              <a:ea typeface="Times New Roman" pitchFamily="18" charset="0"/>
              <a:cs typeface="Times New Roman" pitchFamily="18" charset="0"/>
            </a:endParaRPr>
          </a:p>
        </p:txBody>
      </p:sp>
      <p:grpSp>
        <p:nvGrpSpPr>
          <p:cNvPr id="18" name="Group 145">
            <a:extLst>
              <a:ext uri="{FF2B5EF4-FFF2-40B4-BE49-F238E27FC236}">
                <a16:creationId xmlns:a16="http://schemas.microsoft.com/office/drawing/2014/main" id="{1E8D147A-F686-4491-A6DF-697967BF937B}"/>
              </a:ext>
            </a:extLst>
          </p:cNvPr>
          <p:cNvGrpSpPr/>
          <p:nvPr/>
        </p:nvGrpSpPr>
        <p:grpSpPr>
          <a:xfrm rot="13870986">
            <a:off x="3272140" y="2026082"/>
            <a:ext cx="333289" cy="218311"/>
            <a:chOff x="8220968" y="3172428"/>
            <a:chExt cx="553183" cy="172720"/>
          </a:xfrm>
          <a:solidFill>
            <a:schemeClr val="tx2"/>
          </a:solidFill>
        </p:grpSpPr>
        <p:sp>
          <p:nvSpPr>
            <p:cNvPr id="37" name="Freeform 34">
              <a:extLst>
                <a:ext uri="{FF2B5EF4-FFF2-40B4-BE49-F238E27FC236}">
                  <a16:creationId xmlns:a16="http://schemas.microsoft.com/office/drawing/2014/main" id="{732A2FCD-CD58-420A-B819-F5F3DEC529A8}"/>
                </a:ext>
              </a:extLst>
            </p:cNvPr>
            <p:cNvSpPr>
              <a:spLocks noChangeAspect="1"/>
            </p:cNvSpPr>
            <p:nvPr/>
          </p:nvSpPr>
          <p:spPr bwMode="auto">
            <a:xfrm>
              <a:off x="8220968" y="3257648"/>
              <a:ext cx="445771" cy="16510"/>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ln/>
          </p:spPr>
          <p:style>
            <a:lnRef idx="1">
              <a:schemeClr val="accent4"/>
            </a:lnRef>
            <a:fillRef idx="0">
              <a:schemeClr val="accent4"/>
            </a:fillRef>
            <a:effectRef idx="0">
              <a:schemeClr val="accent4"/>
            </a:effectRef>
            <a:fontRef idx="minor">
              <a:schemeClr val="tx1"/>
            </a:fontRef>
          </p:style>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GB" sz="1013"/>
            </a:p>
          </p:txBody>
        </p:sp>
        <p:sp>
          <p:nvSpPr>
            <p:cNvPr id="38" name="Freeform 35">
              <a:extLst>
                <a:ext uri="{FF2B5EF4-FFF2-40B4-BE49-F238E27FC236}">
                  <a16:creationId xmlns:a16="http://schemas.microsoft.com/office/drawing/2014/main" id="{DFD717C1-2AFF-4CB0-BFA9-32A84589E06C}"/>
                </a:ext>
              </a:extLst>
            </p:cNvPr>
            <p:cNvSpPr>
              <a:spLocks noChangeAspect="1"/>
            </p:cNvSpPr>
            <p:nvPr/>
          </p:nvSpPr>
          <p:spPr bwMode="auto">
            <a:xfrm>
              <a:off x="8587462" y="3172428"/>
              <a:ext cx="186689" cy="172720"/>
            </a:xfrm>
            <a:custGeom>
              <a:avLst/>
              <a:gdLst>
                <a:gd name="T0" fmla="*/ 12 w 414"/>
                <a:gd name="T1" fmla="*/ 1 h 385"/>
                <a:gd name="T2" fmla="*/ 1 w 414"/>
                <a:gd name="T3" fmla="*/ 11 h 385"/>
                <a:gd name="T4" fmla="*/ 19 w 414"/>
                <a:gd name="T5" fmla="*/ 28 h 385"/>
                <a:gd name="T6" fmla="*/ 84 w 414"/>
                <a:gd name="T7" fmla="*/ 57 h 385"/>
                <a:gd name="T8" fmla="*/ 151 w 414"/>
                <a:gd name="T9" fmla="*/ 83 h 385"/>
                <a:gd name="T10" fmla="*/ 258 w 414"/>
                <a:gd name="T11" fmla="*/ 130 h 385"/>
                <a:gd name="T12" fmla="*/ 359 w 414"/>
                <a:gd name="T13" fmla="*/ 172 h 385"/>
                <a:gd name="T14" fmla="*/ 363 w 414"/>
                <a:gd name="T15" fmla="*/ 173 h 385"/>
                <a:gd name="T16" fmla="*/ 371 w 414"/>
                <a:gd name="T17" fmla="*/ 176 h 385"/>
                <a:gd name="T18" fmla="*/ 376 w 414"/>
                <a:gd name="T19" fmla="*/ 181 h 385"/>
                <a:gd name="T20" fmla="*/ 367 w 414"/>
                <a:gd name="T21" fmla="*/ 187 h 385"/>
                <a:gd name="T22" fmla="*/ 336 w 414"/>
                <a:gd name="T23" fmla="*/ 203 h 385"/>
                <a:gd name="T24" fmla="*/ 287 w 414"/>
                <a:gd name="T25" fmla="*/ 232 h 385"/>
                <a:gd name="T26" fmla="*/ 237 w 414"/>
                <a:gd name="T27" fmla="*/ 259 h 385"/>
                <a:gd name="T28" fmla="*/ 163 w 414"/>
                <a:gd name="T29" fmla="*/ 302 h 385"/>
                <a:gd name="T30" fmla="*/ 88 w 414"/>
                <a:gd name="T31" fmla="*/ 343 h 385"/>
                <a:gd name="T32" fmla="*/ 38 w 414"/>
                <a:gd name="T33" fmla="*/ 369 h 385"/>
                <a:gd name="T34" fmla="*/ 22 w 414"/>
                <a:gd name="T35" fmla="*/ 377 h 385"/>
                <a:gd name="T36" fmla="*/ 19 w 414"/>
                <a:gd name="T37" fmla="*/ 381 h 385"/>
                <a:gd name="T38" fmla="*/ 23 w 414"/>
                <a:gd name="T39" fmla="*/ 384 h 385"/>
                <a:gd name="T40" fmla="*/ 142 w 414"/>
                <a:gd name="T41" fmla="*/ 330 h 385"/>
                <a:gd name="T42" fmla="*/ 213 w 414"/>
                <a:gd name="T43" fmla="*/ 293 h 385"/>
                <a:gd name="T44" fmla="*/ 283 w 414"/>
                <a:gd name="T45" fmla="*/ 256 h 385"/>
                <a:gd name="T46" fmla="*/ 348 w 414"/>
                <a:gd name="T47" fmla="*/ 225 h 385"/>
                <a:gd name="T48" fmla="*/ 370 w 414"/>
                <a:gd name="T49" fmla="*/ 215 h 385"/>
                <a:gd name="T50" fmla="*/ 372 w 414"/>
                <a:gd name="T51" fmla="*/ 214 h 385"/>
                <a:gd name="T52" fmla="*/ 373 w 414"/>
                <a:gd name="T53" fmla="*/ 214 h 385"/>
                <a:gd name="T54" fmla="*/ 395 w 414"/>
                <a:gd name="T55" fmla="*/ 204 h 385"/>
                <a:gd name="T56" fmla="*/ 409 w 414"/>
                <a:gd name="T57" fmla="*/ 193 h 385"/>
                <a:gd name="T58" fmla="*/ 413 w 414"/>
                <a:gd name="T59" fmla="*/ 184 h 385"/>
                <a:gd name="T60" fmla="*/ 413 w 414"/>
                <a:gd name="T61" fmla="*/ 175 h 385"/>
                <a:gd name="T62" fmla="*/ 411 w 414"/>
                <a:gd name="T63" fmla="*/ 169 h 385"/>
                <a:gd name="T64" fmla="*/ 411 w 414"/>
                <a:gd name="T65" fmla="*/ 168 h 385"/>
                <a:gd name="T66" fmla="*/ 392 w 414"/>
                <a:gd name="T67" fmla="*/ 156 h 385"/>
                <a:gd name="T68" fmla="*/ 378 w 414"/>
                <a:gd name="T69" fmla="*/ 148 h 385"/>
                <a:gd name="T70" fmla="*/ 377 w 414"/>
                <a:gd name="T71" fmla="*/ 147 h 385"/>
                <a:gd name="T72" fmla="*/ 373 w 414"/>
                <a:gd name="T73" fmla="*/ 145 h 385"/>
                <a:gd name="T74" fmla="*/ 311 w 414"/>
                <a:gd name="T75" fmla="*/ 118 h 385"/>
                <a:gd name="T76" fmla="*/ 167 w 414"/>
                <a:gd name="T77" fmla="*/ 57 h 385"/>
                <a:gd name="T78" fmla="*/ 63 w 414"/>
                <a:gd name="T79" fmla="*/ 15 h 385"/>
                <a:gd name="T80" fmla="*/ 17 w 414"/>
                <a:gd name="T81"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4" h="385">
                  <a:moveTo>
                    <a:pt x="17" y="0"/>
                  </a:moveTo>
                  <a:cubicBezTo>
                    <a:pt x="16" y="0"/>
                    <a:pt x="14" y="0"/>
                    <a:pt x="12" y="1"/>
                  </a:cubicBezTo>
                  <a:cubicBezTo>
                    <a:pt x="10" y="2"/>
                    <a:pt x="7" y="4"/>
                    <a:pt x="5" y="6"/>
                  </a:cubicBezTo>
                  <a:cubicBezTo>
                    <a:pt x="3" y="7"/>
                    <a:pt x="1" y="9"/>
                    <a:pt x="1" y="11"/>
                  </a:cubicBezTo>
                  <a:cubicBezTo>
                    <a:pt x="0" y="15"/>
                    <a:pt x="2" y="17"/>
                    <a:pt x="4" y="19"/>
                  </a:cubicBezTo>
                  <a:cubicBezTo>
                    <a:pt x="8" y="23"/>
                    <a:pt x="14" y="26"/>
                    <a:pt x="19" y="28"/>
                  </a:cubicBezTo>
                  <a:cubicBezTo>
                    <a:pt x="33" y="35"/>
                    <a:pt x="48" y="42"/>
                    <a:pt x="62" y="48"/>
                  </a:cubicBezTo>
                  <a:cubicBezTo>
                    <a:pt x="70" y="51"/>
                    <a:pt x="77" y="54"/>
                    <a:pt x="84" y="57"/>
                  </a:cubicBezTo>
                  <a:cubicBezTo>
                    <a:pt x="95" y="61"/>
                    <a:pt x="106" y="65"/>
                    <a:pt x="117" y="70"/>
                  </a:cubicBezTo>
                  <a:cubicBezTo>
                    <a:pt x="128" y="74"/>
                    <a:pt x="140" y="79"/>
                    <a:pt x="151" y="83"/>
                  </a:cubicBezTo>
                  <a:cubicBezTo>
                    <a:pt x="183" y="97"/>
                    <a:pt x="183" y="97"/>
                    <a:pt x="183" y="97"/>
                  </a:cubicBezTo>
                  <a:cubicBezTo>
                    <a:pt x="208" y="107"/>
                    <a:pt x="233" y="119"/>
                    <a:pt x="258" y="130"/>
                  </a:cubicBezTo>
                  <a:cubicBezTo>
                    <a:pt x="291" y="144"/>
                    <a:pt x="323" y="158"/>
                    <a:pt x="356" y="171"/>
                  </a:cubicBezTo>
                  <a:cubicBezTo>
                    <a:pt x="359" y="172"/>
                    <a:pt x="359" y="172"/>
                    <a:pt x="359" y="172"/>
                  </a:cubicBezTo>
                  <a:cubicBezTo>
                    <a:pt x="360" y="172"/>
                    <a:pt x="360" y="172"/>
                    <a:pt x="360" y="172"/>
                  </a:cubicBezTo>
                  <a:cubicBezTo>
                    <a:pt x="363" y="173"/>
                    <a:pt x="363" y="173"/>
                    <a:pt x="363" y="173"/>
                  </a:cubicBezTo>
                  <a:cubicBezTo>
                    <a:pt x="368" y="175"/>
                    <a:pt x="368" y="175"/>
                    <a:pt x="368" y="175"/>
                  </a:cubicBezTo>
                  <a:cubicBezTo>
                    <a:pt x="369" y="176"/>
                    <a:pt x="370" y="176"/>
                    <a:pt x="371" y="176"/>
                  </a:cubicBezTo>
                  <a:cubicBezTo>
                    <a:pt x="372" y="177"/>
                    <a:pt x="374" y="177"/>
                    <a:pt x="374" y="178"/>
                  </a:cubicBezTo>
                  <a:cubicBezTo>
                    <a:pt x="375" y="179"/>
                    <a:pt x="376" y="180"/>
                    <a:pt x="376" y="181"/>
                  </a:cubicBezTo>
                  <a:cubicBezTo>
                    <a:pt x="376" y="182"/>
                    <a:pt x="375" y="183"/>
                    <a:pt x="374" y="183"/>
                  </a:cubicBezTo>
                  <a:cubicBezTo>
                    <a:pt x="372" y="185"/>
                    <a:pt x="370" y="186"/>
                    <a:pt x="367" y="187"/>
                  </a:cubicBezTo>
                  <a:cubicBezTo>
                    <a:pt x="354" y="194"/>
                    <a:pt x="354" y="194"/>
                    <a:pt x="354" y="194"/>
                  </a:cubicBezTo>
                  <a:cubicBezTo>
                    <a:pt x="348" y="197"/>
                    <a:pt x="342" y="200"/>
                    <a:pt x="336" y="203"/>
                  </a:cubicBezTo>
                  <a:cubicBezTo>
                    <a:pt x="328" y="208"/>
                    <a:pt x="320" y="213"/>
                    <a:pt x="311" y="218"/>
                  </a:cubicBezTo>
                  <a:cubicBezTo>
                    <a:pt x="303" y="223"/>
                    <a:pt x="295" y="227"/>
                    <a:pt x="287" y="232"/>
                  </a:cubicBezTo>
                  <a:cubicBezTo>
                    <a:pt x="278" y="237"/>
                    <a:pt x="270" y="241"/>
                    <a:pt x="262" y="246"/>
                  </a:cubicBezTo>
                  <a:cubicBezTo>
                    <a:pt x="253" y="250"/>
                    <a:pt x="245" y="254"/>
                    <a:pt x="237" y="259"/>
                  </a:cubicBezTo>
                  <a:cubicBezTo>
                    <a:pt x="220" y="268"/>
                    <a:pt x="204" y="278"/>
                    <a:pt x="188" y="288"/>
                  </a:cubicBezTo>
                  <a:cubicBezTo>
                    <a:pt x="180" y="292"/>
                    <a:pt x="172" y="297"/>
                    <a:pt x="163" y="302"/>
                  </a:cubicBezTo>
                  <a:cubicBezTo>
                    <a:pt x="155" y="306"/>
                    <a:pt x="147" y="311"/>
                    <a:pt x="138" y="316"/>
                  </a:cubicBezTo>
                  <a:cubicBezTo>
                    <a:pt x="122" y="325"/>
                    <a:pt x="105" y="334"/>
                    <a:pt x="88" y="343"/>
                  </a:cubicBezTo>
                  <a:cubicBezTo>
                    <a:pt x="80" y="347"/>
                    <a:pt x="71" y="352"/>
                    <a:pt x="63" y="356"/>
                  </a:cubicBezTo>
                  <a:cubicBezTo>
                    <a:pt x="54" y="360"/>
                    <a:pt x="46" y="365"/>
                    <a:pt x="38" y="369"/>
                  </a:cubicBezTo>
                  <a:cubicBezTo>
                    <a:pt x="26" y="376"/>
                    <a:pt x="26" y="376"/>
                    <a:pt x="26" y="376"/>
                  </a:cubicBezTo>
                  <a:cubicBezTo>
                    <a:pt x="22" y="377"/>
                    <a:pt x="22" y="377"/>
                    <a:pt x="22" y="377"/>
                  </a:cubicBezTo>
                  <a:cubicBezTo>
                    <a:pt x="21" y="378"/>
                    <a:pt x="20" y="378"/>
                    <a:pt x="19" y="379"/>
                  </a:cubicBezTo>
                  <a:cubicBezTo>
                    <a:pt x="19" y="379"/>
                    <a:pt x="19" y="380"/>
                    <a:pt x="19" y="381"/>
                  </a:cubicBezTo>
                  <a:cubicBezTo>
                    <a:pt x="19" y="383"/>
                    <a:pt x="21" y="385"/>
                    <a:pt x="22" y="385"/>
                  </a:cubicBezTo>
                  <a:cubicBezTo>
                    <a:pt x="23" y="385"/>
                    <a:pt x="23" y="385"/>
                    <a:pt x="23" y="384"/>
                  </a:cubicBezTo>
                  <a:cubicBezTo>
                    <a:pt x="55" y="371"/>
                    <a:pt x="86" y="355"/>
                    <a:pt x="118" y="341"/>
                  </a:cubicBezTo>
                  <a:cubicBezTo>
                    <a:pt x="126" y="338"/>
                    <a:pt x="134" y="334"/>
                    <a:pt x="142" y="330"/>
                  </a:cubicBezTo>
                  <a:cubicBezTo>
                    <a:pt x="150" y="327"/>
                    <a:pt x="158" y="322"/>
                    <a:pt x="166" y="318"/>
                  </a:cubicBezTo>
                  <a:cubicBezTo>
                    <a:pt x="181" y="310"/>
                    <a:pt x="197" y="301"/>
                    <a:pt x="213" y="293"/>
                  </a:cubicBezTo>
                  <a:cubicBezTo>
                    <a:pt x="228" y="285"/>
                    <a:pt x="244" y="276"/>
                    <a:pt x="259" y="268"/>
                  </a:cubicBezTo>
                  <a:cubicBezTo>
                    <a:pt x="267" y="264"/>
                    <a:pt x="275" y="260"/>
                    <a:pt x="283" y="256"/>
                  </a:cubicBezTo>
                  <a:cubicBezTo>
                    <a:pt x="291" y="252"/>
                    <a:pt x="303" y="247"/>
                    <a:pt x="313" y="242"/>
                  </a:cubicBezTo>
                  <a:cubicBezTo>
                    <a:pt x="326" y="236"/>
                    <a:pt x="337" y="230"/>
                    <a:pt x="348" y="225"/>
                  </a:cubicBezTo>
                  <a:cubicBezTo>
                    <a:pt x="354" y="222"/>
                    <a:pt x="360" y="220"/>
                    <a:pt x="366" y="217"/>
                  </a:cubicBezTo>
                  <a:cubicBezTo>
                    <a:pt x="367" y="216"/>
                    <a:pt x="368" y="216"/>
                    <a:pt x="370" y="215"/>
                  </a:cubicBezTo>
                  <a:cubicBezTo>
                    <a:pt x="371" y="215"/>
                    <a:pt x="371" y="215"/>
                    <a:pt x="371" y="215"/>
                  </a:cubicBezTo>
                  <a:cubicBezTo>
                    <a:pt x="372" y="214"/>
                    <a:pt x="372" y="214"/>
                    <a:pt x="372" y="214"/>
                  </a:cubicBezTo>
                  <a:cubicBezTo>
                    <a:pt x="372" y="214"/>
                    <a:pt x="372" y="214"/>
                    <a:pt x="372" y="214"/>
                  </a:cubicBezTo>
                  <a:cubicBezTo>
                    <a:pt x="373" y="214"/>
                    <a:pt x="373" y="214"/>
                    <a:pt x="373" y="214"/>
                  </a:cubicBezTo>
                  <a:cubicBezTo>
                    <a:pt x="375" y="213"/>
                    <a:pt x="376" y="212"/>
                    <a:pt x="378" y="212"/>
                  </a:cubicBezTo>
                  <a:cubicBezTo>
                    <a:pt x="383" y="209"/>
                    <a:pt x="389" y="207"/>
                    <a:pt x="395" y="204"/>
                  </a:cubicBezTo>
                  <a:cubicBezTo>
                    <a:pt x="399" y="201"/>
                    <a:pt x="402" y="198"/>
                    <a:pt x="406" y="195"/>
                  </a:cubicBezTo>
                  <a:cubicBezTo>
                    <a:pt x="407" y="194"/>
                    <a:pt x="408" y="193"/>
                    <a:pt x="409" y="193"/>
                  </a:cubicBezTo>
                  <a:cubicBezTo>
                    <a:pt x="410" y="192"/>
                    <a:pt x="411" y="191"/>
                    <a:pt x="411" y="190"/>
                  </a:cubicBezTo>
                  <a:cubicBezTo>
                    <a:pt x="412" y="188"/>
                    <a:pt x="413" y="187"/>
                    <a:pt x="413" y="184"/>
                  </a:cubicBezTo>
                  <a:cubicBezTo>
                    <a:pt x="414" y="183"/>
                    <a:pt x="414" y="181"/>
                    <a:pt x="414" y="179"/>
                  </a:cubicBezTo>
                  <a:cubicBezTo>
                    <a:pt x="414" y="178"/>
                    <a:pt x="414" y="176"/>
                    <a:pt x="413" y="175"/>
                  </a:cubicBezTo>
                  <a:cubicBezTo>
                    <a:pt x="413" y="173"/>
                    <a:pt x="413" y="172"/>
                    <a:pt x="412" y="171"/>
                  </a:cubicBezTo>
                  <a:cubicBezTo>
                    <a:pt x="412" y="170"/>
                    <a:pt x="412" y="170"/>
                    <a:pt x="411" y="169"/>
                  </a:cubicBezTo>
                  <a:cubicBezTo>
                    <a:pt x="411" y="168"/>
                    <a:pt x="411" y="168"/>
                    <a:pt x="411" y="168"/>
                  </a:cubicBezTo>
                  <a:cubicBezTo>
                    <a:pt x="411" y="168"/>
                    <a:pt x="411" y="168"/>
                    <a:pt x="411" y="168"/>
                  </a:cubicBezTo>
                  <a:cubicBezTo>
                    <a:pt x="410" y="168"/>
                    <a:pt x="410" y="168"/>
                    <a:pt x="410" y="168"/>
                  </a:cubicBezTo>
                  <a:cubicBezTo>
                    <a:pt x="392" y="156"/>
                    <a:pt x="392" y="156"/>
                    <a:pt x="392" y="156"/>
                  </a:cubicBezTo>
                  <a:cubicBezTo>
                    <a:pt x="383" y="151"/>
                    <a:pt x="383" y="151"/>
                    <a:pt x="383" y="151"/>
                  </a:cubicBezTo>
                  <a:cubicBezTo>
                    <a:pt x="378" y="148"/>
                    <a:pt x="378" y="148"/>
                    <a:pt x="378" y="148"/>
                  </a:cubicBezTo>
                  <a:cubicBezTo>
                    <a:pt x="377" y="147"/>
                    <a:pt x="377" y="147"/>
                    <a:pt x="377" y="147"/>
                  </a:cubicBezTo>
                  <a:cubicBezTo>
                    <a:pt x="377" y="147"/>
                    <a:pt x="377" y="147"/>
                    <a:pt x="377" y="147"/>
                  </a:cubicBezTo>
                  <a:cubicBezTo>
                    <a:pt x="376" y="146"/>
                    <a:pt x="376" y="146"/>
                    <a:pt x="376" y="146"/>
                  </a:cubicBezTo>
                  <a:cubicBezTo>
                    <a:pt x="373" y="145"/>
                    <a:pt x="373" y="145"/>
                    <a:pt x="373" y="145"/>
                  </a:cubicBezTo>
                  <a:cubicBezTo>
                    <a:pt x="359" y="139"/>
                    <a:pt x="359" y="139"/>
                    <a:pt x="359" y="139"/>
                  </a:cubicBezTo>
                  <a:cubicBezTo>
                    <a:pt x="343" y="132"/>
                    <a:pt x="327" y="125"/>
                    <a:pt x="311" y="118"/>
                  </a:cubicBezTo>
                  <a:cubicBezTo>
                    <a:pt x="286" y="107"/>
                    <a:pt x="261" y="96"/>
                    <a:pt x="236" y="86"/>
                  </a:cubicBezTo>
                  <a:cubicBezTo>
                    <a:pt x="167" y="57"/>
                    <a:pt x="167" y="57"/>
                    <a:pt x="167" y="57"/>
                  </a:cubicBezTo>
                  <a:cubicBezTo>
                    <a:pt x="144" y="47"/>
                    <a:pt x="121" y="38"/>
                    <a:pt x="98" y="28"/>
                  </a:cubicBezTo>
                  <a:cubicBezTo>
                    <a:pt x="63" y="15"/>
                    <a:pt x="63" y="15"/>
                    <a:pt x="63" y="15"/>
                  </a:cubicBezTo>
                  <a:cubicBezTo>
                    <a:pt x="51" y="10"/>
                    <a:pt x="38" y="4"/>
                    <a:pt x="25" y="1"/>
                  </a:cubicBezTo>
                  <a:cubicBezTo>
                    <a:pt x="22" y="1"/>
                    <a:pt x="20" y="0"/>
                    <a:pt x="17" y="0"/>
                  </a:cubicBezTo>
                </a:path>
              </a:pathLst>
            </a:custGeom>
            <a:ln/>
          </p:spPr>
          <p:style>
            <a:lnRef idx="1">
              <a:schemeClr val="accent4"/>
            </a:lnRef>
            <a:fillRef idx="0">
              <a:schemeClr val="accent4"/>
            </a:fillRef>
            <a:effectRef idx="0">
              <a:schemeClr val="accent4"/>
            </a:effectRef>
            <a:fontRef idx="minor">
              <a:schemeClr val="tx1"/>
            </a:fontRef>
          </p:style>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GB" sz="1013"/>
            </a:p>
          </p:txBody>
        </p:sp>
      </p:grpSp>
      <p:grpSp>
        <p:nvGrpSpPr>
          <p:cNvPr id="19" name="Group 145">
            <a:extLst>
              <a:ext uri="{FF2B5EF4-FFF2-40B4-BE49-F238E27FC236}">
                <a16:creationId xmlns:a16="http://schemas.microsoft.com/office/drawing/2014/main" id="{3B5FAB1E-198D-4EEE-A943-95C4E0572387}"/>
              </a:ext>
            </a:extLst>
          </p:cNvPr>
          <p:cNvGrpSpPr/>
          <p:nvPr/>
        </p:nvGrpSpPr>
        <p:grpSpPr>
          <a:xfrm rot="6831692">
            <a:off x="3461011" y="3227092"/>
            <a:ext cx="333289" cy="218311"/>
            <a:chOff x="8220968" y="3172428"/>
            <a:chExt cx="553183" cy="172720"/>
          </a:xfrm>
          <a:solidFill>
            <a:schemeClr val="tx2"/>
          </a:solidFill>
        </p:grpSpPr>
        <p:sp>
          <p:nvSpPr>
            <p:cNvPr id="35" name="Freeform 34">
              <a:extLst>
                <a:ext uri="{FF2B5EF4-FFF2-40B4-BE49-F238E27FC236}">
                  <a16:creationId xmlns:a16="http://schemas.microsoft.com/office/drawing/2014/main" id="{C2C0575A-3C8A-44FA-9260-F709641F4818}"/>
                </a:ext>
              </a:extLst>
            </p:cNvPr>
            <p:cNvSpPr>
              <a:spLocks noChangeAspect="1"/>
            </p:cNvSpPr>
            <p:nvPr/>
          </p:nvSpPr>
          <p:spPr bwMode="auto">
            <a:xfrm>
              <a:off x="8220968" y="3257648"/>
              <a:ext cx="445771" cy="16510"/>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ln/>
          </p:spPr>
          <p:style>
            <a:lnRef idx="1">
              <a:schemeClr val="accent4"/>
            </a:lnRef>
            <a:fillRef idx="0">
              <a:schemeClr val="accent4"/>
            </a:fillRef>
            <a:effectRef idx="0">
              <a:schemeClr val="accent4"/>
            </a:effectRef>
            <a:fontRef idx="minor">
              <a:schemeClr val="tx1"/>
            </a:fontRef>
          </p:style>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GB" sz="1013"/>
            </a:p>
          </p:txBody>
        </p:sp>
        <p:sp>
          <p:nvSpPr>
            <p:cNvPr id="36" name="Freeform 35">
              <a:extLst>
                <a:ext uri="{FF2B5EF4-FFF2-40B4-BE49-F238E27FC236}">
                  <a16:creationId xmlns:a16="http://schemas.microsoft.com/office/drawing/2014/main" id="{77DE3DD6-B5E4-489A-8FD7-C07233CA5C35}"/>
                </a:ext>
              </a:extLst>
            </p:cNvPr>
            <p:cNvSpPr>
              <a:spLocks noChangeAspect="1"/>
            </p:cNvSpPr>
            <p:nvPr/>
          </p:nvSpPr>
          <p:spPr bwMode="auto">
            <a:xfrm>
              <a:off x="8587462" y="3172428"/>
              <a:ext cx="186689" cy="172720"/>
            </a:xfrm>
            <a:custGeom>
              <a:avLst/>
              <a:gdLst>
                <a:gd name="T0" fmla="*/ 12 w 414"/>
                <a:gd name="T1" fmla="*/ 1 h 385"/>
                <a:gd name="T2" fmla="*/ 1 w 414"/>
                <a:gd name="T3" fmla="*/ 11 h 385"/>
                <a:gd name="T4" fmla="*/ 19 w 414"/>
                <a:gd name="T5" fmla="*/ 28 h 385"/>
                <a:gd name="T6" fmla="*/ 84 w 414"/>
                <a:gd name="T7" fmla="*/ 57 h 385"/>
                <a:gd name="T8" fmla="*/ 151 w 414"/>
                <a:gd name="T9" fmla="*/ 83 h 385"/>
                <a:gd name="T10" fmla="*/ 258 w 414"/>
                <a:gd name="T11" fmla="*/ 130 h 385"/>
                <a:gd name="T12" fmla="*/ 359 w 414"/>
                <a:gd name="T13" fmla="*/ 172 h 385"/>
                <a:gd name="T14" fmla="*/ 363 w 414"/>
                <a:gd name="T15" fmla="*/ 173 h 385"/>
                <a:gd name="T16" fmla="*/ 371 w 414"/>
                <a:gd name="T17" fmla="*/ 176 h 385"/>
                <a:gd name="T18" fmla="*/ 376 w 414"/>
                <a:gd name="T19" fmla="*/ 181 h 385"/>
                <a:gd name="T20" fmla="*/ 367 w 414"/>
                <a:gd name="T21" fmla="*/ 187 h 385"/>
                <a:gd name="T22" fmla="*/ 336 w 414"/>
                <a:gd name="T23" fmla="*/ 203 h 385"/>
                <a:gd name="T24" fmla="*/ 287 w 414"/>
                <a:gd name="T25" fmla="*/ 232 h 385"/>
                <a:gd name="T26" fmla="*/ 237 w 414"/>
                <a:gd name="T27" fmla="*/ 259 h 385"/>
                <a:gd name="T28" fmla="*/ 163 w 414"/>
                <a:gd name="T29" fmla="*/ 302 h 385"/>
                <a:gd name="T30" fmla="*/ 88 w 414"/>
                <a:gd name="T31" fmla="*/ 343 h 385"/>
                <a:gd name="T32" fmla="*/ 38 w 414"/>
                <a:gd name="T33" fmla="*/ 369 h 385"/>
                <a:gd name="T34" fmla="*/ 22 w 414"/>
                <a:gd name="T35" fmla="*/ 377 h 385"/>
                <a:gd name="T36" fmla="*/ 19 w 414"/>
                <a:gd name="T37" fmla="*/ 381 h 385"/>
                <a:gd name="T38" fmla="*/ 23 w 414"/>
                <a:gd name="T39" fmla="*/ 384 h 385"/>
                <a:gd name="T40" fmla="*/ 142 w 414"/>
                <a:gd name="T41" fmla="*/ 330 h 385"/>
                <a:gd name="T42" fmla="*/ 213 w 414"/>
                <a:gd name="T43" fmla="*/ 293 h 385"/>
                <a:gd name="T44" fmla="*/ 283 w 414"/>
                <a:gd name="T45" fmla="*/ 256 h 385"/>
                <a:gd name="T46" fmla="*/ 348 w 414"/>
                <a:gd name="T47" fmla="*/ 225 h 385"/>
                <a:gd name="T48" fmla="*/ 370 w 414"/>
                <a:gd name="T49" fmla="*/ 215 h 385"/>
                <a:gd name="T50" fmla="*/ 372 w 414"/>
                <a:gd name="T51" fmla="*/ 214 h 385"/>
                <a:gd name="T52" fmla="*/ 373 w 414"/>
                <a:gd name="T53" fmla="*/ 214 h 385"/>
                <a:gd name="T54" fmla="*/ 395 w 414"/>
                <a:gd name="T55" fmla="*/ 204 h 385"/>
                <a:gd name="T56" fmla="*/ 409 w 414"/>
                <a:gd name="T57" fmla="*/ 193 h 385"/>
                <a:gd name="T58" fmla="*/ 413 w 414"/>
                <a:gd name="T59" fmla="*/ 184 h 385"/>
                <a:gd name="T60" fmla="*/ 413 w 414"/>
                <a:gd name="T61" fmla="*/ 175 h 385"/>
                <a:gd name="T62" fmla="*/ 411 w 414"/>
                <a:gd name="T63" fmla="*/ 169 h 385"/>
                <a:gd name="T64" fmla="*/ 411 w 414"/>
                <a:gd name="T65" fmla="*/ 168 h 385"/>
                <a:gd name="T66" fmla="*/ 392 w 414"/>
                <a:gd name="T67" fmla="*/ 156 h 385"/>
                <a:gd name="T68" fmla="*/ 378 w 414"/>
                <a:gd name="T69" fmla="*/ 148 h 385"/>
                <a:gd name="T70" fmla="*/ 377 w 414"/>
                <a:gd name="T71" fmla="*/ 147 h 385"/>
                <a:gd name="T72" fmla="*/ 373 w 414"/>
                <a:gd name="T73" fmla="*/ 145 h 385"/>
                <a:gd name="T74" fmla="*/ 311 w 414"/>
                <a:gd name="T75" fmla="*/ 118 h 385"/>
                <a:gd name="T76" fmla="*/ 167 w 414"/>
                <a:gd name="T77" fmla="*/ 57 h 385"/>
                <a:gd name="T78" fmla="*/ 63 w 414"/>
                <a:gd name="T79" fmla="*/ 15 h 385"/>
                <a:gd name="T80" fmla="*/ 17 w 414"/>
                <a:gd name="T81"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4" h="385">
                  <a:moveTo>
                    <a:pt x="17" y="0"/>
                  </a:moveTo>
                  <a:cubicBezTo>
                    <a:pt x="16" y="0"/>
                    <a:pt x="14" y="0"/>
                    <a:pt x="12" y="1"/>
                  </a:cubicBezTo>
                  <a:cubicBezTo>
                    <a:pt x="10" y="2"/>
                    <a:pt x="7" y="4"/>
                    <a:pt x="5" y="6"/>
                  </a:cubicBezTo>
                  <a:cubicBezTo>
                    <a:pt x="3" y="7"/>
                    <a:pt x="1" y="9"/>
                    <a:pt x="1" y="11"/>
                  </a:cubicBezTo>
                  <a:cubicBezTo>
                    <a:pt x="0" y="15"/>
                    <a:pt x="2" y="17"/>
                    <a:pt x="4" y="19"/>
                  </a:cubicBezTo>
                  <a:cubicBezTo>
                    <a:pt x="8" y="23"/>
                    <a:pt x="14" y="26"/>
                    <a:pt x="19" y="28"/>
                  </a:cubicBezTo>
                  <a:cubicBezTo>
                    <a:pt x="33" y="35"/>
                    <a:pt x="48" y="42"/>
                    <a:pt x="62" y="48"/>
                  </a:cubicBezTo>
                  <a:cubicBezTo>
                    <a:pt x="70" y="51"/>
                    <a:pt x="77" y="54"/>
                    <a:pt x="84" y="57"/>
                  </a:cubicBezTo>
                  <a:cubicBezTo>
                    <a:pt x="95" y="61"/>
                    <a:pt x="106" y="65"/>
                    <a:pt x="117" y="70"/>
                  </a:cubicBezTo>
                  <a:cubicBezTo>
                    <a:pt x="128" y="74"/>
                    <a:pt x="140" y="79"/>
                    <a:pt x="151" y="83"/>
                  </a:cubicBezTo>
                  <a:cubicBezTo>
                    <a:pt x="183" y="97"/>
                    <a:pt x="183" y="97"/>
                    <a:pt x="183" y="97"/>
                  </a:cubicBezTo>
                  <a:cubicBezTo>
                    <a:pt x="208" y="107"/>
                    <a:pt x="233" y="119"/>
                    <a:pt x="258" y="130"/>
                  </a:cubicBezTo>
                  <a:cubicBezTo>
                    <a:pt x="291" y="144"/>
                    <a:pt x="323" y="158"/>
                    <a:pt x="356" y="171"/>
                  </a:cubicBezTo>
                  <a:cubicBezTo>
                    <a:pt x="359" y="172"/>
                    <a:pt x="359" y="172"/>
                    <a:pt x="359" y="172"/>
                  </a:cubicBezTo>
                  <a:cubicBezTo>
                    <a:pt x="360" y="172"/>
                    <a:pt x="360" y="172"/>
                    <a:pt x="360" y="172"/>
                  </a:cubicBezTo>
                  <a:cubicBezTo>
                    <a:pt x="363" y="173"/>
                    <a:pt x="363" y="173"/>
                    <a:pt x="363" y="173"/>
                  </a:cubicBezTo>
                  <a:cubicBezTo>
                    <a:pt x="368" y="175"/>
                    <a:pt x="368" y="175"/>
                    <a:pt x="368" y="175"/>
                  </a:cubicBezTo>
                  <a:cubicBezTo>
                    <a:pt x="369" y="176"/>
                    <a:pt x="370" y="176"/>
                    <a:pt x="371" y="176"/>
                  </a:cubicBezTo>
                  <a:cubicBezTo>
                    <a:pt x="372" y="177"/>
                    <a:pt x="374" y="177"/>
                    <a:pt x="374" y="178"/>
                  </a:cubicBezTo>
                  <a:cubicBezTo>
                    <a:pt x="375" y="179"/>
                    <a:pt x="376" y="180"/>
                    <a:pt x="376" y="181"/>
                  </a:cubicBezTo>
                  <a:cubicBezTo>
                    <a:pt x="376" y="182"/>
                    <a:pt x="375" y="183"/>
                    <a:pt x="374" y="183"/>
                  </a:cubicBezTo>
                  <a:cubicBezTo>
                    <a:pt x="372" y="185"/>
                    <a:pt x="370" y="186"/>
                    <a:pt x="367" y="187"/>
                  </a:cubicBezTo>
                  <a:cubicBezTo>
                    <a:pt x="354" y="194"/>
                    <a:pt x="354" y="194"/>
                    <a:pt x="354" y="194"/>
                  </a:cubicBezTo>
                  <a:cubicBezTo>
                    <a:pt x="348" y="197"/>
                    <a:pt x="342" y="200"/>
                    <a:pt x="336" y="203"/>
                  </a:cubicBezTo>
                  <a:cubicBezTo>
                    <a:pt x="328" y="208"/>
                    <a:pt x="320" y="213"/>
                    <a:pt x="311" y="218"/>
                  </a:cubicBezTo>
                  <a:cubicBezTo>
                    <a:pt x="303" y="223"/>
                    <a:pt x="295" y="227"/>
                    <a:pt x="287" y="232"/>
                  </a:cubicBezTo>
                  <a:cubicBezTo>
                    <a:pt x="278" y="237"/>
                    <a:pt x="270" y="241"/>
                    <a:pt x="262" y="246"/>
                  </a:cubicBezTo>
                  <a:cubicBezTo>
                    <a:pt x="253" y="250"/>
                    <a:pt x="245" y="254"/>
                    <a:pt x="237" y="259"/>
                  </a:cubicBezTo>
                  <a:cubicBezTo>
                    <a:pt x="220" y="268"/>
                    <a:pt x="204" y="278"/>
                    <a:pt x="188" y="288"/>
                  </a:cubicBezTo>
                  <a:cubicBezTo>
                    <a:pt x="180" y="292"/>
                    <a:pt x="172" y="297"/>
                    <a:pt x="163" y="302"/>
                  </a:cubicBezTo>
                  <a:cubicBezTo>
                    <a:pt x="155" y="306"/>
                    <a:pt x="147" y="311"/>
                    <a:pt x="138" y="316"/>
                  </a:cubicBezTo>
                  <a:cubicBezTo>
                    <a:pt x="122" y="325"/>
                    <a:pt x="105" y="334"/>
                    <a:pt x="88" y="343"/>
                  </a:cubicBezTo>
                  <a:cubicBezTo>
                    <a:pt x="80" y="347"/>
                    <a:pt x="71" y="352"/>
                    <a:pt x="63" y="356"/>
                  </a:cubicBezTo>
                  <a:cubicBezTo>
                    <a:pt x="54" y="360"/>
                    <a:pt x="46" y="365"/>
                    <a:pt x="38" y="369"/>
                  </a:cubicBezTo>
                  <a:cubicBezTo>
                    <a:pt x="26" y="376"/>
                    <a:pt x="26" y="376"/>
                    <a:pt x="26" y="376"/>
                  </a:cubicBezTo>
                  <a:cubicBezTo>
                    <a:pt x="22" y="377"/>
                    <a:pt x="22" y="377"/>
                    <a:pt x="22" y="377"/>
                  </a:cubicBezTo>
                  <a:cubicBezTo>
                    <a:pt x="21" y="378"/>
                    <a:pt x="20" y="378"/>
                    <a:pt x="19" y="379"/>
                  </a:cubicBezTo>
                  <a:cubicBezTo>
                    <a:pt x="19" y="379"/>
                    <a:pt x="19" y="380"/>
                    <a:pt x="19" y="381"/>
                  </a:cubicBezTo>
                  <a:cubicBezTo>
                    <a:pt x="19" y="383"/>
                    <a:pt x="21" y="385"/>
                    <a:pt x="22" y="385"/>
                  </a:cubicBezTo>
                  <a:cubicBezTo>
                    <a:pt x="23" y="385"/>
                    <a:pt x="23" y="385"/>
                    <a:pt x="23" y="384"/>
                  </a:cubicBezTo>
                  <a:cubicBezTo>
                    <a:pt x="55" y="371"/>
                    <a:pt x="86" y="355"/>
                    <a:pt x="118" y="341"/>
                  </a:cubicBezTo>
                  <a:cubicBezTo>
                    <a:pt x="126" y="338"/>
                    <a:pt x="134" y="334"/>
                    <a:pt x="142" y="330"/>
                  </a:cubicBezTo>
                  <a:cubicBezTo>
                    <a:pt x="150" y="327"/>
                    <a:pt x="158" y="322"/>
                    <a:pt x="166" y="318"/>
                  </a:cubicBezTo>
                  <a:cubicBezTo>
                    <a:pt x="181" y="310"/>
                    <a:pt x="197" y="301"/>
                    <a:pt x="213" y="293"/>
                  </a:cubicBezTo>
                  <a:cubicBezTo>
                    <a:pt x="228" y="285"/>
                    <a:pt x="244" y="276"/>
                    <a:pt x="259" y="268"/>
                  </a:cubicBezTo>
                  <a:cubicBezTo>
                    <a:pt x="267" y="264"/>
                    <a:pt x="275" y="260"/>
                    <a:pt x="283" y="256"/>
                  </a:cubicBezTo>
                  <a:cubicBezTo>
                    <a:pt x="291" y="252"/>
                    <a:pt x="303" y="247"/>
                    <a:pt x="313" y="242"/>
                  </a:cubicBezTo>
                  <a:cubicBezTo>
                    <a:pt x="326" y="236"/>
                    <a:pt x="337" y="230"/>
                    <a:pt x="348" y="225"/>
                  </a:cubicBezTo>
                  <a:cubicBezTo>
                    <a:pt x="354" y="222"/>
                    <a:pt x="360" y="220"/>
                    <a:pt x="366" y="217"/>
                  </a:cubicBezTo>
                  <a:cubicBezTo>
                    <a:pt x="367" y="216"/>
                    <a:pt x="368" y="216"/>
                    <a:pt x="370" y="215"/>
                  </a:cubicBezTo>
                  <a:cubicBezTo>
                    <a:pt x="371" y="215"/>
                    <a:pt x="371" y="215"/>
                    <a:pt x="371" y="215"/>
                  </a:cubicBezTo>
                  <a:cubicBezTo>
                    <a:pt x="372" y="214"/>
                    <a:pt x="372" y="214"/>
                    <a:pt x="372" y="214"/>
                  </a:cubicBezTo>
                  <a:cubicBezTo>
                    <a:pt x="372" y="214"/>
                    <a:pt x="372" y="214"/>
                    <a:pt x="372" y="214"/>
                  </a:cubicBezTo>
                  <a:cubicBezTo>
                    <a:pt x="373" y="214"/>
                    <a:pt x="373" y="214"/>
                    <a:pt x="373" y="214"/>
                  </a:cubicBezTo>
                  <a:cubicBezTo>
                    <a:pt x="375" y="213"/>
                    <a:pt x="376" y="212"/>
                    <a:pt x="378" y="212"/>
                  </a:cubicBezTo>
                  <a:cubicBezTo>
                    <a:pt x="383" y="209"/>
                    <a:pt x="389" y="207"/>
                    <a:pt x="395" y="204"/>
                  </a:cubicBezTo>
                  <a:cubicBezTo>
                    <a:pt x="399" y="201"/>
                    <a:pt x="402" y="198"/>
                    <a:pt x="406" y="195"/>
                  </a:cubicBezTo>
                  <a:cubicBezTo>
                    <a:pt x="407" y="194"/>
                    <a:pt x="408" y="193"/>
                    <a:pt x="409" y="193"/>
                  </a:cubicBezTo>
                  <a:cubicBezTo>
                    <a:pt x="410" y="192"/>
                    <a:pt x="411" y="191"/>
                    <a:pt x="411" y="190"/>
                  </a:cubicBezTo>
                  <a:cubicBezTo>
                    <a:pt x="412" y="188"/>
                    <a:pt x="413" y="187"/>
                    <a:pt x="413" y="184"/>
                  </a:cubicBezTo>
                  <a:cubicBezTo>
                    <a:pt x="414" y="183"/>
                    <a:pt x="414" y="181"/>
                    <a:pt x="414" y="179"/>
                  </a:cubicBezTo>
                  <a:cubicBezTo>
                    <a:pt x="414" y="178"/>
                    <a:pt x="414" y="176"/>
                    <a:pt x="413" y="175"/>
                  </a:cubicBezTo>
                  <a:cubicBezTo>
                    <a:pt x="413" y="173"/>
                    <a:pt x="413" y="172"/>
                    <a:pt x="412" y="171"/>
                  </a:cubicBezTo>
                  <a:cubicBezTo>
                    <a:pt x="412" y="170"/>
                    <a:pt x="412" y="170"/>
                    <a:pt x="411" y="169"/>
                  </a:cubicBezTo>
                  <a:cubicBezTo>
                    <a:pt x="411" y="168"/>
                    <a:pt x="411" y="168"/>
                    <a:pt x="411" y="168"/>
                  </a:cubicBezTo>
                  <a:cubicBezTo>
                    <a:pt x="411" y="168"/>
                    <a:pt x="411" y="168"/>
                    <a:pt x="411" y="168"/>
                  </a:cubicBezTo>
                  <a:cubicBezTo>
                    <a:pt x="410" y="168"/>
                    <a:pt x="410" y="168"/>
                    <a:pt x="410" y="168"/>
                  </a:cubicBezTo>
                  <a:cubicBezTo>
                    <a:pt x="392" y="156"/>
                    <a:pt x="392" y="156"/>
                    <a:pt x="392" y="156"/>
                  </a:cubicBezTo>
                  <a:cubicBezTo>
                    <a:pt x="383" y="151"/>
                    <a:pt x="383" y="151"/>
                    <a:pt x="383" y="151"/>
                  </a:cubicBezTo>
                  <a:cubicBezTo>
                    <a:pt x="378" y="148"/>
                    <a:pt x="378" y="148"/>
                    <a:pt x="378" y="148"/>
                  </a:cubicBezTo>
                  <a:cubicBezTo>
                    <a:pt x="377" y="147"/>
                    <a:pt x="377" y="147"/>
                    <a:pt x="377" y="147"/>
                  </a:cubicBezTo>
                  <a:cubicBezTo>
                    <a:pt x="377" y="147"/>
                    <a:pt x="377" y="147"/>
                    <a:pt x="377" y="147"/>
                  </a:cubicBezTo>
                  <a:cubicBezTo>
                    <a:pt x="376" y="146"/>
                    <a:pt x="376" y="146"/>
                    <a:pt x="376" y="146"/>
                  </a:cubicBezTo>
                  <a:cubicBezTo>
                    <a:pt x="373" y="145"/>
                    <a:pt x="373" y="145"/>
                    <a:pt x="373" y="145"/>
                  </a:cubicBezTo>
                  <a:cubicBezTo>
                    <a:pt x="359" y="139"/>
                    <a:pt x="359" y="139"/>
                    <a:pt x="359" y="139"/>
                  </a:cubicBezTo>
                  <a:cubicBezTo>
                    <a:pt x="343" y="132"/>
                    <a:pt x="327" y="125"/>
                    <a:pt x="311" y="118"/>
                  </a:cubicBezTo>
                  <a:cubicBezTo>
                    <a:pt x="286" y="107"/>
                    <a:pt x="261" y="96"/>
                    <a:pt x="236" y="86"/>
                  </a:cubicBezTo>
                  <a:cubicBezTo>
                    <a:pt x="167" y="57"/>
                    <a:pt x="167" y="57"/>
                    <a:pt x="167" y="57"/>
                  </a:cubicBezTo>
                  <a:cubicBezTo>
                    <a:pt x="144" y="47"/>
                    <a:pt x="121" y="38"/>
                    <a:pt x="98" y="28"/>
                  </a:cubicBezTo>
                  <a:cubicBezTo>
                    <a:pt x="63" y="15"/>
                    <a:pt x="63" y="15"/>
                    <a:pt x="63" y="15"/>
                  </a:cubicBezTo>
                  <a:cubicBezTo>
                    <a:pt x="51" y="10"/>
                    <a:pt x="38" y="4"/>
                    <a:pt x="25" y="1"/>
                  </a:cubicBezTo>
                  <a:cubicBezTo>
                    <a:pt x="22" y="1"/>
                    <a:pt x="20" y="0"/>
                    <a:pt x="17" y="0"/>
                  </a:cubicBezTo>
                </a:path>
              </a:pathLst>
            </a:custGeom>
            <a:ln/>
          </p:spPr>
          <p:style>
            <a:lnRef idx="1">
              <a:schemeClr val="accent4"/>
            </a:lnRef>
            <a:fillRef idx="0">
              <a:schemeClr val="accent4"/>
            </a:fillRef>
            <a:effectRef idx="0">
              <a:schemeClr val="accent4"/>
            </a:effectRef>
            <a:fontRef idx="minor">
              <a:schemeClr val="tx1"/>
            </a:fontRef>
          </p:style>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GB" sz="1013"/>
            </a:p>
          </p:txBody>
        </p:sp>
      </p:grpSp>
      <p:grpSp>
        <p:nvGrpSpPr>
          <p:cNvPr id="20" name="Group 145">
            <a:extLst>
              <a:ext uri="{FF2B5EF4-FFF2-40B4-BE49-F238E27FC236}">
                <a16:creationId xmlns:a16="http://schemas.microsoft.com/office/drawing/2014/main" id="{F2733C47-1BAC-484F-8483-5ECA089D3CB1}"/>
              </a:ext>
            </a:extLst>
          </p:cNvPr>
          <p:cNvGrpSpPr/>
          <p:nvPr/>
        </p:nvGrpSpPr>
        <p:grpSpPr>
          <a:xfrm rot="9750137">
            <a:off x="2833927" y="2930086"/>
            <a:ext cx="333289" cy="218311"/>
            <a:chOff x="8220968" y="3172428"/>
            <a:chExt cx="553183" cy="172720"/>
          </a:xfrm>
          <a:solidFill>
            <a:schemeClr val="tx2"/>
          </a:solidFill>
        </p:grpSpPr>
        <p:sp>
          <p:nvSpPr>
            <p:cNvPr id="33" name="Freeform 34">
              <a:extLst>
                <a:ext uri="{FF2B5EF4-FFF2-40B4-BE49-F238E27FC236}">
                  <a16:creationId xmlns:a16="http://schemas.microsoft.com/office/drawing/2014/main" id="{5C0406E5-1375-4FA6-85D8-7D3A94A625ED}"/>
                </a:ext>
              </a:extLst>
            </p:cNvPr>
            <p:cNvSpPr>
              <a:spLocks noChangeAspect="1"/>
            </p:cNvSpPr>
            <p:nvPr/>
          </p:nvSpPr>
          <p:spPr bwMode="auto">
            <a:xfrm>
              <a:off x="8220968" y="3257648"/>
              <a:ext cx="445771" cy="16510"/>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ln/>
          </p:spPr>
          <p:style>
            <a:lnRef idx="1">
              <a:schemeClr val="accent4"/>
            </a:lnRef>
            <a:fillRef idx="0">
              <a:schemeClr val="accent4"/>
            </a:fillRef>
            <a:effectRef idx="0">
              <a:schemeClr val="accent4"/>
            </a:effectRef>
            <a:fontRef idx="minor">
              <a:schemeClr val="tx1"/>
            </a:fontRef>
          </p:style>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GB" sz="1013"/>
            </a:p>
          </p:txBody>
        </p:sp>
        <p:sp>
          <p:nvSpPr>
            <p:cNvPr id="34" name="Freeform 35">
              <a:extLst>
                <a:ext uri="{FF2B5EF4-FFF2-40B4-BE49-F238E27FC236}">
                  <a16:creationId xmlns:a16="http://schemas.microsoft.com/office/drawing/2014/main" id="{E02580DA-382C-4CB7-9F26-8AFCF60572BB}"/>
                </a:ext>
              </a:extLst>
            </p:cNvPr>
            <p:cNvSpPr>
              <a:spLocks noChangeAspect="1"/>
            </p:cNvSpPr>
            <p:nvPr/>
          </p:nvSpPr>
          <p:spPr bwMode="auto">
            <a:xfrm>
              <a:off x="8587462" y="3172428"/>
              <a:ext cx="186689" cy="172720"/>
            </a:xfrm>
            <a:custGeom>
              <a:avLst/>
              <a:gdLst>
                <a:gd name="T0" fmla="*/ 12 w 414"/>
                <a:gd name="T1" fmla="*/ 1 h 385"/>
                <a:gd name="T2" fmla="*/ 1 w 414"/>
                <a:gd name="T3" fmla="*/ 11 h 385"/>
                <a:gd name="T4" fmla="*/ 19 w 414"/>
                <a:gd name="T5" fmla="*/ 28 h 385"/>
                <a:gd name="T6" fmla="*/ 84 w 414"/>
                <a:gd name="T7" fmla="*/ 57 h 385"/>
                <a:gd name="T8" fmla="*/ 151 w 414"/>
                <a:gd name="T9" fmla="*/ 83 h 385"/>
                <a:gd name="T10" fmla="*/ 258 w 414"/>
                <a:gd name="T11" fmla="*/ 130 h 385"/>
                <a:gd name="T12" fmla="*/ 359 w 414"/>
                <a:gd name="T13" fmla="*/ 172 h 385"/>
                <a:gd name="T14" fmla="*/ 363 w 414"/>
                <a:gd name="T15" fmla="*/ 173 h 385"/>
                <a:gd name="T16" fmla="*/ 371 w 414"/>
                <a:gd name="T17" fmla="*/ 176 h 385"/>
                <a:gd name="T18" fmla="*/ 376 w 414"/>
                <a:gd name="T19" fmla="*/ 181 h 385"/>
                <a:gd name="T20" fmla="*/ 367 w 414"/>
                <a:gd name="T21" fmla="*/ 187 h 385"/>
                <a:gd name="T22" fmla="*/ 336 w 414"/>
                <a:gd name="T23" fmla="*/ 203 h 385"/>
                <a:gd name="T24" fmla="*/ 287 w 414"/>
                <a:gd name="T25" fmla="*/ 232 h 385"/>
                <a:gd name="T26" fmla="*/ 237 w 414"/>
                <a:gd name="T27" fmla="*/ 259 h 385"/>
                <a:gd name="T28" fmla="*/ 163 w 414"/>
                <a:gd name="T29" fmla="*/ 302 h 385"/>
                <a:gd name="T30" fmla="*/ 88 w 414"/>
                <a:gd name="T31" fmla="*/ 343 h 385"/>
                <a:gd name="T32" fmla="*/ 38 w 414"/>
                <a:gd name="T33" fmla="*/ 369 h 385"/>
                <a:gd name="T34" fmla="*/ 22 w 414"/>
                <a:gd name="T35" fmla="*/ 377 h 385"/>
                <a:gd name="T36" fmla="*/ 19 w 414"/>
                <a:gd name="T37" fmla="*/ 381 h 385"/>
                <a:gd name="T38" fmla="*/ 23 w 414"/>
                <a:gd name="T39" fmla="*/ 384 h 385"/>
                <a:gd name="T40" fmla="*/ 142 w 414"/>
                <a:gd name="T41" fmla="*/ 330 h 385"/>
                <a:gd name="T42" fmla="*/ 213 w 414"/>
                <a:gd name="T43" fmla="*/ 293 h 385"/>
                <a:gd name="T44" fmla="*/ 283 w 414"/>
                <a:gd name="T45" fmla="*/ 256 h 385"/>
                <a:gd name="T46" fmla="*/ 348 w 414"/>
                <a:gd name="T47" fmla="*/ 225 h 385"/>
                <a:gd name="T48" fmla="*/ 370 w 414"/>
                <a:gd name="T49" fmla="*/ 215 h 385"/>
                <a:gd name="T50" fmla="*/ 372 w 414"/>
                <a:gd name="T51" fmla="*/ 214 h 385"/>
                <a:gd name="T52" fmla="*/ 373 w 414"/>
                <a:gd name="T53" fmla="*/ 214 h 385"/>
                <a:gd name="T54" fmla="*/ 395 w 414"/>
                <a:gd name="T55" fmla="*/ 204 h 385"/>
                <a:gd name="T56" fmla="*/ 409 w 414"/>
                <a:gd name="T57" fmla="*/ 193 h 385"/>
                <a:gd name="T58" fmla="*/ 413 w 414"/>
                <a:gd name="T59" fmla="*/ 184 h 385"/>
                <a:gd name="T60" fmla="*/ 413 w 414"/>
                <a:gd name="T61" fmla="*/ 175 h 385"/>
                <a:gd name="T62" fmla="*/ 411 w 414"/>
                <a:gd name="T63" fmla="*/ 169 h 385"/>
                <a:gd name="T64" fmla="*/ 411 w 414"/>
                <a:gd name="T65" fmla="*/ 168 h 385"/>
                <a:gd name="T66" fmla="*/ 392 w 414"/>
                <a:gd name="T67" fmla="*/ 156 h 385"/>
                <a:gd name="T68" fmla="*/ 378 w 414"/>
                <a:gd name="T69" fmla="*/ 148 h 385"/>
                <a:gd name="T70" fmla="*/ 377 w 414"/>
                <a:gd name="T71" fmla="*/ 147 h 385"/>
                <a:gd name="T72" fmla="*/ 373 w 414"/>
                <a:gd name="T73" fmla="*/ 145 h 385"/>
                <a:gd name="T74" fmla="*/ 311 w 414"/>
                <a:gd name="T75" fmla="*/ 118 h 385"/>
                <a:gd name="T76" fmla="*/ 167 w 414"/>
                <a:gd name="T77" fmla="*/ 57 h 385"/>
                <a:gd name="T78" fmla="*/ 63 w 414"/>
                <a:gd name="T79" fmla="*/ 15 h 385"/>
                <a:gd name="T80" fmla="*/ 17 w 414"/>
                <a:gd name="T81"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4" h="385">
                  <a:moveTo>
                    <a:pt x="17" y="0"/>
                  </a:moveTo>
                  <a:cubicBezTo>
                    <a:pt x="16" y="0"/>
                    <a:pt x="14" y="0"/>
                    <a:pt x="12" y="1"/>
                  </a:cubicBezTo>
                  <a:cubicBezTo>
                    <a:pt x="10" y="2"/>
                    <a:pt x="7" y="4"/>
                    <a:pt x="5" y="6"/>
                  </a:cubicBezTo>
                  <a:cubicBezTo>
                    <a:pt x="3" y="7"/>
                    <a:pt x="1" y="9"/>
                    <a:pt x="1" y="11"/>
                  </a:cubicBezTo>
                  <a:cubicBezTo>
                    <a:pt x="0" y="15"/>
                    <a:pt x="2" y="17"/>
                    <a:pt x="4" y="19"/>
                  </a:cubicBezTo>
                  <a:cubicBezTo>
                    <a:pt x="8" y="23"/>
                    <a:pt x="14" y="26"/>
                    <a:pt x="19" y="28"/>
                  </a:cubicBezTo>
                  <a:cubicBezTo>
                    <a:pt x="33" y="35"/>
                    <a:pt x="48" y="42"/>
                    <a:pt x="62" y="48"/>
                  </a:cubicBezTo>
                  <a:cubicBezTo>
                    <a:pt x="70" y="51"/>
                    <a:pt x="77" y="54"/>
                    <a:pt x="84" y="57"/>
                  </a:cubicBezTo>
                  <a:cubicBezTo>
                    <a:pt x="95" y="61"/>
                    <a:pt x="106" y="65"/>
                    <a:pt x="117" y="70"/>
                  </a:cubicBezTo>
                  <a:cubicBezTo>
                    <a:pt x="128" y="74"/>
                    <a:pt x="140" y="79"/>
                    <a:pt x="151" y="83"/>
                  </a:cubicBezTo>
                  <a:cubicBezTo>
                    <a:pt x="183" y="97"/>
                    <a:pt x="183" y="97"/>
                    <a:pt x="183" y="97"/>
                  </a:cubicBezTo>
                  <a:cubicBezTo>
                    <a:pt x="208" y="107"/>
                    <a:pt x="233" y="119"/>
                    <a:pt x="258" y="130"/>
                  </a:cubicBezTo>
                  <a:cubicBezTo>
                    <a:pt x="291" y="144"/>
                    <a:pt x="323" y="158"/>
                    <a:pt x="356" y="171"/>
                  </a:cubicBezTo>
                  <a:cubicBezTo>
                    <a:pt x="359" y="172"/>
                    <a:pt x="359" y="172"/>
                    <a:pt x="359" y="172"/>
                  </a:cubicBezTo>
                  <a:cubicBezTo>
                    <a:pt x="360" y="172"/>
                    <a:pt x="360" y="172"/>
                    <a:pt x="360" y="172"/>
                  </a:cubicBezTo>
                  <a:cubicBezTo>
                    <a:pt x="363" y="173"/>
                    <a:pt x="363" y="173"/>
                    <a:pt x="363" y="173"/>
                  </a:cubicBezTo>
                  <a:cubicBezTo>
                    <a:pt x="368" y="175"/>
                    <a:pt x="368" y="175"/>
                    <a:pt x="368" y="175"/>
                  </a:cubicBezTo>
                  <a:cubicBezTo>
                    <a:pt x="369" y="176"/>
                    <a:pt x="370" y="176"/>
                    <a:pt x="371" y="176"/>
                  </a:cubicBezTo>
                  <a:cubicBezTo>
                    <a:pt x="372" y="177"/>
                    <a:pt x="374" y="177"/>
                    <a:pt x="374" y="178"/>
                  </a:cubicBezTo>
                  <a:cubicBezTo>
                    <a:pt x="375" y="179"/>
                    <a:pt x="376" y="180"/>
                    <a:pt x="376" y="181"/>
                  </a:cubicBezTo>
                  <a:cubicBezTo>
                    <a:pt x="376" y="182"/>
                    <a:pt x="375" y="183"/>
                    <a:pt x="374" y="183"/>
                  </a:cubicBezTo>
                  <a:cubicBezTo>
                    <a:pt x="372" y="185"/>
                    <a:pt x="370" y="186"/>
                    <a:pt x="367" y="187"/>
                  </a:cubicBezTo>
                  <a:cubicBezTo>
                    <a:pt x="354" y="194"/>
                    <a:pt x="354" y="194"/>
                    <a:pt x="354" y="194"/>
                  </a:cubicBezTo>
                  <a:cubicBezTo>
                    <a:pt x="348" y="197"/>
                    <a:pt x="342" y="200"/>
                    <a:pt x="336" y="203"/>
                  </a:cubicBezTo>
                  <a:cubicBezTo>
                    <a:pt x="328" y="208"/>
                    <a:pt x="320" y="213"/>
                    <a:pt x="311" y="218"/>
                  </a:cubicBezTo>
                  <a:cubicBezTo>
                    <a:pt x="303" y="223"/>
                    <a:pt x="295" y="227"/>
                    <a:pt x="287" y="232"/>
                  </a:cubicBezTo>
                  <a:cubicBezTo>
                    <a:pt x="278" y="237"/>
                    <a:pt x="270" y="241"/>
                    <a:pt x="262" y="246"/>
                  </a:cubicBezTo>
                  <a:cubicBezTo>
                    <a:pt x="253" y="250"/>
                    <a:pt x="245" y="254"/>
                    <a:pt x="237" y="259"/>
                  </a:cubicBezTo>
                  <a:cubicBezTo>
                    <a:pt x="220" y="268"/>
                    <a:pt x="204" y="278"/>
                    <a:pt x="188" y="288"/>
                  </a:cubicBezTo>
                  <a:cubicBezTo>
                    <a:pt x="180" y="292"/>
                    <a:pt x="172" y="297"/>
                    <a:pt x="163" y="302"/>
                  </a:cubicBezTo>
                  <a:cubicBezTo>
                    <a:pt x="155" y="306"/>
                    <a:pt x="147" y="311"/>
                    <a:pt x="138" y="316"/>
                  </a:cubicBezTo>
                  <a:cubicBezTo>
                    <a:pt x="122" y="325"/>
                    <a:pt x="105" y="334"/>
                    <a:pt x="88" y="343"/>
                  </a:cubicBezTo>
                  <a:cubicBezTo>
                    <a:pt x="80" y="347"/>
                    <a:pt x="71" y="352"/>
                    <a:pt x="63" y="356"/>
                  </a:cubicBezTo>
                  <a:cubicBezTo>
                    <a:pt x="54" y="360"/>
                    <a:pt x="46" y="365"/>
                    <a:pt x="38" y="369"/>
                  </a:cubicBezTo>
                  <a:cubicBezTo>
                    <a:pt x="26" y="376"/>
                    <a:pt x="26" y="376"/>
                    <a:pt x="26" y="376"/>
                  </a:cubicBezTo>
                  <a:cubicBezTo>
                    <a:pt x="22" y="377"/>
                    <a:pt x="22" y="377"/>
                    <a:pt x="22" y="377"/>
                  </a:cubicBezTo>
                  <a:cubicBezTo>
                    <a:pt x="21" y="378"/>
                    <a:pt x="20" y="378"/>
                    <a:pt x="19" y="379"/>
                  </a:cubicBezTo>
                  <a:cubicBezTo>
                    <a:pt x="19" y="379"/>
                    <a:pt x="19" y="380"/>
                    <a:pt x="19" y="381"/>
                  </a:cubicBezTo>
                  <a:cubicBezTo>
                    <a:pt x="19" y="383"/>
                    <a:pt x="21" y="385"/>
                    <a:pt x="22" y="385"/>
                  </a:cubicBezTo>
                  <a:cubicBezTo>
                    <a:pt x="23" y="385"/>
                    <a:pt x="23" y="385"/>
                    <a:pt x="23" y="384"/>
                  </a:cubicBezTo>
                  <a:cubicBezTo>
                    <a:pt x="55" y="371"/>
                    <a:pt x="86" y="355"/>
                    <a:pt x="118" y="341"/>
                  </a:cubicBezTo>
                  <a:cubicBezTo>
                    <a:pt x="126" y="338"/>
                    <a:pt x="134" y="334"/>
                    <a:pt x="142" y="330"/>
                  </a:cubicBezTo>
                  <a:cubicBezTo>
                    <a:pt x="150" y="327"/>
                    <a:pt x="158" y="322"/>
                    <a:pt x="166" y="318"/>
                  </a:cubicBezTo>
                  <a:cubicBezTo>
                    <a:pt x="181" y="310"/>
                    <a:pt x="197" y="301"/>
                    <a:pt x="213" y="293"/>
                  </a:cubicBezTo>
                  <a:cubicBezTo>
                    <a:pt x="228" y="285"/>
                    <a:pt x="244" y="276"/>
                    <a:pt x="259" y="268"/>
                  </a:cubicBezTo>
                  <a:cubicBezTo>
                    <a:pt x="267" y="264"/>
                    <a:pt x="275" y="260"/>
                    <a:pt x="283" y="256"/>
                  </a:cubicBezTo>
                  <a:cubicBezTo>
                    <a:pt x="291" y="252"/>
                    <a:pt x="303" y="247"/>
                    <a:pt x="313" y="242"/>
                  </a:cubicBezTo>
                  <a:cubicBezTo>
                    <a:pt x="326" y="236"/>
                    <a:pt x="337" y="230"/>
                    <a:pt x="348" y="225"/>
                  </a:cubicBezTo>
                  <a:cubicBezTo>
                    <a:pt x="354" y="222"/>
                    <a:pt x="360" y="220"/>
                    <a:pt x="366" y="217"/>
                  </a:cubicBezTo>
                  <a:cubicBezTo>
                    <a:pt x="367" y="216"/>
                    <a:pt x="368" y="216"/>
                    <a:pt x="370" y="215"/>
                  </a:cubicBezTo>
                  <a:cubicBezTo>
                    <a:pt x="371" y="215"/>
                    <a:pt x="371" y="215"/>
                    <a:pt x="371" y="215"/>
                  </a:cubicBezTo>
                  <a:cubicBezTo>
                    <a:pt x="372" y="214"/>
                    <a:pt x="372" y="214"/>
                    <a:pt x="372" y="214"/>
                  </a:cubicBezTo>
                  <a:cubicBezTo>
                    <a:pt x="372" y="214"/>
                    <a:pt x="372" y="214"/>
                    <a:pt x="372" y="214"/>
                  </a:cubicBezTo>
                  <a:cubicBezTo>
                    <a:pt x="373" y="214"/>
                    <a:pt x="373" y="214"/>
                    <a:pt x="373" y="214"/>
                  </a:cubicBezTo>
                  <a:cubicBezTo>
                    <a:pt x="375" y="213"/>
                    <a:pt x="376" y="212"/>
                    <a:pt x="378" y="212"/>
                  </a:cubicBezTo>
                  <a:cubicBezTo>
                    <a:pt x="383" y="209"/>
                    <a:pt x="389" y="207"/>
                    <a:pt x="395" y="204"/>
                  </a:cubicBezTo>
                  <a:cubicBezTo>
                    <a:pt x="399" y="201"/>
                    <a:pt x="402" y="198"/>
                    <a:pt x="406" y="195"/>
                  </a:cubicBezTo>
                  <a:cubicBezTo>
                    <a:pt x="407" y="194"/>
                    <a:pt x="408" y="193"/>
                    <a:pt x="409" y="193"/>
                  </a:cubicBezTo>
                  <a:cubicBezTo>
                    <a:pt x="410" y="192"/>
                    <a:pt x="411" y="191"/>
                    <a:pt x="411" y="190"/>
                  </a:cubicBezTo>
                  <a:cubicBezTo>
                    <a:pt x="412" y="188"/>
                    <a:pt x="413" y="187"/>
                    <a:pt x="413" y="184"/>
                  </a:cubicBezTo>
                  <a:cubicBezTo>
                    <a:pt x="414" y="183"/>
                    <a:pt x="414" y="181"/>
                    <a:pt x="414" y="179"/>
                  </a:cubicBezTo>
                  <a:cubicBezTo>
                    <a:pt x="414" y="178"/>
                    <a:pt x="414" y="176"/>
                    <a:pt x="413" y="175"/>
                  </a:cubicBezTo>
                  <a:cubicBezTo>
                    <a:pt x="413" y="173"/>
                    <a:pt x="413" y="172"/>
                    <a:pt x="412" y="171"/>
                  </a:cubicBezTo>
                  <a:cubicBezTo>
                    <a:pt x="412" y="170"/>
                    <a:pt x="412" y="170"/>
                    <a:pt x="411" y="169"/>
                  </a:cubicBezTo>
                  <a:cubicBezTo>
                    <a:pt x="411" y="168"/>
                    <a:pt x="411" y="168"/>
                    <a:pt x="411" y="168"/>
                  </a:cubicBezTo>
                  <a:cubicBezTo>
                    <a:pt x="411" y="168"/>
                    <a:pt x="411" y="168"/>
                    <a:pt x="411" y="168"/>
                  </a:cubicBezTo>
                  <a:cubicBezTo>
                    <a:pt x="410" y="168"/>
                    <a:pt x="410" y="168"/>
                    <a:pt x="410" y="168"/>
                  </a:cubicBezTo>
                  <a:cubicBezTo>
                    <a:pt x="392" y="156"/>
                    <a:pt x="392" y="156"/>
                    <a:pt x="392" y="156"/>
                  </a:cubicBezTo>
                  <a:cubicBezTo>
                    <a:pt x="383" y="151"/>
                    <a:pt x="383" y="151"/>
                    <a:pt x="383" y="151"/>
                  </a:cubicBezTo>
                  <a:cubicBezTo>
                    <a:pt x="378" y="148"/>
                    <a:pt x="378" y="148"/>
                    <a:pt x="378" y="148"/>
                  </a:cubicBezTo>
                  <a:cubicBezTo>
                    <a:pt x="377" y="147"/>
                    <a:pt x="377" y="147"/>
                    <a:pt x="377" y="147"/>
                  </a:cubicBezTo>
                  <a:cubicBezTo>
                    <a:pt x="377" y="147"/>
                    <a:pt x="377" y="147"/>
                    <a:pt x="377" y="147"/>
                  </a:cubicBezTo>
                  <a:cubicBezTo>
                    <a:pt x="376" y="146"/>
                    <a:pt x="376" y="146"/>
                    <a:pt x="376" y="146"/>
                  </a:cubicBezTo>
                  <a:cubicBezTo>
                    <a:pt x="373" y="145"/>
                    <a:pt x="373" y="145"/>
                    <a:pt x="373" y="145"/>
                  </a:cubicBezTo>
                  <a:cubicBezTo>
                    <a:pt x="359" y="139"/>
                    <a:pt x="359" y="139"/>
                    <a:pt x="359" y="139"/>
                  </a:cubicBezTo>
                  <a:cubicBezTo>
                    <a:pt x="343" y="132"/>
                    <a:pt x="327" y="125"/>
                    <a:pt x="311" y="118"/>
                  </a:cubicBezTo>
                  <a:cubicBezTo>
                    <a:pt x="286" y="107"/>
                    <a:pt x="261" y="96"/>
                    <a:pt x="236" y="86"/>
                  </a:cubicBezTo>
                  <a:cubicBezTo>
                    <a:pt x="167" y="57"/>
                    <a:pt x="167" y="57"/>
                    <a:pt x="167" y="57"/>
                  </a:cubicBezTo>
                  <a:cubicBezTo>
                    <a:pt x="144" y="47"/>
                    <a:pt x="121" y="38"/>
                    <a:pt x="98" y="28"/>
                  </a:cubicBezTo>
                  <a:cubicBezTo>
                    <a:pt x="63" y="15"/>
                    <a:pt x="63" y="15"/>
                    <a:pt x="63" y="15"/>
                  </a:cubicBezTo>
                  <a:cubicBezTo>
                    <a:pt x="51" y="10"/>
                    <a:pt x="38" y="4"/>
                    <a:pt x="25" y="1"/>
                  </a:cubicBezTo>
                  <a:cubicBezTo>
                    <a:pt x="22" y="1"/>
                    <a:pt x="20" y="0"/>
                    <a:pt x="17" y="0"/>
                  </a:cubicBezTo>
                </a:path>
              </a:pathLst>
            </a:custGeom>
            <a:ln/>
          </p:spPr>
          <p:style>
            <a:lnRef idx="1">
              <a:schemeClr val="accent4"/>
            </a:lnRef>
            <a:fillRef idx="0">
              <a:schemeClr val="accent4"/>
            </a:fillRef>
            <a:effectRef idx="0">
              <a:schemeClr val="accent4"/>
            </a:effectRef>
            <a:fontRef idx="minor">
              <a:schemeClr val="tx1"/>
            </a:fontRef>
          </p:style>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GB" sz="1013"/>
            </a:p>
          </p:txBody>
        </p:sp>
      </p:grpSp>
      <p:sp>
        <p:nvSpPr>
          <p:cNvPr id="22" name="テキスト ボックス 34">
            <a:extLst>
              <a:ext uri="{FF2B5EF4-FFF2-40B4-BE49-F238E27FC236}">
                <a16:creationId xmlns:a16="http://schemas.microsoft.com/office/drawing/2014/main" id="{FD03BE56-F42D-4F89-A834-0F3EE6915F73}"/>
              </a:ext>
            </a:extLst>
          </p:cNvPr>
          <p:cNvSpPr txBox="1">
            <a:spLocks/>
          </p:cNvSpPr>
          <p:nvPr/>
        </p:nvSpPr>
        <p:spPr>
          <a:xfrm>
            <a:off x="6586171" y="1629862"/>
            <a:ext cx="1345240" cy="276999"/>
          </a:xfrm>
          <a:prstGeom prst="rect">
            <a:avLst/>
          </a:prstGeom>
          <a:noFill/>
          <a:ln>
            <a:noFill/>
          </a:ln>
        </p:spPr>
        <p:txBody>
          <a:bodyPr wrap="square" rtlCol="0"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960" dirty="0">
                <a:solidFill>
                  <a:srgbClr val="7030A0"/>
                </a:solidFill>
                <a:latin typeface="Times New Roman" pitchFamily="18" charset="0"/>
                <a:ea typeface="Times New Roman" pitchFamily="18" charset="0"/>
                <a:cs typeface="Times New Roman" pitchFamily="18" charset="0"/>
              </a:rPr>
              <a:t>Gửi tập tin quá trình</a:t>
            </a:r>
            <a:endParaRPr kumimoji="1" lang="vi-VN" altLang="ja-JP" sz="1200" dirty="0">
              <a:solidFill>
                <a:srgbClr val="7030A0"/>
              </a:solidFill>
              <a:latin typeface="Times New Roman" pitchFamily="18" charset="0"/>
              <a:ea typeface="Times New Roman" pitchFamily="18" charset="0"/>
              <a:cs typeface="Times New Roman" pitchFamily="18" charset="0"/>
            </a:endParaRPr>
          </a:p>
        </p:txBody>
      </p:sp>
      <p:sp>
        <p:nvSpPr>
          <p:cNvPr id="23" name="文本框 66">
            <a:extLst>
              <a:ext uri="{FF2B5EF4-FFF2-40B4-BE49-F238E27FC236}">
                <a16:creationId xmlns:a16="http://schemas.microsoft.com/office/drawing/2014/main" id="{CBE79B48-DAE0-4ED8-888B-9B18BAE6BD03}"/>
              </a:ext>
            </a:extLst>
          </p:cNvPr>
          <p:cNvSpPr txBox="1"/>
          <p:nvPr/>
        </p:nvSpPr>
        <p:spPr>
          <a:xfrm>
            <a:off x="6701417" y="2255126"/>
            <a:ext cx="1171066" cy="276999"/>
          </a:xfrm>
          <a:prstGeom prst="rect">
            <a:avLst/>
          </a:prstGeom>
          <a:noFill/>
        </p:spPr>
        <p:txBody>
          <a:bodyPr wrap="square"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ja-JP" sz="1200" dirty="0">
                <a:latin typeface="Times New Roman" panose="020B0604030504040204" pitchFamily="18" charset="0"/>
                <a:ea typeface="Times New Roman" panose="020B0604030504040204" pitchFamily="18" charset="0"/>
                <a:cs typeface="Times New Roman" pitchFamily="18" charset="0"/>
              </a:rPr>
              <a:t>Raspberry Pi</a:t>
            </a:r>
            <a:endParaRPr lang="vi-VN" altLang="en-US" sz="1200" dirty="0">
              <a:latin typeface="Times New Roman" pitchFamily="18" charset="0"/>
              <a:ea typeface="Times New Roman" pitchFamily="18" charset="0"/>
              <a:cs typeface="Times New Roman" pitchFamily="18" charset="0"/>
            </a:endParaRPr>
          </a:p>
        </p:txBody>
      </p:sp>
      <p:sp>
        <p:nvSpPr>
          <p:cNvPr id="24" name="テキスト ボックス 285">
            <a:extLst>
              <a:ext uri="{FF2B5EF4-FFF2-40B4-BE49-F238E27FC236}">
                <a16:creationId xmlns:a16="http://schemas.microsoft.com/office/drawing/2014/main" id="{825BE764-DFAF-4F6D-8881-25E272AF48CA}"/>
              </a:ext>
            </a:extLst>
          </p:cNvPr>
          <p:cNvSpPr txBox="1"/>
          <p:nvPr/>
        </p:nvSpPr>
        <p:spPr>
          <a:xfrm>
            <a:off x="6609708" y="3418794"/>
            <a:ext cx="861133" cy="27699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lIns="27432" rIns="27432" tIns="18288" bIns="18288">
            <a:normAutofit/>
          </a:bodyP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1060" dirty="0">
                <a:latin typeface="Times New Roman" panose="020B0604030504040204" pitchFamily="18" charset="0"/>
                <a:ea typeface="Times New Roman" panose="020B0604030504040204" pitchFamily="18" charset="0"/>
                <a:cs typeface="Times New Roman" pitchFamily="18" charset="0"/>
              </a:rPr>
              <a:t>thân máy</a:t>
            </a:r>
            <a:endParaRPr lang="vi-VN">
              <a:latin typeface="Times New Roman" pitchFamily="18" charset="0"/>
              <a:ea typeface="Times New Roman" pitchFamily="18" charset="0"/>
              <a:cs typeface="Times New Roman" pitchFamily="18" charset="0"/>
            </a:endParaRPr>
          </a:p>
        </p:txBody>
      </p:sp>
      <p:cxnSp>
        <p:nvCxnSpPr>
          <p:cNvPr id="25" name="直線コネクタ 24">
            <a:extLst>
              <a:ext uri="{FF2B5EF4-FFF2-40B4-BE49-F238E27FC236}">
                <a16:creationId xmlns:a16="http://schemas.microsoft.com/office/drawing/2014/main" id="{9DE2E09A-7A98-40FC-8E1C-2E54CB7B3E4C}"/>
              </a:ext>
            </a:extLst>
          </p:cNvPr>
          <p:cNvCxnSpPr>
            <a:cxnSpLocks/>
          </p:cNvCxnSpPr>
          <p:nvPr/>
        </p:nvCxnSpPr>
        <p:spPr>
          <a:xfrm rot="5400000" flipH="1">
            <a:off x="6203256" y="1802165"/>
            <a:ext cx="612000" cy="0"/>
          </a:xfrm>
          <a:prstGeom prst="line">
            <a:avLst/>
          </a:prstGeom>
          <a:ln w="38100">
            <a:solidFill>
              <a:srgbClr val="7030A0"/>
            </a:solidFill>
            <a:prstDash val="sysDash"/>
            <a:headEnd type="arrow"/>
            <a:tailEnd type="none"/>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1C2B2E4B-BCE6-4772-971A-9212ADB8CEC3}"/>
              </a:ext>
            </a:extLst>
          </p:cNvPr>
          <p:cNvCxnSpPr>
            <a:cxnSpLocks/>
          </p:cNvCxnSpPr>
          <p:nvPr/>
        </p:nvCxnSpPr>
        <p:spPr>
          <a:xfrm rot="5400000" flipH="1">
            <a:off x="6203256" y="2952429"/>
            <a:ext cx="612000" cy="0"/>
          </a:xfrm>
          <a:prstGeom prst="line">
            <a:avLst/>
          </a:prstGeom>
          <a:ln w="38100">
            <a:solidFill>
              <a:srgbClr val="7030A0"/>
            </a:solidFill>
            <a:prstDash val="solid"/>
            <a:headEnd type="arrow"/>
            <a:tailEnd type="none"/>
          </a:ln>
        </p:spPr>
        <p:style>
          <a:lnRef idx="1">
            <a:schemeClr val="accent1"/>
          </a:lnRef>
          <a:fillRef idx="0">
            <a:schemeClr val="accent1"/>
          </a:fillRef>
          <a:effectRef idx="0">
            <a:schemeClr val="accent1"/>
          </a:effectRef>
          <a:fontRef idx="minor">
            <a:schemeClr val="tx1"/>
          </a:fontRef>
        </p:style>
      </p:cxnSp>
      <p:sp>
        <p:nvSpPr>
          <p:cNvPr id="27" name="テキスト ボックス 35">
            <a:extLst>
              <a:ext uri="{FF2B5EF4-FFF2-40B4-BE49-F238E27FC236}">
                <a16:creationId xmlns:a16="http://schemas.microsoft.com/office/drawing/2014/main" id="{1560FDA0-F50A-4AFA-99B4-6C4FAED692B3}"/>
              </a:ext>
            </a:extLst>
          </p:cNvPr>
          <p:cNvSpPr txBox="1">
            <a:spLocks/>
          </p:cNvSpPr>
          <p:nvPr/>
        </p:nvSpPr>
        <p:spPr>
          <a:xfrm>
            <a:off x="6546048" y="2777061"/>
            <a:ext cx="1514536" cy="276999"/>
          </a:xfrm>
          <a:prstGeom prst="rect">
            <a:avLst/>
          </a:prstGeom>
          <a:noFill/>
          <a:ln>
            <a:noFill/>
          </a:ln>
        </p:spPr>
        <p:txBody>
          <a:bodyPr wrap="square" rtlCol="0"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960" dirty="0">
                <a:solidFill>
                  <a:srgbClr val="7030A0"/>
                </a:solidFill>
                <a:latin typeface="Times New Roman" pitchFamily="18" charset="0"/>
                <a:ea typeface="Times New Roman" pitchFamily="18" charset="0"/>
                <a:cs typeface="Times New Roman" pitchFamily="18" charset="0"/>
              </a:rPr>
              <a:t>thực hiện các lệnh theo thứ tự</a:t>
            </a:r>
            <a:endParaRPr kumimoji="1" lang="vi-VN" altLang="ja-JP" sz="1200" dirty="0">
              <a:solidFill>
                <a:srgbClr val="7030A0"/>
              </a:solidFill>
              <a:latin typeface="Times New Roman" pitchFamily="18" charset="0"/>
              <a:ea typeface="Times New Roman" pitchFamily="18" charset="0"/>
              <a:cs typeface="Times New Roman" pitchFamily="18" charset="0"/>
            </a:endParaRPr>
          </a:p>
        </p:txBody>
      </p:sp>
      <p:sp>
        <p:nvSpPr>
          <p:cNvPr id="28" name="文本框 71">
            <a:extLst>
              <a:ext uri="{FF2B5EF4-FFF2-40B4-BE49-F238E27FC236}">
                <a16:creationId xmlns:a16="http://schemas.microsoft.com/office/drawing/2014/main" id="{192F2AE3-D9D0-49F9-900A-B38A294EAEB4}"/>
              </a:ext>
            </a:extLst>
          </p:cNvPr>
          <p:cNvSpPr txBox="1"/>
          <p:nvPr/>
        </p:nvSpPr>
        <p:spPr>
          <a:xfrm>
            <a:off x="4945783" y="4157758"/>
            <a:ext cx="4004141" cy="646331"/>
          </a:xfrm>
          <a:prstGeom prst="rect">
            <a:avLst/>
          </a:prstGeom>
          <a:noFill/>
        </p:spPr>
        <p:txBody>
          <a:bodyPr wrap="square"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1450" indent="-171450" algn="l">
              <a:buFont typeface="Wingdings" panose="05000000000000000000" pitchFamily="2" charset="2"/>
              <a:buChar char="Ø"/>
              <a:defRPr lang="vi-VN">
                <a:latin typeface="Times New Roman" pitchFamily="18" charset="0"/>
                <a:ea typeface="Times New Roman" pitchFamily="18" charset="0"/>
                <a:cs typeface="Times New Roman" pitchFamily="18" charset="0"/>
              </a:defRPr>
            </a:pPr>
            <a:r>
              <a:rPr lang="vi-VN" altLang="en-US" sz="960" dirty="0">
                <a:latin typeface="Times New Roman" pitchFamily="18" charset="0"/>
                <a:ea typeface="Times New Roman" pitchFamily="18" charset="0"/>
                <a:cs typeface="Times New Roman" pitchFamily="18" charset="0"/>
              </a:rPr>
              <a:t>Gửi quy trình làm việc từ HostPC tới Raspberry Pi</a:t>
            </a:r>
            <a:r>
              <a:rPr lang="vi-VN" altLang="ja-JP" sz="960" dirty="0" err="1">
                <a:latin typeface="Times New Roman" pitchFamily="18" charset="0"/>
                <a:ea typeface="Times New Roman" pitchFamily="18" charset="0"/>
                <a:cs typeface="Times New Roman" pitchFamily="18" charset="0"/>
              </a:rPr>
              <a:t/>
            </a:r>
            <a:r>
              <a:rPr lang="vi-VN" altLang="en-US" sz="960" dirty="0">
                <a:latin typeface="Times New Roman" pitchFamily="18" charset="0"/>
                <a:ea typeface="Times New Roman" pitchFamily="18" charset="0"/>
                <a:cs typeface="Times New Roman" pitchFamily="18" charset="0"/>
              </a:rPr>
              <a:t/>
            </a:r>
            <a:r>
              <a:rPr lang="vi-VN" altLang="ja-JP" sz="960" dirty="0">
                <a:latin typeface="Times New Roman" pitchFamily="18" charset="0"/>
                <a:ea typeface="Times New Roman" pitchFamily="18" charset="0"/>
                <a:cs typeface="Times New Roman" pitchFamily="18" charset="0"/>
              </a:rPr>
              <a:t/>
            </a:r>
            <a:r>
              <a:rPr lang="vi-VN" altLang="en-US" sz="960" dirty="0">
                <a:latin typeface="Times New Roman" pitchFamily="18" charset="0"/>
                <a:ea typeface="Times New Roman" pitchFamily="18" charset="0"/>
                <a:cs typeface="Times New Roman" pitchFamily="18" charset="0"/>
              </a:rPr>
              <a:t/>
            </a:r>
            <a:endParaRPr lang="vi-VN" altLang="ja-JP" sz="1200" dirty="0">
              <a:latin typeface="Times New Roman" pitchFamily="18" charset="0"/>
              <a:ea typeface="Times New Roman" pitchFamily="18" charset="0"/>
              <a:cs typeface="Times New Roman" pitchFamily="18" charset="0"/>
            </a:endParaRPr>
          </a:p>
          <a:p>
            <a:pPr marL="171450" indent="-171450" algn="l">
              <a:buFont typeface="Wingdings" panose="05000000000000000000" pitchFamily="2" charset="2"/>
              <a:buChar char="Ø"/>
              <a:defRPr lang="vi-VN">
                <a:latin typeface="Times New Roman" pitchFamily="18" charset="0"/>
                <a:ea typeface="Times New Roman" pitchFamily="18" charset="0"/>
                <a:cs typeface="Times New Roman" pitchFamily="18" charset="0"/>
              </a:defRPr>
            </a:pPr>
            <a:r>
              <a:rPr lang="vi-VN" altLang="ja-JP" sz="960" dirty="0">
                <a:latin typeface="Times New Roman" pitchFamily="18" charset="0"/>
                <a:ea typeface="Times New Roman" pitchFamily="18" charset="0"/>
                <a:cs typeface="Times New Roman" pitchFamily="18" charset="0"/>
              </a:rPr>
              <a:t>Raspberry Pi phân tích file tiến trình và cấu hình nó trên máy</a:t>
            </a:r>
            <a:r>
              <a:rPr lang="vi-VN" altLang="en-US" sz="960" dirty="0">
                <a:latin typeface="Times New Roman" pitchFamily="18" charset="0"/>
                <a:ea typeface="Times New Roman" pitchFamily="18" charset="0"/>
                <a:cs typeface="Times New Roman" pitchFamily="18" charset="0"/>
              </a:rPr>
              <a:t/>
            </a:r>
            <a:endParaRPr lang="vi-VN" altLang="ja-JP" sz="1200" dirty="0">
              <a:latin typeface="Times New Roman" pitchFamily="18" charset="0"/>
              <a:ea typeface="Times New Roman" pitchFamily="18" charset="0"/>
              <a:cs typeface="Times New Roman" pitchFamily="18" charset="0"/>
            </a:endParaRPr>
          </a:p>
          <a:p>
            <a:pPr algn="l">
              <a:defRPr lang="vi-VN">
                <a:latin typeface="Times New Roman" pitchFamily="18" charset="0"/>
                <a:ea typeface="Times New Roman" pitchFamily="18" charset="0"/>
                <a:cs typeface="Times New Roman" pitchFamily="18" charset="0"/>
              </a:defRPr>
            </a:pPr>
            <a:r>
              <a:rPr lang="vi-VN" altLang="en-US" sz="960" dirty="0">
                <a:latin typeface="Times New Roman" pitchFamily="18" charset="0"/>
                <a:ea typeface="Times New Roman" pitchFamily="18" charset="0"/>
                <a:cs typeface="Times New Roman" pitchFamily="18" charset="0"/>
              </a:rPr>
              <a:t>(Làm việc tự động liên tục, công nhân vận hành thủ công tối thiểu)　</a:t>
            </a:r>
            <a:r>
              <a:rPr lang="vi-VN" altLang="en-US" sz="960" b="1" dirty="0">
                <a:solidFill>
                  <a:srgbClr val="C00000"/>
                </a:solidFill>
                <a:latin typeface="Times New Roman" pitchFamily="18" charset="0"/>
                <a:ea typeface="Times New Roman" pitchFamily="18" charset="0"/>
                <a:cs typeface="Times New Roman" pitchFamily="18" charset="0"/>
              </a:rPr>
              <a:t/>
            </a:r>
            <a:r>
              <a:rPr lang="vi-VN" altLang="en-US" sz="960" dirty="0">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p:txBody>
      </p:sp>
      <p:cxnSp>
        <p:nvCxnSpPr>
          <p:cNvPr id="29" name="直線コネクタ 28">
            <a:extLst>
              <a:ext uri="{FF2B5EF4-FFF2-40B4-BE49-F238E27FC236}">
                <a16:creationId xmlns:a16="http://schemas.microsoft.com/office/drawing/2014/main" id="{51A737CA-49FE-47D8-A73C-6B66F27B1AAB}"/>
              </a:ext>
            </a:extLst>
          </p:cNvPr>
          <p:cNvCxnSpPr>
            <a:cxnSpLocks/>
          </p:cNvCxnSpPr>
          <p:nvPr/>
        </p:nvCxnSpPr>
        <p:spPr>
          <a:xfrm rot="16200000" flipH="1" flipV="1">
            <a:off x="5922214" y="2920959"/>
            <a:ext cx="612000" cy="0"/>
          </a:xfrm>
          <a:prstGeom prst="line">
            <a:avLst/>
          </a:prstGeom>
          <a:ln w="38100">
            <a:solidFill>
              <a:srgbClr val="7030A0"/>
            </a:solidFill>
            <a:prstDash val="solid"/>
            <a:headEnd type="arrow"/>
            <a:tailEnd type="non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D870D08B-1AFC-4754-86B0-180EFCA31AFD}"/>
              </a:ext>
            </a:extLst>
          </p:cNvPr>
          <p:cNvCxnSpPr>
            <a:cxnSpLocks/>
          </p:cNvCxnSpPr>
          <p:nvPr/>
        </p:nvCxnSpPr>
        <p:spPr>
          <a:xfrm rot="16200000" flipH="1" flipV="1">
            <a:off x="5954965" y="1734481"/>
            <a:ext cx="612000" cy="0"/>
          </a:xfrm>
          <a:prstGeom prst="line">
            <a:avLst/>
          </a:prstGeom>
          <a:ln w="38100">
            <a:solidFill>
              <a:srgbClr val="7030A0"/>
            </a:solidFill>
            <a:prstDash val="sysDash"/>
            <a:headEnd type="arrow"/>
            <a:tailEnd type="none"/>
          </a:ln>
        </p:spPr>
        <p:style>
          <a:lnRef idx="1">
            <a:schemeClr val="accent1"/>
          </a:lnRef>
          <a:fillRef idx="0">
            <a:schemeClr val="accent1"/>
          </a:fillRef>
          <a:effectRef idx="0">
            <a:schemeClr val="accent1"/>
          </a:effectRef>
          <a:fontRef idx="minor">
            <a:schemeClr val="tx1"/>
          </a:fontRef>
        </p:style>
      </p:cxnSp>
      <p:sp>
        <p:nvSpPr>
          <p:cNvPr id="31" name="テキスト ボックス 35">
            <a:extLst>
              <a:ext uri="{FF2B5EF4-FFF2-40B4-BE49-F238E27FC236}">
                <a16:creationId xmlns:a16="http://schemas.microsoft.com/office/drawing/2014/main" id="{EF195626-5802-4A6F-850B-060B327BD053}"/>
              </a:ext>
            </a:extLst>
          </p:cNvPr>
          <p:cNvSpPr txBox="1">
            <a:spLocks/>
          </p:cNvSpPr>
          <p:nvPr/>
        </p:nvSpPr>
        <p:spPr>
          <a:xfrm>
            <a:off x="4857511" y="2826978"/>
            <a:ext cx="1455620" cy="276999"/>
          </a:xfrm>
          <a:prstGeom prst="rect">
            <a:avLst/>
          </a:prstGeom>
          <a:noFill/>
          <a:ln>
            <a:noFill/>
          </a:ln>
        </p:spPr>
        <p:txBody>
          <a:bodyPr wrap="square" rtlCol="0"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960" dirty="0">
                <a:solidFill>
                  <a:srgbClr val="7030A0"/>
                </a:solidFill>
                <a:latin typeface="Times New Roman" pitchFamily="18" charset="0"/>
                <a:ea typeface="Times New Roman" pitchFamily="18" charset="0"/>
                <a:cs typeface="Times New Roman" pitchFamily="18" charset="0"/>
              </a:rPr>
              <a:t>Trả lời bằng kết quả lệnh</a:t>
            </a:r>
            <a:endParaRPr kumimoji="1" lang="vi-VN" altLang="ja-JP" sz="1200" dirty="0">
              <a:solidFill>
                <a:srgbClr val="7030A0"/>
              </a:solidFill>
              <a:latin typeface="Times New Roman" pitchFamily="18" charset="0"/>
              <a:ea typeface="Times New Roman" pitchFamily="18" charset="0"/>
              <a:cs typeface="Times New Roman" pitchFamily="18" charset="0"/>
            </a:endParaRPr>
          </a:p>
        </p:txBody>
      </p:sp>
      <p:sp>
        <p:nvSpPr>
          <p:cNvPr id="32" name="テキスト ボックス 35">
            <a:extLst>
              <a:ext uri="{FF2B5EF4-FFF2-40B4-BE49-F238E27FC236}">
                <a16:creationId xmlns:a16="http://schemas.microsoft.com/office/drawing/2014/main" id="{901C4714-6612-47C2-9D21-F12D973E06FD}"/>
              </a:ext>
            </a:extLst>
          </p:cNvPr>
          <p:cNvSpPr txBox="1">
            <a:spLocks/>
          </p:cNvSpPr>
          <p:nvPr/>
        </p:nvSpPr>
        <p:spPr>
          <a:xfrm>
            <a:off x="4927375" y="1492740"/>
            <a:ext cx="1444285" cy="461665"/>
          </a:xfrm>
          <a:prstGeom prst="rect">
            <a:avLst/>
          </a:prstGeom>
          <a:noFill/>
          <a:ln>
            <a:noFill/>
          </a:ln>
        </p:spPr>
        <p:txBody>
          <a:bodyPr wrap="square" rtlCol="0"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960" dirty="0">
                <a:solidFill>
                  <a:srgbClr val="7030A0"/>
                </a:solidFill>
                <a:latin typeface="Times New Roman" pitchFamily="18" charset="0"/>
                <a:ea typeface="Times New Roman" pitchFamily="18" charset="0"/>
                <a:cs typeface="Times New Roman" pitchFamily="18" charset="0"/>
              </a:rPr>
              <a:t>・Công đoạn / Quy trình問い合わせ</a:t>
            </a:r>
            <a:endParaRPr kumimoji="1" lang="vi-VN" altLang="ja-JP" sz="1200" dirty="0">
              <a:solidFill>
                <a:srgbClr val="7030A0"/>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960" dirty="0">
                <a:solidFill>
                  <a:srgbClr val="7030A0"/>
                </a:solidFill>
                <a:latin typeface="Times New Roman" pitchFamily="18" charset="0"/>
                <a:ea typeface="Times New Roman" pitchFamily="18" charset="0"/>
                <a:cs typeface="Times New Roman" pitchFamily="18" charset="0"/>
              </a:rPr>
              <a:t>・結果を通知</a:t>
            </a:r>
            <a:endParaRPr kumimoji="1" lang="vi-VN" altLang="ja-JP" sz="1200" dirty="0">
              <a:solidFill>
                <a:srgbClr val="7030A0"/>
              </a:solidFill>
              <a:latin typeface="Times New Roman" pitchFamily="18" charset="0"/>
              <a:ea typeface="Times New Roman" pitchFamily="18" charset="0"/>
              <a:cs typeface="Times New Roman" pitchFamily="18" charset="0"/>
            </a:endParaRPr>
          </a:p>
        </p:txBody>
      </p:sp>
      <p:sp>
        <p:nvSpPr>
          <p:cNvPr id="39" name="タイトル 1">
            <a:extLst>
              <a:ext uri="{FF2B5EF4-FFF2-40B4-BE49-F238E27FC236}">
                <a16:creationId xmlns:a16="http://schemas.microsoft.com/office/drawing/2014/main" id="{039E8534-F077-73D7-77BF-BD011AB82511}"/>
              </a:ext>
            </a:extLst>
          </p:cNvPr>
          <p:cNvSpPr txBox="1">
            <a:spLocks/>
          </p:cNvSpPr>
          <p:nvPr/>
        </p:nvSpPr>
        <p:spPr>
          <a:xfrm>
            <a:off x="1440872" y="211931"/>
            <a:ext cx="6265069" cy="238125"/>
          </a:xfrm>
          <a:prstGeom prst="rect">
            <a:avLst/>
          </a:prstGeom>
        </p:spPr>
        <p:txBody>
          <a:bodyPr vert="horz" wrap="square" lIns="27432" tIns="18288" rIns="27432" bIns="18288" rtlCol="0" anchor="ctr" anchorCtr="0">
            <a:norm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pPr>
              <a:defRPr lang="vi-VN">
                <a:latin typeface="Times New Roman" pitchFamily="18" charset="0"/>
                <a:ea typeface="Times New Roman" pitchFamily="18" charset="0"/>
                <a:cs typeface="Times New Roman" pitchFamily="18" charset="0"/>
              </a:defRPr>
            </a:pPr>
            <a:r>
              <a:rPr lang="vi-VN" altLang="en-US" sz="1440" dirty="0">
                <a:latin typeface="Times New Roman" pitchFamily="18" charset="0"/>
                <a:ea typeface="Times New Roman" pitchFamily="18" charset="0"/>
                <a:cs typeface="Times New Roman" pitchFamily="18" charset="0"/>
              </a:rPr>
              <a:t>Về sự khác biệt với hệ thống hiện tại</a:t>
            </a:r>
            <a:endParaRPr lang="vi-VN" altLang="ja-JP" sz="1800" dirty="0">
              <a:latin typeface="Times New Roman" pitchFamily="18" charset="0"/>
              <a:ea typeface="Times New Roman" pitchFamily="18" charset="0"/>
              <a:cs typeface="Times New Roman" pitchFamily="18" charset="0"/>
            </a:endParaRPr>
          </a:p>
        </p:txBody>
      </p:sp>
      <p:pic>
        <p:nvPicPr>
          <p:cNvPr id="42" name="図 41">
            <a:extLst>
              <a:ext uri="{FF2B5EF4-FFF2-40B4-BE49-F238E27FC236}">
                <a16:creationId xmlns:a16="http://schemas.microsoft.com/office/drawing/2014/main" id="{090ECCB3-E35A-5C2F-6C74-969DDBC3FA92}"/>
              </a:ext>
            </a:extLst>
          </p:cNvPr>
          <p:cNvPicPr>
            <a:picLocks noChangeAspect="1"/>
          </p:cNvPicPr>
          <p:nvPr/>
        </p:nvPicPr>
        <p:blipFill>
          <a:blip r:embed="rId7"/>
          <a:stretch>
            <a:fillRect/>
          </a:stretch>
        </p:blipFill>
        <p:spPr>
          <a:xfrm>
            <a:off x="6197717" y="3391885"/>
            <a:ext cx="411854" cy="626440"/>
          </a:xfrm>
          <a:prstGeom prst="rect">
            <a:avLst/>
          </a:prstGeom>
        </p:spPr>
      </p:pic>
      <p:pic>
        <p:nvPicPr>
          <p:cNvPr id="43" name="図 42">
            <a:extLst>
              <a:ext uri="{FF2B5EF4-FFF2-40B4-BE49-F238E27FC236}">
                <a16:creationId xmlns:a16="http://schemas.microsoft.com/office/drawing/2014/main" id="{509E3532-46EC-EE9F-E237-D747E60EA2AC}"/>
              </a:ext>
            </a:extLst>
          </p:cNvPr>
          <p:cNvPicPr>
            <a:picLocks noChangeAspect="1"/>
          </p:cNvPicPr>
          <p:nvPr/>
        </p:nvPicPr>
        <p:blipFill>
          <a:blip r:embed="rId8"/>
          <a:stretch>
            <a:fillRect/>
          </a:stretch>
        </p:blipFill>
        <p:spPr>
          <a:xfrm>
            <a:off x="6113257" y="819080"/>
            <a:ext cx="580774" cy="580774"/>
          </a:xfrm>
          <a:prstGeom prst="rect">
            <a:avLst/>
          </a:prstGeom>
        </p:spPr>
      </p:pic>
      <p:cxnSp>
        <p:nvCxnSpPr>
          <p:cNvPr id="44" name="直線コネクタ 43">
            <a:extLst>
              <a:ext uri="{FF2B5EF4-FFF2-40B4-BE49-F238E27FC236}">
                <a16:creationId xmlns:a16="http://schemas.microsoft.com/office/drawing/2014/main" id="{46943325-0663-AB8E-A2B7-F9121670E502}"/>
              </a:ext>
            </a:extLst>
          </p:cNvPr>
          <p:cNvCxnSpPr>
            <a:cxnSpLocks/>
          </p:cNvCxnSpPr>
          <p:nvPr/>
        </p:nvCxnSpPr>
        <p:spPr>
          <a:xfrm>
            <a:off x="6814963" y="1235933"/>
            <a:ext cx="655878" cy="0"/>
          </a:xfrm>
          <a:prstGeom prst="line">
            <a:avLst/>
          </a:prstGeom>
          <a:ln w="38100">
            <a:solidFill>
              <a:srgbClr val="7030A0"/>
            </a:solidFill>
            <a:prstDash val="solid"/>
            <a:headEnd type="arrow"/>
            <a:tailEnd type="none"/>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DA8DC3CF-7B9E-5724-533F-3AAE522F5F6D}"/>
              </a:ext>
            </a:extLst>
          </p:cNvPr>
          <p:cNvCxnSpPr>
            <a:cxnSpLocks/>
          </p:cNvCxnSpPr>
          <p:nvPr/>
        </p:nvCxnSpPr>
        <p:spPr>
          <a:xfrm flipH="1">
            <a:off x="6825729" y="1055846"/>
            <a:ext cx="645112" cy="0"/>
          </a:xfrm>
          <a:prstGeom prst="line">
            <a:avLst/>
          </a:prstGeom>
          <a:ln w="38100">
            <a:solidFill>
              <a:srgbClr val="7030A0"/>
            </a:solidFill>
            <a:prstDash val="solid"/>
            <a:headEnd type="arrow"/>
            <a:tailEnd type="none"/>
          </a:ln>
        </p:spPr>
        <p:style>
          <a:lnRef idx="1">
            <a:schemeClr val="accent1"/>
          </a:lnRef>
          <a:fillRef idx="0">
            <a:schemeClr val="accent1"/>
          </a:fillRef>
          <a:effectRef idx="0">
            <a:schemeClr val="accent1"/>
          </a:effectRef>
          <a:fontRef idx="minor">
            <a:schemeClr val="tx1"/>
          </a:fontRef>
        </p:style>
      </p:cxnSp>
      <p:pic>
        <p:nvPicPr>
          <p:cNvPr id="50" name="図 49">
            <a:extLst>
              <a:ext uri="{FF2B5EF4-FFF2-40B4-BE49-F238E27FC236}">
                <a16:creationId xmlns:a16="http://schemas.microsoft.com/office/drawing/2014/main" id="{848206DE-8876-90A5-93E0-00CA644D89FB}"/>
              </a:ext>
            </a:extLst>
          </p:cNvPr>
          <p:cNvPicPr>
            <a:picLocks noChangeAspect="1"/>
          </p:cNvPicPr>
          <p:nvPr/>
        </p:nvPicPr>
        <p:blipFill>
          <a:blip r:embed="rId9"/>
          <a:stretch>
            <a:fillRect/>
          </a:stretch>
        </p:blipFill>
        <p:spPr>
          <a:xfrm>
            <a:off x="7591773" y="876230"/>
            <a:ext cx="457218" cy="457218"/>
          </a:xfrm>
          <a:prstGeom prst="rect">
            <a:avLst/>
          </a:prstGeom>
        </p:spPr>
      </p:pic>
      <p:sp>
        <p:nvSpPr>
          <p:cNvPr id="51" name="テキスト ボックス 284">
            <a:extLst>
              <a:ext uri="{FF2B5EF4-FFF2-40B4-BE49-F238E27FC236}">
                <a16:creationId xmlns:a16="http://schemas.microsoft.com/office/drawing/2014/main" id="{50A01428-56E4-830F-358C-6BA031BA5479}"/>
              </a:ext>
            </a:extLst>
          </p:cNvPr>
          <p:cNvSpPr txBox="1"/>
          <p:nvPr/>
        </p:nvSpPr>
        <p:spPr>
          <a:xfrm>
            <a:off x="7511681" y="1273831"/>
            <a:ext cx="1149674" cy="27699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lIns="27432" rIns="27432" tIns="18288" bIns="18288">
            <a:normAutofit/>
          </a:bodyP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960" dirty="0">
                <a:latin typeface="Times New Roman" panose="020B0604030504040204" pitchFamily="18" charset="0"/>
                <a:ea typeface="Times New Roman" panose="020B0604030504040204" pitchFamily="18" charset="0"/>
                <a:cs typeface="Times New Roman" pitchFamily="18" charset="0"/>
              </a:rPr>
              <a:t>Máy tính phân tích hình ảnh</a:t>
            </a:r>
            <a:r>
              <a:rPr kumimoji="1" lang="vi-VN" altLang="ja-JP" sz="960" dirty="0">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p:txBody>
      </p:sp>
      <p:sp>
        <p:nvSpPr>
          <p:cNvPr id="52" name="テキスト ボックス 34">
            <a:extLst>
              <a:ext uri="{FF2B5EF4-FFF2-40B4-BE49-F238E27FC236}">
                <a16:creationId xmlns:a16="http://schemas.microsoft.com/office/drawing/2014/main" id="{FE68C2CD-7906-3B97-84EC-512D4E103FD6}"/>
              </a:ext>
            </a:extLst>
          </p:cNvPr>
          <p:cNvSpPr txBox="1">
            <a:spLocks/>
          </p:cNvSpPr>
          <p:nvPr/>
        </p:nvSpPr>
        <p:spPr>
          <a:xfrm>
            <a:off x="6694031" y="772790"/>
            <a:ext cx="848309" cy="276999"/>
          </a:xfrm>
          <a:prstGeom prst="rect">
            <a:avLst/>
          </a:prstGeom>
          <a:noFill/>
          <a:ln>
            <a:noFill/>
          </a:ln>
        </p:spPr>
        <p:txBody>
          <a:bodyPr wrap="square" rtlCol="0"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960" dirty="0">
                <a:solidFill>
                  <a:srgbClr val="7030A0"/>
                </a:solidFill>
                <a:latin typeface="Times New Roman" pitchFamily="18" charset="0"/>
                <a:ea typeface="Times New Roman" pitchFamily="18" charset="0"/>
                <a:cs typeface="Times New Roman" pitchFamily="18" charset="0"/>
              </a:rPr>
              <a:t>dữ liệu hình ảnh</a:t>
            </a:r>
            <a:endParaRPr kumimoji="1" lang="vi-VN" altLang="ja-JP" sz="1200" dirty="0">
              <a:solidFill>
                <a:srgbClr val="7030A0"/>
              </a:solidFill>
              <a:latin typeface="Times New Roman" pitchFamily="18" charset="0"/>
              <a:ea typeface="Times New Roman" pitchFamily="18" charset="0"/>
              <a:cs typeface="Times New Roman" pitchFamily="18" charset="0"/>
            </a:endParaRPr>
          </a:p>
        </p:txBody>
      </p:sp>
      <p:sp>
        <p:nvSpPr>
          <p:cNvPr id="53" name="テキスト ボックス 34">
            <a:extLst>
              <a:ext uri="{FF2B5EF4-FFF2-40B4-BE49-F238E27FC236}">
                <a16:creationId xmlns:a16="http://schemas.microsoft.com/office/drawing/2014/main" id="{4F27B0ED-3D39-EF5D-A218-75178DF18F4A}"/>
              </a:ext>
            </a:extLst>
          </p:cNvPr>
          <p:cNvSpPr txBox="1">
            <a:spLocks/>
          </p:cNvSpPr>
          <p:nvPr/>
        </p:nvSpPr>
        <p:spPr>
          <a:xfrm>
            <a:off x="6708625" y="1289982"/>
            <a:ext cx="800219" cy="276999"/>
          </a:xfrm>
          <a:prstGeom prst="rect">
            <a:avLst/>
          </a:prstGeom>
          <a:noFill/>
          <a:ln>
            <a:noFill/>
          </a:ln>
        </p:spPr>
        <p:txBody>
          <a:bodyPr wrap="square" rtlCol="0"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960" dirty="0">
                <a:solidFill>
                  <a:srgbClr val="7030A0"/>
                </a:solidFill>
                <a:latin typeface="Times New Roman" pitchFamily="18" charset="0"/>
                <a:ea typeface="Times New Roman" pitchFamily="18" charset="0"/>
                <a:cs typeface="Times New Roman" pitchFamily="18" charset="0"/>
              </a:rPr>
              <a:t>Kết quả phân tích</a:t>
            </a:r>
            <a:endParaRPr kumimoji="1" lang="vi-VN" altLang="ja-JP" sz="1200" dirty="0">
              <a:solidFill>
                <a:srgbClr val="7030A0"/>
              </a:solidFill>
              <a:latin typeface="Times New Roman" pitchFamily="18" charset="0"/>
              <a:ea typeface="Times New Roman" pitchFamily="18" charset="0"/>
              <a:cs typeface="Times New Roman" pitchFamily="18" charset="0"/>
            </a:endParaRPr>
          </a:p>
        </p:txBody>
      </p:sp>
      <p:sp>
        <p:nvSpPr>
          <p:cNvPr id="54" name="テキスト ボックス 284">
            <a:extLst>
              <a:ext uri="{FF2B5EF4-FFF2-40B4-BE49-F238E27FC236}">
                <a16:creationId xmlns:a16="http://schemas.microsoft.com/office/drawing/2014/main" id="{4558A3C9-7DF0-9FDC-17D5-70C0FC35BCD5}"/>
              </a:ext>
            </a:extLst>
          </p:cNvPr>
          <p:cNvSpPr txBox="1"/>
          <p:nvPr/>
        </p:nvSpPr>
        <p:spPr>
          <a:xfrm>
            <a:off x="5004802" y="880869"/>
            <a:ext cx="1223412" cy="46166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lIns="27432" rIns="27432" tIns="18288" bIns="18288">
            <a:normAutofit/>
          </a:bodyP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defRPr lang="vi-VN">
                <a:latin typeface="Times New Roman" pitchFamily="18" charset="0"/>
                <a:ea typeface="Times New Roman" pitchFamily="18" charset="0"/>
                <a:cs typeface="Times New Roman" pitchFamily="18" charset="0"/>
              </a:defRPr>
            </a:pPr>
            <a:r>
              <a:rPr kumimoji="1" lang="vi-VN" altLang="ja-JP" sz="960" dirty="0" err="1">
                <a:latin typeface="Times New Roman" panose="020B0604030504040204" pitchFamily="18" charset="0"/>
                <a:ea typeface="Times New Roman" panose="020B0604030504040204" pitchFamily="18" charset="0"/>
                <a:cs typeface="Times New Roman" pitchFamily="18" charset="0"/>
              </a:rPr>
              <a:t>HostPC</a:t>
            </a:r>
            <a:endParaRPr kumimoji="1" lang="vi-VN" altLang="ja-JP" sz="1200" dirty="0">
              <a:latin typeface="Times New Roman" panose="020B0604030504040204" pitchFamily="18" charset="0"/>
              <a:ea typeface="Times New Roman" panose="020B0604030504040204"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960" dirty="0">
                <a:latin typeface="Times New Roman" panose="020B0604030504040204" pitchFamily="18" charset="0"/>
                <a:ea typeface="Times New Roman" panose="020B0604030504040204" pitchFamily="18" charset="0"/>
                <a:cs typeface="Times New Roman" pitchFamily="18" charset="0"/>
              </a:rPr>
              <a:t>・Công đoạn / Quy trình情報管理</a:t>
            </a:r>
            <a:endParaRPr kumimoji="1" lang="vi-VN" altLang="ja-JP" sz="1200" dirty="0">
              <a:latin typeface="Times New Roman" panose="020B0604030504040204" pitchFamily="18" charset="0"/>
              <a:ea typeface="Times New Roman" panose="020B0604030504040204" pitchFamily="18" charset="0"/>
              <a:cs typeface="Times New Roman" pitchFamily="18" charset="0"/>
            </a:endParaRPr>
          </a:p>
        </p:txBody>
      </p:sp>
      <p:sp>
        <p:nvSpPr>
          <p:cNvPr id="56" name="テキスト ボックス 285">
            <a:extLst>
              <a:ext uri="{FF2B5EF4-FFF2-40B4-BE49-F238E27FC236}">
                <a16:creationId xmlns:a16="http://schemas.microsoft.com/office/drawing/2014/main" id="{552F1B80-287E-77CF-3338-FD46C0A97B87}"/>
              </a:ext>
            </a:extLst>
          </p:cNvPr>
          <p:cNvSpPr txBox="1"/>
          <p:nvPr/>
        </p:nvSpPr>
        <p:spPr>
          <a:xfrm>
            <a:off x="6752499" y="3787636"/>
            <a:ext cx="506292" cy="27699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lIns="27432" rIns="27432" tIns="18288" bIns="18288">
            <a:normAutofit/>
          </a:bodyP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ja-JP" sz="1200" dirty="0">
                <a:latin typeface="Times New Roman" panose="020B0604030504040204" pitchFamily="18" charset="0"/>
                <a:ea typeface="Times New Roman" panose="020B0604030504040204" pitchFamily="18" charset="0"/>
                <a:cs typeface="Times New Roman" pitchFamily="18" charset="0"/>
              </a:rPr>
              <a:t>AGV</a:t>
            </a:r>
            <a:endParaRPr kumimoji="1" lang="vi-VN" altLang="en-US" sz="1200" dirty="0">
              <a:latin typeface="Times New Roman" panose="020B0604030504040204" pitchFamily="18" charset="0"/>
              <a:ea typeface="Times New Roman" panose="020B0604030504040204" pitchFamily="18" charset="0"/>
              <a:cs typeface="Times New Roman" pitchFamily="18" charset="0"/>
            </a:endParaRPr>
          </a:p>
        </p:txBody>
      </p:sp>
      <p:pic>
        <p:nvPicPr>
          <p:cNvPr id="3" name="図 2">
            <a:extLst>
              <a:ext uri="{FF2B5EF4-FFF2-40B4-BE49-F238E27FC236}">
                <a16:creationId xmlns:a16="http://schemas.microsoft.com/office/drawing/2014/main" id="{0234B50D-7362-A300-5567-1A6EF5B280E6}"/>
              </a:ext>
            </a:extLst>
          </p:cNvPr>
          <p:cNvPicPr>
            <a:picLocks noChangeAspect="1"/>
          </p:cNvPicPr>
          <p:nvPr/>
        </p:nvPicPr>
        <p:blipFill>
          <a:blip r:embed="rId10"/>
          <a:stretch>
            <a:fillRect/>
          </a:stretch>
        </p:blipFill>
        <p:spPr>
          <a:xfrm>
            <a:off x="6647206" y="1970300"/>
            <a:ext cx="215110" cy="215110"/>
          </a:xfrm>
          <a:prstGeom prst="rect">
            <a:avLst/>
          </a:prstGeom>
        </p:spPr>
      </p:pic>
      <p:sp>
        <p:nvSpPr>
          <p:cNvPr id="4" name="テキスト ボックス 35">
            <a:extLst>
              <a:ext uri="{FF2B5EF4-FFF2-40B4-BE49-F238E27FC236}">
                <a16:creationId xmlns:a16="http://schemas.microsoft.com/office/drawing/2014/main" id="{9DC73175-1AF8-3010-3C59-B2221ED1E227}"/>
              </a:ext>
            </a:extLst>
          </p:cNvPr>
          <p:cNvSpPr txBox="1">
            <a:spLocks/>
          </p:cNvSpPr>
          <p:nvPr/>
        </p:nvSpPr>
        <p:spPr>
          <a:xfrm>
            <a:off x="4847221" y="2049215"/>
            <a:ext cx="1345240" cy="461665"/>
          </a:xfrm>
          <a:prstGeom prst="rect">
            <a:avLst/>
          </a:prstGeom>
          <a:noFill/>
          <a:ln>
            <a:noFill/>
          </a:ln>
        </p:spPr>
        <p:txBody>
          <a:bodyPr wrap="square" rtlCol="0"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960" dirty="0">
                <a:solidFill>
                  <a:srgbClr val="7030A0"/>
                </a:solidFill>
                <a:latin typeface="Times New Roman" pitchFamily="18" charset="0"/>
                <a:ea typeface="Times New Roman" pitchFamily="18" charset="0"/>
                <a:cs typeface="Times New Roman" pitchFamily="18" charset="0"/>
              </a:rPr>
              <a:t>・Công đoạn / Quy trìnhファイル解析</a:t>
            </a:r>
            <a:endParaRPr kumimoji="1" lang="vi-VN" altLang="ja-JP" sz="1200" dirty="0">
              <a:solidFill>
                <a:srgbClr val="7030A0"/>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960" dirty="0">
                <a:solidFill>
                  <a:srgbClr val="7030A0"/>
                </a:solidFill>
                <a:latin typeface="Times New Roman" pitchFamily="18" charset="0"/>
                <a:ea typeface="Times New Roman" pitchFamily="18" charset="0"/>
                <a:cs typeface="Times New Roman" pitchFamily="18" charset="0"/>
              </a:rPr>
              <a:t>・コマンド生成</a:t>
            </a:r>
            <a:endParaRPr kumimoji="1" lang="vi-VN" altLang="ja-JP" sz="1200" dirty="0">
              <a:solidFill>
                <a:srgbClr val="7030A0"/>
              </a:solidFill>
              <a:latin typeface="Times New Roman" pitchFamily="18" charset="0"/>
              <a:ea typeface="Times New Roman" pitchFamily="18" charset="0"/>
              <a:cs typeface="Times New Roman" pitchFamily="18" charset="0"/>
            </a:endParaRPr>
          </a:p>
        </p:txBody>
      </p:sp>
      <p:sp>
        <p:nvSpPr>
          <p:cNvPr id="57" name="TextBox 56"/>
          <p:cNvSpPr txBox="1"/>
          <p:nvPr/>
        </p:nvSpPr>
        <p:spPr>
          <a:xfrm>
            <a:off x="878793" y="1091419"/>
            <a:ext cx="3144819" cy="160457"/>
          </a:xfrm>
          <a:prstGeom prst="rect">
            <a:avLst/>
          </a:prstGeom>
          <a:noFill/>
        </p:spPr>
        <p:txBody>
          <a:bodyPr wrap="square" lIns="0" rIns="0" tIns="0" bIns="0">
            <a:spAutoFit/>
          </a:bodyPr>
          <a:lstStyle/>
          <a:p>
            <a:pPr algn="l">
              <a:defRPr sz="909"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đây</a:t>
            </a:r>
            <a:endParaRPr lang="vi-VN">
              <a:latin typeface="Times New Roman" pitchFamily="18" charset="0"/>
              <a:ea typeface="Times New Roman" pitchFamily="18" charset="0"/>
              <a:cs typeface="Times New Roman" pitchFamily="18" charset="0"/>
            </a:endParaRPr>
          </a:p>
        </p:txBody>
      </p:sp>
      <p:sp>
        <p:nvSpPr>
          <p:cNvPr id="58" name="TextBox 57"/>
          <p:cNvSpPr txBox="1"/>
          <p:nvPr/>
        </p:nvSpPr>
        <p:spPr>
          <a:xfrm>
            <a:off x="2174352" y="3604575"/>
            <a:ext cx="393994" cy="328628"/>
          </a:xfrm>
          <a:prstGeom prst="rect">
            <a:avLst/>
          </a:prstGeom>
          <a:noFill/>
        </p:spPr>
        <p:txBody>
          <a:bodyPr wrap="square" lIns="0" rIns="0" tIns="0" bIns="0">
            <a:spAutoFit/>
          </a:bodyPr>
          <a:lstStyle/>
          <a:p>
            <a:pPr algn="l">
              <a:defRPr sz="1863"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cái chết</a:t>
            </a:r>
            <a:endParaRPr lang="vi-VN">
              <a:latin typeface="Times New Roman" pitchFamily="18" charset="0"/>
              <a:ea typeface="Times New Roman" pitchFamily="18" charset="0"/>
              <a:cs typeface="Times New Roman" pitchFamily="18" charset="0"/>
            </a:endParaRPr>
          </a:p>
        </p:txBody>
      </p:sp>
      <p:sp>
        <p:nvSpPr>
          <p:cNvPr id="59" name="TextBox 58"/>
          <p:cNvSpPr txBox="1"/>
          <p:nvPr/>
        </p:nvSpPr>
        <p:spPr>
          <a:xfrm>
            <a:off x="2602056" y="2375729"/>
            <a:ext cx="520058" cy="296870"/>
          </a:xfrm>
          <a:prstGeom prst="rect">
            <a:avLst/>
          </a:prstGeom>
          <a:noFill/>
        </p:spPr>
        <p:txBody>
          <a:bodyPr wrap="square" lIns="0" rIns="0" tIns="0" bIns="0">
            <a:spAutoFit/>
          </a:bodyPr>
          <a:lstStyle/>
          <a:p>
            <a:pPr algn="l">
              <a:defRPr sz="1683"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Ghi 1</a:t>
            </a:r>
            <a:endParaRPr lang="vi-VN">
              <a:latin typeface="Times New Roman" pitchFamily="18" charset="0"/>
              <a:ea typeface="Times New Roman" pitchFamily="18" charset="0"/>
              <a:cs typeface="Times New Roman" pitchFamily="18" charset="0"/>
            </a:endParaRPr>
          </a:p>
        </p:txBody>
      </p:sp>
      <p:sp>
        <p:nvSpPr>
          <p:cNvPr id="60" name="TextBox 59"/>
          <p:cNvSpPr txBox="1"/>
          <p:nvPr/>
        </p:nvSpPr>
        <p:spPr>
          <a:xfrm>
            <a:off x="854660" y="2409038"/>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ĐẾN</a:t>
            </a:r>
            <a:endParaRPr lang="vi-VN">
              <a:latin typeface="Times New Roman" pitchFamily="18" charset="0"/>
              <a:ea typeface="Times New Roman" pitchFamily="18" charset="0"/>
              <a:cs typeface="Times New Roman" pitchFamily="18" charset="0"/>
            </a:endParaRPr>
          </a:p>
        </p:txBody>
      </p:sp>
      <p:sp>
        <p:nvSpPr>
          <p:cNvPr id="61" name="TextBox 60"/>
          <p:cNvSpPr txBox="1"/>
          <p:nvPr/>
        </p:nvSpPr>
        <p:spPr>
          <a:xfrm>
            <a:off x="6236029" y="3740246"/>
            <a:ext cx="450964" cy="400616"/>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ーーーーーーー</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1722429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0E939C6-01BE-62CF-AA1F-6FFA4134AD07}"/>
              </a:ext>
            </a:extLst>
          </p:cNvPr>
          <p:cNvSpPr txBox="1">
            <a:spLocks/>
          </p:cNvSpPr>
          <p:nvPr/>
        </p:nvSpPr>
        <p:spPr>
          <a:xfrm>
            <a:off x="1440872" y="211931"/>
            <a:ext cx="6265069" cy="238125"/>
          </a:xfrm>
          <a:prstGeom prst="rect">
            <a:avLst/>
          </a:prstGeom>
        </p:spPr>
        <p:txBody>
          <a:bodyPr vert="horz" wrap="square" lIns="27432" tIns="18288" rIns="27432" bIns="18288" rtlCol="0" anchor="ctr" anchorCtr="0">
            <a:norm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pPr>
              <a:defRPr lang="vi-VN">
                <a:latin typeface="Times New Roman" pitchFamily="18" charset="0"/>
                <a:ea typeface="Times New Roman" pitchFamily="18" charset="0"/>
                <a:cs typeface="Times New Roman" pitchFamily="18" charset="0"/>
              </a:defRPr>
            </a:pPr>
            <a:r>
              <a:rPr lang="vi-VN" altLang="en-US" sz="1440" dirty="0">
                <a:latin typeface="Times New Roman" pitchFamily="18" charset="0"/>
                <a:ea typeface="Times New Roman" pitchFamily="18" charset="0"/>
                <a:cs typeface="Times New Roman" pitchFamily="18" charset="0"/>
              </a:rPr>
              <a:t>Về sự khác biệt với hệ thống hiện tại</a:t>
            </a:r>
            <a:endParaRPr lang="vi-VN" altLang="ja-JP" sz="1800" dirty="0">
              <a:latin typeface="Times New Roman" pitchFamily="18" charset="0"/>
              <a:ea typeface="Times New Roman" pitchFamily="18" charset="0"/>
              <a:cs typeface="Times New Roman" pitchFamily="18" charset="0"/>
            </a:endParaRPr>
          </a:p>
        </p:txBody>
      </p:sp>
      <p:sp>
        <p:nvSpPr>
          <p:cNvPr id="4" name="正方形/長方形 3">
            <a:extLst>
              <a:ext uri="{FF2B5EF4-FFF2-40B4-BE49-F238E27FC236}">
                <a16:creationId xmlns:a16="http://schemas.microsoft.com/office/drawing/2014/main" id="{791B4296-10AD-4E9C-3004-82442AFAD864}"/>
              </a:ext>
            </a:extLst>
          </p:cNvPr>
          <p:cNvSpPr/>
          <p:nvPr/>
        </p:nvSpPr>
        <p:spPr>
          <a:xfrm>
            <a:off x="427703" y="918272"/>
            <a:ext cx="521333"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ja-JP" sz="1050" b="1" dirty="0">
                <a:solidFill>
                  <a:schemeClr val="tx1"/>
                </a:solidFill>
                <a:latin typeface="Times New Roman" pitchFamily="18" charset="0"/>
                <a:ea typeface="Times New Roman" pitchFamily="18" charset="0"/>
                <a:cs typeface="Times New Roman" pitchFamily="18" charset="0"/>
              </a:rPr>
              <a:t>2V9</a:t>
            </a:r>
            <a:endParaRPr lang="vi-VN">
              <a:latin typeface="Times New Roman" pitchFamily="18" charset="0"/>
              <a:ea typeface="Times New Roman" pitchFamily="18" charset="0"/>
              <a:cs typeface="Times New Roman" pitchFamily="18" charset="0"/>
            </a:endParaRPr>
          </a:p>
        </p:txBody>
      </p:sp>
      <p:sp>
        <p:nvSpPr>
          <p:cNvPr id="18" name="正方形/長方形 17">
            <a:extLst>
              <a:ext uri="{FF2B5EF4-FFF2-40B4-BE49-F238E27FC236}">
                <a16:creationId xmlns:a16="http://schemas.microsoft.com/office/drawing/2014/main" id="{61417193-0CCA-FD62-AF7F-4FE21724EA1E}"/>
              </a:ext>
            </a:extLst>
          </p:cNvPr>
          <p:cNvSpPr/>
          <p:nvPr/>
        </p:nvSpPr>
        <p:spPr>
          <a:xfrm>
            <a:off x="1855459" y="3678322"/>
            <a:ext cx="4101995"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ja-JP" sz="1050" b="1" dirty="0">
                <a:solidFill>
                  <a:schemeClr val="tx1"/>
                </a:solidFill>
                <a:latin typeface="Times New Roman" pitchFamily="18" charset="0"/>
                <a:ea typeface="Times New Roman" pitchFamily="18" charset="0"/>
                <a:cs typeface="Times New Roman" pitchFamily="18" charset="0"/>
              </a:rPr>
              <a:t>2V9_7900 (Chương trình kiểm tra tích hợp: chương trình thông thường)</a:t>
            </a:r>
            <a:r>
              <a:rPr kumimoji="1" lang="vi-VN" altLang="en-US" sz="1050" b="1" dirty="0">
                <a:solidFill>
                  <a:schemeClr val="tx1"/>
                </a:solidFill>
                <a:latin typeface="Times New Roman" pitchFamily="18" charset="0"/>
                <a:ea typeface="Times New Roman" pitchFamily="18" charset="0"/>
                <a:cs typeface="Times New Roman" pitchFamily="18" charset="0"/>
              </a:rPr>
              <a:t/>
            </a:r>
            <a:endParaRPr kumimoji="1" lang="vi-VN" altLang="ja-JP" sz="1050" b="1" dirty="0">
              <a:solidFill>
                <a:schemeClr val="tx1"/>
              </a:solidFill>
              <a:latin typeface="Times New Roman" pitchFamily="18" charset="0"/>
              <a:ea typeface="Times New Roman" pitchFamily="18" charset="0"/>
              <a:cs typeface="Times New Roman" pitchFamily="18" charset="0"/>
            </a:endParaRPr>
          </a:p>
        </p:txBody>
      </p:sp>
      <p:sp>
        <p:nvSpPr>
          <p:cNvPr id="36" name="正方形/長方形 35">
            <a:extLst>
              <a:ext uri="{FF2B5EF4-FFF2-40B4-BE49-F238E27FC236}">
                <a16:creationId xmlns:a16="http://schemas.microsoft.com/office/drawing/2014/main" id="{31D919BB-8A0E-2E61-0261-A90FC2127A49}"/>
              </a:ext>
            </a:extLst>
          </p:cNvPr>
          <p:cNvSpPr/>
          <p:nvPr/>
        </p:nvSpPr>
        <p:spPr>
          <a:xfrm>
            <a:off x="1858735" y="921539"/>
            <a:ext cx="4368242"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ja-JP" sz="1050" b="1" dirty="0">
                <a:solidFill>
                  <a:schemeClr val="tx1"/>
                </a:solidFill>
                <a:latin typeface="Times New Roman" pitchFamily="18" charset="0"/>
                <a:ea typeface="Times New Roman" pitchFamily="18" charset="0"/>
                <a:cs typeface="Times New Roman" pitchFamily="18" charset="0"/>
              </a:rPr>
              <a:t>2V9_7401 (HostPC: Máy chủ điều khiển hệ thống)　</a:t>
            </a:r>
            <a:r>
              <a:rPr kumimoji="1" lang="vi-VN" altLang="en-US" sz="1050" b="1" dirty="0">
                <a:solidFill>
                  <a:schemeClr val="tx1"/>
                </a:solidFill>
                <a:latin typeface="Times New Roman" pitchFamily="18" charset="0"/>
                <a:ea typeface="Times New Roman" pitchFamily="18" charset="0"/>
                <a:cs typeface="Times New Roman" pitchFamily="18" charset="0"/>
              </a:rPr>
              <a:t/>
            </a:r>
            <a:r>
              <a:rPr kumimoji="1" lang="vi-VN" altLang="ja-JP" sz="1050" b="1" dirty="0" err="1">
                <a:solidFill>
                  <a:schemeClr val="tx1"/>
                </a:solidFill>
                <a:latin typeface="Times New Roman" pitchFamily="18" charset="0"/>
                <a:ea typeface="Times New Roman" pitchFamily="18" charset="0"/>
                <a:cs typeface="Times New Roman" pitchFamily="18" charset="0"/>
              </a:rPr>
              <a:t/>
            </a:r>
            <a:r>
              <a:rPr kumimoji="1" lang="vi-VN" altLang="en-US" sz="1050" b="1" dirty="0">
                <a:solidFill>
                  <a:schemeClr val="tx1"/>
                </a:solidFill>
                <a:latin typeface="Times New Roman" pitchFamily="18" charset="0"/>
                <a:ea typeface="Times New Roman" pitchFamily="18" charset="0"/>
                <a:cs typeface="Times New Roman" pitchFamily="18" charset="0"/>
              </a:rPr>
              <a:t/>
            </a:r>
            <a:r>
              <a:rPr kumimoji="1" lang="vi-VN" altLang="ja-JP" sz="1050" b="1" dirty="0">
                <a:solidFill>
                  <a:schemeClr val="tx1"/>
                </a:solidFill>
                <a:latin typeface="Times New Roman" pitchFamily="18" charset="0"/>
                <a:ea typeface="Times New Roman" pitchFamily="18" charset="0"/>
                <a:cs typeface="Times New Roman" pitchFamily="18" charset="0"/>
              </a:rPr>
              <a:t/>
            </a:r>
            <a:r>
              <a:rPr kumimoji="1" lang="vi-VN" altLang="en-US" sz="1050" b="1" dirty="0">
                <a:solidFill>
                  <a:schemeClr val="tx1"/>
                </a:solidFill>
                <a:latin typeface="Times New Roman" pitchFamily="18" charset="0"/>
                <a:ea typeface="Times New Roman" pitchFamily="18" charset="0"/>
                <a:cs typeface="Times New Roman" pitchFamily="18" charset="0"/>
              </a:rPr>
              <a:t/>
            </a:r>
            <a:endParaRPr kumimoji="1" lang="vi-VN" altLang="ja-JP" sz="1050" dirty="0">
              <a:solidFill>
                <a:schemeClr val="tx1"/>
              </a:solidFill>
              <a:latin typeface="Times New Roman" pitchFamily="18" charset="0"/>
              <a:ea typeface="Times New Roman" pitchFamily="18" charset="0"/>
              <a:cs typeface="Times New Roman" pitchFamily="18" charset="0"/>
            </a:endParaRPr>
          </a:p>
        </p:txBody>
      </p:sp>
      <p:sp>
        <p:nvSpPr>
          <p:cNvPr id="38" name="正方形/長方形 37">
            <a:extLst>
              <a:ext uri="{FF2B5EF4-FFF2-40B4-BE49-F238E27FC236}">
                <a16:creationId xmlns:a16="http://schemas.microsoft.com/office/drawing/2014/main" id="{5F1CA9B3-7C48-05BD-CB60-B1DF727E6EF3}"/>
              </a:ext>
            </a:extLst>
          </p:cNvPr>
          <p:cNvSpPr/>
          <p:nvPr/>
        </p:nvSpPr>
        <p:spPr>
          <a:xfrm>
            <a:off x="1870104" y="1389785"/>
            <a:ext cx="4368242"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ja-JP" sz="1050" b="1" dirty="0">
                <a:solidFill>
                  <a:schemeClr val="tx1"/>
                </a:solidFill>
                <a:latin typeface="Times New Roman" pitchFamily="18" charset="0"/>
                <a:ea typeface="Times New Roman" pitchFamily="18" charset="0"/>
                <a:cs typeface="Times New Roman" pitchFamily="18" charset="0"/>
              </a:rPr>
              <a:t>2V9_7402 (RaspberryPi: Chương trình gửi lệnh)　</a:t>
            </a:r>
            <a:r>
              <a:rPr kumimoji="1" lang="vi-VN" altLang="en-US" sz="1050" b="1" dirty="0">
                <a:solidFill>
                  <a:schemeClr val="tx1"/>
                </a:solidFill>
                <a:latin typeface="Times New Roman" pitchFamily="18" charset="0"/>
                <a:ea typeface="Times New Roman" pitchFamily="18" charset="0"/>
                <a:cs typeface="Times New Roman" pitchFamily="18" charset="0"/>
              </a:rPr>
              <a:t/>
            </a:r>
            <a:r>
              <a:rPr kumimoji="1" lang="vi-VN" altLang="ja-JP" sz="1050" b="1" dirty="0" err="1">
                <a:solidFill>
                  <a:schemeClr val="tx1"/>
                </a:solidFill>
                <a:latin typeface="Times New Roman" pitchFamily="18" charset="0"/>
                <a:ea typeface="Times New Roman" pitchFamily="18" charset="0"/>
                <a:cs typeface="Times New Roman" pitchFamily="18" charset="0"/>
              </a:rPr>
              <a:t/>
            </a:r>
            <a:r>
              <a:rPr kumimoji="1" lang="vi-VN" altLang="en-US" sz="1050" b="1" dirty="0">
                <a:solidFill>
                  <a:schemeClr val="tx1"/>
                </a:solidFill>
                <a:latin typeface="Times New Roman" pitchFamily="18" charset="0"/>
                <a:ea typeface="Times New Roman" pitchFamily="18" charset="0"/>
                <a:cs typeface="Times New Roman" pitchFamily="18" charset="0"/>
              </a:rPr>
              <a:t/>
            </a:r>
            <a:r>
              <a:rPr kumimoji="1" lang="vi-VN" altLang="ja-JP" sz="1050" b="1" dirty="0">
                <a:solidFill>
                  <a:schemeClr val="tx1"/>
                </a:solidFill>
                <a:latin typeface="Times New Roman" pitchFamily="18" charset="0"/>
                <a:ea typeface="Times New Roman" pitchFamily="18" charset="0"/>
                <a:cs typeface="Times New Roman" pitchFamily="18" charset="0"/>
              </a:rPr>
              <a:t/>
            </a:r>
            <a:r>
              <a:rPr kumimoji="1" lang="vi-VN" altLang="en-US" sz="1050" b="1" dirty="0">
                <a:solidFill>
                  <a:schemeClr val="tx1"/>
                </a:solidFill>
                <a:latin typeface="Times New Roman" pitchFamily="18" charset="0"/>
                <a:ea typeface="Times New Roman" pitchFamily="18" charset="0"/>
                <a:cs typeface="Times New Roman" pitchFamily="18" charset="0"/>
              </a:rPr>
              <a:t/>
            </a:r>
            <a:endParaRPr kumimoji="1" lang="vi-VN" altLang="ja-JP" sz="1050" b="1" dirty="0">
              <a:solidFill>
                <a:schemeClr val="tx1"/>
              </a:solidFill>
              <a:latin typeface="Times New Roman" pitchFamily="18" charset="0"/>
              <a:ea typeface="Times New Roman" pitchFamily="18" charset="0"/>
              <a:cs typeface="Times New Roman" pitchFamily="18" charset="0"/>
            </a:endParaRPr>
          </a:p>
        </p:txBody>
      </p:sp>
      <p:sp>
        <p:nvSpPr>
          <p:cNvPr id="39" name="正方形/長方形 38">
            <a:extLst>
              <a:ext uri="{FF2B5EF4-FFF2-40B4-BE49-F238E27FC236}">
                <a16:creationId xmlns:a16="http://schemas.microsoft.com/office/drawing/2014/main" id="{F92DFF49-FDB8-B000-9B47-1A778B11CADD}"/>
              </a:ext>
            </a:extLst>
          </p:cNvPr>
          <p:cNvSpPr/>
          <p:nvPr/>
        </p:nvSpPr>
        <p:spPr>
          <a:xfrm>
            <a:off x="1870104" y="1894994"/>
            <a:ext cx="5470001"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ja-JP" sz="1050" b="1" dirty="0">
                <a:solidFill>
                  <a:schemeClr val="tx1"/>
                </a:solidFill>
                <a:latin typeface="Times New Roman" pitchFamily="18" charset="0"/>
                <a:ea typeface="Times New Roman" pitchFamily="18" charset="0"/>
                <a:cs typeface="Times New Roman" pitchFamily="18" charset="0"/>
              </a:rPr>
              <a:t>2V9_7403 (AutoBatchFilesForImage: Chương trình phân tích hình ảnh)　</a:t>
            </a:r>
            <a:r>
              <a:rPr kumimoji="1" lang="vi-VN" altLang="en-US" sz="1050" b="1" dirty="0">
                <a:solidFill>
                  <a:schemeClr val="tx1"/>
                </a:solidFill>
                <a:latin typeface="Times New Roman" pitchFamily="18" charset="0"/>
                <a:ea typeface="Times New Roman" pitchFamily="18" charset="0"/>
                <a:cs typeface="Times New Roman" pitchFamily="18" charset="0"/>
              </a:rPr>
              <a:t/>
            </a:r>
            <a:r>
              <a:rPr kumimoji="1" lang="vi-VN" altLang="ja-JP" sz="1050" b="1" dirty="0" err="1">
                <a:solidFill>
                  <a:schemeClr val="tx1"/>
                </a:solidFill>
                <a:latin typeface="Times New Roman" pitchFamily="18" charset="0"/>
                <a:ea typeface="Times New Roman" pitchFamily="18" charset="0"/>
                <a:cs typeface="Times New Roman" pitchFamily="18" charset="0"/>
              </a:rPr>
              <a:t/>
            </a:r>
            <a:r>
              <a:rPr kumimoji="1" lang="vi-VN" altLang="en-US" sz="1050" b="1" dirty="0">
                <a:solidFill>
                  <a:schemeClr val="tx1"/>
                </a:solidFill>
                <a:latin typeface="Times New Roman" pitchFamily="18" charset="0"/>
                <a:ea typeface="Times New Roman" pitchFamily="18" charset="0"/>
                <a:cs typeface="Times New Roman" pitchFamily="18" charset="0"/>
              </a:rPr>
              <a:t/>
            </a:r>
            <a:r>
              <a:rPr kumimoji="1" lang="vi-VN" altLang="ja-JP" sz="1050" b="1" dirty="0">
                <a:solidFill>
                  <a:schemeClr val="tx1"/>
                </a:solidFill>
                <a:latin typeface="Times New Roman" pitchFamily="18" charset="0"/>
                <a:ea typeface="Times New Roman" pitchFamily="18" charset="0"/>
                <a:cs typeface="Times New Roman" pitchFamily="18" charset="0"/>
              </a:rPr>
              <a:t/>
            </a:r>
            <a:r>
              <a:rPr kumimoji="1" lang="vi-VN" altLang="en-US" sz="1050" b="1" dirty="0">
                <a:solidFill>
                  <a:schemeClr val="tx1"/>
                </a:solidFill>
                <a:latin typeface="Times New Roman" pitchFamily="18" charset="0"/>
                <a:ea typeface="Times New Roman" pitchFamily="18" charset="0"/>
                <a:cs typeface="Times New Roman" pitchFamily="18" charset="0"/>
              </a:rPr>
              <a:t/>
            </a:r>
            <a:endParaRPr kumimoji="1" lang="vi-VN" altLang="ja-JP" sz="1050" dirty="0">
              <a:solidFill>
                <a:schemeClr val="tx1"/>
              </a:solidFill>
              <a:latin typeface="Times New Roman" pitchFamily="18" charset="0"/>
              <a:ea typeface="Times New Roman" pitchFamily="18" charset="0"/>
              <a:cs typeface="Times New Roman" pitchFamily="18" charset="0"/>
            </a:endParaRPr>
          </a:p>
        </p:txBody>
      </p:sp>
      <p:sp>
        <p:nvSpPr>
          <p:cNvPr id="40" name="正方形/長方形 39">
            <a:extLst>
              <a:ext uri="{FF2B5EF4-FFF2-40B4-BE49-F238E27FC236}">
                <a16:creationId xmlns:a16="http://schemas.microsoft.com/office/drawing/2014/main" id="{1F96B81B-7745-98B7-6BA6-A495EF0D8BFA}"/>
              </a:ext>
            </a:extLst>
          </p:cNvPr>
          <p:cNvSpPr/>
          <p:nvPr/>
        </p:nvSpPr>
        <p:spPr>
          <a:xfrm>
            <a:off x="1858735" y="2404143"/>
            <a:ext cx="4567870"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ja-JP" sz="1050" b="1" dirty="0">
                <a:solidFill>
                  <a:schemeClr val="tx1"/>
                </a:solidFill>
                <a:latin typeface="Times New Roman" pitchFamily="18" charset="0"/>
                <a:ea typeface="Times New Roman" pitchFamily="18" charset="0"/>
                <a:cs typeface="Times New Roman" pitchFamily="18" charset="0"/>
              </a:rPr>
              <a:t>2V9_7404 (Máy tính bảng: hiển thị công việc của nhân viên/đầu vào kết quả thực thi)　</a:t>
            </a:r>
            <a:r>
              <a:rPr kumimoji="1" lang="vi-VN" altLang="en-US" sz="1050" b="1" dirty="0">
                <a:solidFill>
                  <a:schemeClr val="tx1"/>
                </a:solidFill>
                <a:latin typeface="Times New Roman" pitchFamily="18" charset="0"/>
                <a:ea typeface="Times New Roman" pitchFamily="18" charset="0"/>
                <a:cs typeface="Times New Roman" pitchFamily="18" charset="0"/>
              </a:rPr>
              <a:t/>
            </a:r>
            <a:r>
              <a:rPr kumimoji="1" lang="vi-VN" altLang="ja-JP" sz="1050" b="1" dirty="0">
                <a:solidFill>
                  <a:schemeClr val="tx1"/>
                </a:solidFill>
                <a:latin typeface="Times New Roman" pitchFamily="18" charset="0"/>
                <a:ea typeface="Times New Roman" pitchFamily="18" charset="0"/>
                <a:cs typeface="Times New Roman" pitchFamily="18" charset="0"/>
              </a:rPr>
              <a:t/>
            </a:r>
            <a:r>
              <a:rPr kumimoji="1" lang="vi-VN" altLang="en-US" sz="1050" b="1" dirty="0">
                <a:solidFill>
                  <a:schemeClr val="tx1"/>
                </a:solidFill>
                <a:latin typeface="Times New Roman" pitchFamily="18" charset="0"/>
                <a:ea typeface="Times New Roman" pitchFamily="18" charset="0"/>
                <a:cs typeface="Times New Roman" pitchFamily="18" charset="0"/>
              </a:rPr>
              <a:t/>
            </a:r>
            <a:r>
              <a:rPr kumimoji="1" lang="vi-VN" altLang="ja-JP" sz="1050" b="1" dirty="0">
                <a:solidFill>
                  <a:schemeClr val="tx1"/>
                </a:solidFill>
                <a:latin typeface="Times New Roman" pitchFamily="18" charset="0"/>
                <a:ea typeface="Times New Roman" pitchFamily="18" charset="0"/>
                <a:cs typeface="Times New Roman" pitchFamily="18" charset="0"/>
              </a:rPr>
              <a:t/>
            </a:r>
            <a:r>
              <a:rPr kumimoji="1" lang="vi-VN" altLang="en-US" sz="1050" b="1" dirty="0">
                <a:solidFill>
                  <a:schemeClr val="tx1"/>
                </a:solidFill>
                <a:latin typeface="Times New Roman" pitchFamily="18" charset="0"/>
                <a:ea typeface="Times New Roman" pitchFamily="18" charset="0"/>
                <a:cs typeface="Times New Roman" pitchFamily="18" charset="0"/>
              </a:rPr>
              <a:t/>
            </a:r>
            <a:r>
              <a:rPr kumimoji="1" lang="vi-VN" altLang="ja-JP" sz="1050" b="1" dirty="0">
                <a:solidFill>
                  <a:schemeClr val="tx1"/>
                </a:solidFill>
                <a:latin typeface="Times New Roman" pitchFamily="18" charset="0"/>
                <a:ea typeface="Times New Roman" pitchFamily="18" charset="0"/>
                <a:cs typeface="Times New Roman" pitchFamily="18" charset="0"/>
              </a:rPr>
              <a:t/>
            </a:r>
            <a:r>
              <a:rPr kumimoji="1" lang="vi-VN" altLang="en-US" sz="1050" b="1" dirty="0">
                <a:solidFill>
                  <a:schemeClr val="tx1"/>
                </a:solidFill>
                <a:latin typeface="Times New Roman" pitchFamily="18" charset="0"/>
                <a:ea typeface="Times New Roman" pitchFamily="18" charset="0"/>
                <a:cs typeface="Times New Roman" pitchFamily="18" charset="0"/>
              </a:rPr>
              <a:t/>
            </a:r>
            <a:endParaRPr kumimoji="1" lang="vi-VN" altLang="ja-JP" sz="1050" b="1" dirty="0">
              <a:solidFill>
                <a:schemeClr val="tx1"/>
              </a:solidFill>
              <a:latin typeface="Times New Roman" pitchFamily="18" charset="0"/>
              <a:ea typeface="Times New Roman" pitchFamily="18" charset="0"/>
              <a:cs typeface="Times New Roman" pitchFamily="18" charset="0"/>
            </a:endParaRPr>
          </a:p>
        </p:txBody>
      </p:sp>
      <p:sp>
        <p:nvSpPr>
          <p:cNvPr id="45" name="正方形/長方形 44">
            <a:extLst>
              <a:ext uri="{FF2B5EF4-FFF2-40B4-BE49-F238E27FC236}">
                <a16:creationId xmlns:a16="http://schemas.microsoft.com/office/drawing/2014/main" id="{9965289F-F87E-3F6B-B733-1490B2B80961}"/>
              </a:ext>
            </a:extLst>
          </p:cNvPr>
          <p:cNvSpPr/>
          <p:nvPr/>
        </p:nvSpPr>
        <p:spPr>
          <a:xfrm>
            <a:off x="1870104" y="2945928"/>
            <a:ext cx="3911363"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ja-JP" sz="1050" b="1" dirty="0">
                <a:solidFill>
                  <a:schemeClr val="tx1"/>
                </a:solidFill>
                <a:latin typeface="Times New Roman" pitchFamily="18" charset="0"/>
                <a:ea typeface="Times New Roman" pitchFamily="18" charset="0"/>
                <a:cs typeface="Times New Roman" pitchFamily="18" charset="0"/>
              </a:rPr>
              <a:t>2V9_7405 (DashBoard: Hiển thị trạng thái quy trình)</a:t>
            </a:r>
            <a:r>
              <a:rPr kumimoji="1" lang="vi-VN" altLang="en-US" sz="1050" b="1" dirty="0">
                <a:solidFill>
                  <a:schemeClr val="tx1"/>
                </a:solidFill>
                <a:latin typeface="Times New Roman" pitchFamily="18" charset="0"/>
                <a:ea typeface="Times New Roman" pitchFamily="18" charset="0"/>
                <a:cs typeface="Times New Roman" pitchFamily="18" charset="0"/>
              </a:rPr>
              <a:t/>
            </a:r>
            <a:r>
              <a:rPr kumimoji="1" lang="vi-VN" altLang="ja-JP" sz="1050" b="1" dirty="0" err="1">
                <a:solidFill>
                  <a:schemeClr val="tx1"/>
                </a:solidFill>
                <a:latin typeface="Times New Roman" pitchFamily="18" charset="0"/>
                <a:ea typeface="Times New Roman" pitchFamily="18" charset="0"/>
                <a:cs typeface="Times New Roman" pitchFamily="18" charset="0"/>
              </a:rPr>
              <a:t/>
            </a:r>
            <a:r>
              <a:rPr kumimoji="1" lang="vi-VN" altLang="en-US" sz="1050" b="1" dirty="0">
                <a:solidFill>
                  <a:schemeClr val="tx1"/>
                </a:solidFill>
                <a:latin typeface="Times New Roman" pitchFamily="18" charset="0"/>
                <a:ea typeface="Times New Roman" pitchFamily="18" charset="0"/>
                <a:cs typeface="Times New Roman" pitchFamily="18" charset="0"/>
              </a:rPr>
              <a:t/>
            </a:r>
            <a:endParaRPr kumimoji="1" lang="vi-VN" altLang="ja-JP" sz="1050" b="1" dirty="0">
              <a:solidFill>
                <a:schemeClr val="tx1"/>
              </a:solidFill>
              <a:latin typeface="Times New Roman" pitchFamily="18" charset="0"/>
              <a:ea typeface="Times New Roman" pitchFamily="18" charset="0"/>
              <a:cs typeface="Times New Roman" pitchFamily="18" charset="0"/>
            </a:endParaRPr>
          </a:p>
        </p:txBody>
      </p:sp>
      <p:cxnSp>
        <p:nvCxnSpPr>
          <p:cNvPr id="48" name="直線コネクタ 47">
            <a:extLst>
              <a:ext uri="{FF2B5EF4-FFF2-40B4-BE49-F238E27FC236}">
                <a16:creationId xmlns:a16="http://schemas.microsoft.com/office/drawing/2014/main" id="{E579D3B8-3B8E-7C29-9D56-1629F2EC50A1}"/>
              </a:ext>
            </a:extLst>
          </p:cNvPr>
          <p:cNvCxnSpPr>
            <a:cxnSpLocks/>
            <a:stCxn id="4" idx="3"/>
            <a:endCxn id="36" idx="1"/>
          </p:cNvCxnSpPr>
          <p:nvPr/>
        </p:nvCxnSpPr>
        <p:spPr>
          <a:xfrm>
            <a:off x="949036" y="1102685"/>
            <a:ext cx="909699" cy="3267"/>
          </a:xfrm>
          <a:prstGeom prst="line">
            <a:avLst/>
          </a:prstGeom>
        </p:spPr>
        <p:style>
          <a:lnRef idx="1">
            <a:schemeClr val="dk1"/>
          </a:lnRef>
          <a:fillRef idx="0">
            <a:schemeClr val="dk1"/>
          </a:fillRef>
          <a:effectRef idx="0">
            <a:schemeClr val="dk1"/>
          </a:effectRef>
          <a:fontRef idx="minor">
            <a:schemeClr val="tx1"/>
          </a:fontRef>
        </p:style>
      </p:cxnSp>
      <p:cxnSp>
        <p:nvCxnSpPr>
          <p:cNvPr id="61" name="コネクタ: カギ線 60">
            <a:extLst>
              <a:ext uri="{FF2B5EF4-FFF2-40B4-BE49-F238E27FC236}">
                <a16:creationId xmlns:a16="http://schemas.microsoft.com/office/drawing/2014/main" id="{4B021FCA-E2E1-8CB4-ED3F-EB384E5EF179}"/>
              </a:ext>
            </a:extLst>
          </p:cNvPr>
          <p:cNvCxnSpPr>
            <a:cxnSpLocks/>
            <a:endCxn id="18" idx="1"/>
          </p:cNvCxnSpPr>
          <p:nvPr/>
        </p:nvCxnSpPr>
        <p:spPr>
          <a:xfrm rot="16200000" flipH="1">
            <a:off x="97762" y="2105038"/>
            <a:ext cx="2682644" cy="832750"/>
          </a:xfrm>
          <a:prstGeom prst="bentConnector2">
            <a:avLst/>
          </a:prstGeom>
        </p:spPr>
        <p:style>
          <a:lnRef idx="1">
            <a:schemeClr val="dk1"/>
          </a:lnRef>
          <a:fillRef idx="0">
            <a:schemeClr val="dk1"/>
          </a:fillRef>
          <a:effectRef idx="0">
            <a:schemeClr val="dk1"/>
          </a:effectRef>
          <a:fontRef idx="minor">
            <a:schemeClr val="tx1"/>
          </a:fontRef>
        </p:style>
      </p:cxnSp>
      <p:cxnSp>
        <p:nvCxnSpPr>
          <p:cNvPr id="62" name="コネクタ: カギ線 61">
            <a:extLst>
              <a:ext uri="{FF2B5EF4-FFF2-40B4-BE49-F238E27FC236}">
                <a16:creationId xmlns:a16="http://schemas.microsoft.com/office/drawing/2014/main" id="{C78AEEF1-B0C5-8DFE-6FD4-E93771C8F91D}"/>
              </a:ext>
            </a:extLst>
          </p:cNvPr>
          <p:cNvCxnSpPr>
            <a:cxnSpLocks/>
          </p:cNvCxnSpPr>
          <p:nvPr/>
        </p:nvCxnSpPr>
        <p:spPr>
          <a:xfrm>
            <a:off x="1415615" y="1106610"/>
            <a:ext cx="454346" cy="474518"/>
          </a:xfrm>
          <a:prstGeom prst="bentConnector3">
            <a:avLst>
              <a:gd name="adj1" fmla="val -1839"/>
            </a:avLst>
          </a:prstGeom>
        </p:spPr>
        <p:style>
          <a:lnRef idx="1">
            <a:schemeClr val="dk1"/>
          </a:lnRef>
          <a:fillRef idx="0">
            <a:schemeClr val="dk1"/>
          </a:fillRef>
          <a:effectRef idx="0">
            <a:schemeClr val="dk1"/>
          </a:effectRef>
          <a:fontRef idx="minor">
            <a:schemeClr val="tx1"/>
          </a:fontRef>
        </p:style>
      </p:cxnSp>
      <p:cxnSp>
        <p:nvCxnSpPr>
          <p:cNvPr id="1025" name="コネクタ: カギ線 1024">
            <a:extLst>
              <a:ext uri="{FF2B5EF4-FFF2-40B4-BE49-F238E27FC236}">
                <a16:creationId xmlns:a16="http://schemas.microsoft.com/office/drawing/2014/main" id="{115DFFAF-5FD1-0B6C-2DBF-54E13D94B8CE}"/>
              </a:ext>
            </a:extLst>
          </p:cNvPr>
          <p:cNvCxnSpPr>
            <a:cxnSpLocks/>
          </p:cNvCxnSpPr>
          <p:nvPr/>
        </p:nvCxnSpPr>
        <p:spPr>
          <a:xfrm rot="16200000" flipH="1">
            <a:off x="1149461" y="1365835"/>
            <a:ext cx="972798" cy="454346"/>
          </a:xfrm>
          <a:prstGeom prst="bentConnector2">
            <a:avLst/>
          </a:prstGeom>
        </p:spPr>
        <p:style>
          <a:lnRef idx="1">
            <a:schemeClr val="dk1"/>
          </a:lnRef>
          <a:fillRef idx="0">
            <a:schemeClr val="dk1"/>
          </a:fillRef>
          <a:effectRef idx="0">
            <a:schemeClr val="dk1"/>
          </a:effectRef>
          <a:fontRef idx="minor">
            <a:schemeClr val="tx1"/>
          </a:fontRef>
        </p:style>
      </p:cxnSp>
      <p:cxnSp>
        <p:nvCxnSpPr>
          <p:cNvPr id="1032" name="コネクタ: カギ線 1031">
            <a:extLst>
              <a:ext uri="{FF2B5EF4-FFF2-40B4-BE49-F238E27FC236}">
                <a16:creationId xmlns:a16="http://schemas.microsoft.com/office/drawing/2014/main" id="{81E4231C-1CFC-B837-502A-9AB2B7A693A7}"/>
              </a:ext>
            </a:extLst>
          </p:cNvPr>
          <p:cNvCxnSpPr>
            <a:cxnSpLocks/>
          </p:cNvCxnSpPr>
          <p:nvPr/>
        </p:nvCxnSpPr>
        <p:spPr>
          <a:xfrm rot="16200000" flipH="1">
            <a:off x="619695" y="1891302"/>
            <a:ext cx="2023733" cy="454346"/>
          </a:xfrm>
          <a:prstGeom prst="bentConnector2">
            <a:avLst/>
          </a:prstGeom>
        </p:spPr>
        <p:style>
          <a:lnRef idx="1">
            <a:schemeClr val="dk1"/>
          </a:lnRef>
          <a:fillRef idx="0">
            <a:schemeClr val="dk1"/>
          </a:fillRef>
          <a:effectRef idx="0">
            <a:schemeClr val="dk1"/>
          </a:effectRef>
          <a:fontRef idx="minor">
            <a:schemeClr val="tx1"/>
          </a:fontRef>
        </p:style>
      </p:cxnSp>
      <p:cxnSp>
        <p:nvCxnSpPr>
          <p:cNvPr id="11" name="コネクタ: カギ線 10">
            <a:extLst>
              <a:ext uri="{FF2B5EF4-FFF2-40B4-BE49-F238E27FC236}">
                <a16:creationId xmlns:a16="http://schemas.microsoft.com/office/drawing/2014/main" id="{BCDA0124-91D0-0EFD-9F84-0EACCB0B15FE}"/>
              </a:ext>
            </a:extLst>
          </p:cNvPr>
          <p:cNvCxnSpPr>
            <a:cxnSpLocks/>
          </p:cNvCxnSpPr>
          <p:nvPr/>
        </p:nvCxnSpPr>
        <p:spPr>
          <a:xfrm rot="16200000" flipH="1">
            <a:off x="1146146" y="1874986"/>
            <a:ext cx="972798" cy="454346"/>
          </a:xfrm>
          <a:prstGeom prst="bentConnector2">
            <a:avLst/>
          </a:prstGeom>
        </p:spPr>
        <p:style>
          <a:lnRef idx="1">
            <a:schemeClr val="dk1"/>
          </a:lnRef>
          <a:fillRef idx="0">
            <a:schemeClr val="dk1"/>
          </a:fillRef>
          <a:effectRef idx="0">
            <a:schemeClr val="dk1"/>
          </a:effectRef>
          <a:fontRef idx="minor">
            <a:schemeClr val="tx1"/>
          </a:fontRef>
        </p:style>
      </p:cxnSp>
      <p:cxnSp>
        <p:nvCxnSpPr>
          <p:cNvPr id="5" name="コネクタ: カギ線 4">
            <a:extLst>
              <a:ext uri="{FF2B5EF4-FFF2-40B4-BE49-F238E27FC236}">
                <a16:creationId xmlns:a16="http://schemas.microsoft.com/office/drawing/2014/main" id="{A70B83C6-E026-346A-BD0C-E85A43995DD9}"/>
              </a:ext>
            </a:extLst>
          </p:cNvPr>
          <p:cNvCxnSpPr>
            <a:cxnSpLocks/>
            <a:endCxn id="16" idx="1"/>
          </p:cNvCxnSpPr>
          <p:nvPr/>
        </p:nvCxnSpPr>
        <p:spPr>
          <a:xfrm rot="16200000" flipH="1">
            <a:off x="-171264" y="2295669"/>
            <a:ext cx="3220697" cy="832749"/>
          </a:xfrm>
          <a:prstGeom prst="bentConnector2">
            <a:avLst/>
          </a:prstGeom>
        </p:spPr>
        <p:style>
          <a:lnRef idx="1">
            <a:schemeClr val="dk1"/>
          </a:lnRef>
          <a:fillRef idx="0">
            <a:schemeClr val="dk1"/>
          </a:fillRef>
          <a:effectRef idx="0">
            <a:schemeClr val="dk1"/>
          </a:effectRef>
          <a:fontRef idx="minor">
            <a:schemeClr val="tx1"/>
          </a:fontRef>
        </p:style>
      </p:cxnSp>
      <p:sp>
        <p:nvSpPr>
          <p:cNvPr id="16" name="正方形/長方形 15">
            <a:extLst>
              <a:ext uri="{FF2B5EF4-FFF2-40B4-BE49-F238E27FC236}">
                <a16:creationId xmlns:a16="http://schemas.microsoft.com/office/drawing/2014/main" id="{AB0EEDD6-37E4-DBE3-0D53-BEE1EA42A29D}"/>
              </a:ext>
            </a:extLst>
          </p:cNvPr>
          <p:cNvSpPr/>
          <p:nvPr/>
        </p:nvSpPr>
        <p:spPr>
          <a:xfrm>
            <a:off x="1855459" y="4137979"/>
            <a:ext cx="4240541"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ja-JP" sz="1050" b="1" dirty="0">
                <a:solidFill>
                  <a:schemeClr val="tx1"/>
                </a:solidFill>
                <a:latin typeface="Times New Roman" pitchFamily="18" charset="0"/>
                <a:ea typeface="Times New Roman" pitchFamily="18" charset="0"/>
                <a:cs typeface="Times New Roman" pitchFamily="18" charset="0"/>
              </a:rPr>
              <a:t>2V9_7910 (Chương trình kiểm tra tích hợp: chương trình thông thường)</a:t>
            </a:r>
            <a:r>
              <a:rPr kumimoji="1" lang="vi-VN" altLang="en-US" sz="1050" b="1" dirty="0">
                <a:solidFill>
                  <a:schemeClr val="tx1"/>
                </a:solidFill>
                <a:latin typeface="Times New Roman" pitchFamily="18" charset="0"/>
                <a:ea typeface="Times New Roman" pitchFamily="18" charset="0"/>
                <a:cs typeface="Times New Roman" pitchFamily="18" charset="0"/>
              </a:rPr>
              <a:t/>
            </a:r>
            <a:endParaRPr kumimoji="1" lang="vi-VN" altLang="ja-JP" sz="1050" b="1" dirty="0">
              <a:solidFill>
                <a:schemeClr val="tx1"/>
              </a:solidFill>
              <a:latin typeface="Times New Roman" pitchFamily="18" charset="0"/>
              <a:ea typeface="Times New Roman" pitchFamily="18" charset="0"/>
              <a:cs typeface="Times New Roman" pitchFamily="18" charset="0"/>
            </a:endParaRPr>
          </a:p>
        </p:txBody>
      </p:sp>
      <p:sp>
        <p:nvSpPr>
          <p:cNvPr id="17" name="正方形/長方形 16">
            <a:extLst>
              <a:ext uri="{FF2B5EF4-FFF2-40B4-BE49-F238E27FC236}">
                <a16:creationId xmlns:a16="http://schemas.microsoft.com/office/drawing/2014/main" id="{01AA17F1-1F95-DD18-E425-F49D86B250B7}"/>
              </a:ext>
            </a:extLst>
          </p:cNvPr>
          <p:cNvSpPr/>
          <p:nvPr/>
        </p:nvSpPr>
        <p:spPr>
          <a:xfrm>
            <a:off x="3534493" y="3566102"/>
            <a:ext cx="582584" cy="5783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4050" b="1" dirty="0">
                <a:solidFill>
                  <a:srgbClr val="FF0000"/>
                </a:solidFill>
                <a:latin typeface="Times New Roman" pitchFamily="18" charset="0"/>
                <a:ea typeface="Times New Roman" pitchFamily="18" charset="0"/>
                <a:cs typeface="Times New Roman" pitchFamily="18" charset="0"/>
              </a:rPr>
              <a:t>✖</a:t>
            </a:r>
            <a:endParaRPr kumimoji="1" lang="vi-VN" altLang="ja-JP" sz="4050" dirty="0">
              <a:solidFill>
                <a:srgbClr val="FF0000"/>
              </a:solidFill>
              <a:latin typeface="Times New Roman" pitchFamily="18" charset="0"/>
              <a:ea typeface="Times New Roman" pitchFamily="18" charset="0"/>
              <a:cs typeface="Times New Roman" pitchFamily="18" charset="0"/>
            </a:endParaRPr>
          </a:p>
        </p:txBody>
      </p:sp>
      <p:sp>
        <p:nvSpPr>
          <p:cNvPr id="19" name="正方形/長方形 18">
            <a:extLst>
              <a:ext uri="{FF2B5EF4-FFF2-40B4-BE49-F238E27FC236}">
                <a16:creationId xmlns:a16="http://schemas.microsoft.com/office/drawing/2014/main" id="{02443CDE-34F2-06FA-38A0-77BBCC4EF64B}"/>
              </a:ext>
            </a:extLst>
          </p:cNvPr>
          <p:cNvSpPr/>
          <p:nvPr/>
        </p:nvSpPr>
        <p:spPr>
          <a:xfrm>
            <a:off x="4940663" y="3683996"/>
            <a:ext cx="3097208" cy="3585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1050" dirty="0">
                <a:solidFill>
                  <a:schemeClr val="tx1"/>
                </a:solidFill>
                <a:latin typeface="Times New Roman" pitchFamily="18" charset="0"/>
                <a:ea typeface="Times New Roman" pitchFamily="18" charset="0"/>
                <a:cs typeface="Times New Roman" pitchFamily="18" charset="0"/>
              </a:rPr>
              <a:t>- Không được sử dụng ở Athena (thay thế bằng 7402)</a:t>
            </a:r>
            <a:r>
              <a:rPr kumimoji="1" lang="vi-VN" altLang="ja-JP" sz="1050" dirty="0">
                <a:solidFill>
                  <a:schemeClr val="tx1"/>
                </a:solidFill>
                <a:latin typeface="Times New Roman" pitchFamily="18" charset="0"/>
                <a:ea typeface="Times New Roman" pitchFamily="18" charset="0"/>
                <a:cs typeface="Times New Roman" pitchFamily="18" charset="0"/>
              </a:rPr>
              <a:t/>
            </a:r>
            <a:r>
              <a:rPr kumimoji="1" lang="vi-VN" altLang="en-US" sz="1050" dirty="0">
                <a:solidFill>
                  <a:schemeClr val="tx1"/>
                </a:solidFill>
                <a:latin typeface="Times New Roman" pitchFamily="18" charset="0"/>
                <a:ea typeface="Times New Roman" pitchFamily="18" charset="0"/>
                <a:cs typeface="Times New Roman" pitchFamily="18" charset="0"/>
              </a:rPr>
              <a:t/>
            </a:r>
            <a:r>
              <a:rPr kumimoji="1" lang="vi-VN" altLang="en-US" sz="1050" b="1" dirty="0">
                <a:solidFill>
                  <a:srgbClr val="FF0000"/>
                </a:solidFill>
                <a:latin typeface="Times New Roman" pitchFamily="18" charset="0"/>
                <a:ea typeface="Times New Roman" pitchFamily="18" charset="0"/>
                <a:cs typeface="Times New Roman" pitchFamily="18" charset="0"/>
              </a:rPr>
              <a:t/>
            </a:r>
            <a:r>
              <a:rPr kumimoji="1" lang="vi-VN" altLang="ja-JP" sz="1050" b="1" dirty="0">
                <a:solidFill>
                  <a:srgbClr val="FF0000"/>
                </a:solidFill>
                <a:latin typeface="Times New Roman" pitchFamily="18" charset="0"/>
                <a:ea typeface="Times New Roman" pitchFamily="18" charset="0"/>
                <a:cs typeface="Times New Roman" pitchFamily="18" charset="0"/>
              </a:rPr>
              <a:t/>
            </a:r>
            <a:r>
              <a:rPr kumimoji="1" lang="vi-VN" altLang="en-US" sz="1050" b="1" dirty="0">
                <a:solidFill>
                  <a:srgbClr val="FF0000"/>
                </a:solidFill>
                <a:latin typeface="Times New Roman" pitchFamily="18" charset="0"/>
                <a:ea typeface="Times New Roman" pitchFamily="18" charset="0"/>
                <a:cs typeface="Times New Roman" pitchFamily="18" charset="0"/>
              </a:rPr>
              <a:t/>
            </a:r>
            <a:endParaRPr kumimoji="1" lang="vi-VN" altLang="ja-JP" sz="1050" b="1" dirty="0">
              <a:solidFill>
                <a:srgbClr val="FF0000"/>
              </a:solidFill>
              <a:latin typeface="Times New Roman" pitchFamily="18" charset="0"/>
              <a:ea typeface="Times New Roman" pitchFamily="18" charset="0"/>
              <a:cs typeface="Times New Roman" pitchFamily="18" charset="0"/>
            </a:endParaRPr>
          </a:p>
        </p:txBody>
      </p:sp>
      <p:sp>
        <p:nvSpPr>
          <p:cNvPr id="20" name="正方形/長方形 19">
            <a:extLst>
              <a:ext uri="{FF2B5EF4-FFF2-40B4-BE49-F238E27FC236}">
                <a16:creationId xmlns:a16="http://schemas.microsoft.com/office/drawing/2014/main" id="{E0035703-C449-1816-AD92-6453A399E686}"/>
              </a:ext>
            </a:extLst>
          </p:cNvPr>
          <p:cNvSpPr/>
          <p:nvPr/>
        </p:nvSpPr>
        <p:spPr>
          <a:xfrm>
            <a:off x="4940664" y="4154762"/>
            <a:ext cx="3911363" cy="5236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1050" dirty="0">
                <a:solidFill>
                  <a:schemeClr val="tx1"/>
                </a:solidFill>
                <a:latin typeface="Times New Roman" pitchFamily="18" charset="0"/>
                <a:ea typeface="Times New Roman" pitchFamily="18" charset="0"/>
                <a:cs typeface="Times New Roman" pitchFamily="18" charset="0"/>
              </a:rPr>
              <a:t>・PMTまでのデータ取りで使用</a:t>
            </a:r>
            <a:r>
              <a:rPr kumimoji="1" lang="vi-VN" altLang="ja-JP" sz="1050" dirty="0">
                <a:solidFill>
                  <a:schemeClr val="tx1"/>
                </a:solidFill>
                <a:latin typeface="Times New Roman" pitchFamily="18" charset="0"/>
                <a:ea typeface="Times New Roman" pitchFamily="18" charset="0"/>
                <a:cs typeface="Times New Roman" pitchFamily="18" charset="0"/>
              </a:rPr>
              <a:t/>
            </a:r>
            <a:r>
              <a:rPr kumimoji="1" lang="vi-VN" altLang="en-US" sz="1050" dirty="0">
                <a:solidFill>
                  <a:schemeClr val="tx1"/>
                </a:solidFill>
                <a:latin typeface="Times New Roman" pitchFamily="18" charset="0"/>
                <a:ea typeface="Times New Roman" pitchFamily="18" charset="0"/>
                <a:cs typeface="Times New Roman" pitchFamily="18" charset="0"/>
              </a:rPr>
              <a:t/>
            </a:r>
            <a:endParaRPr kumimoji="1" lang="vi-VN" altLang="ja-JP" sz="1050"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050" dirty="0">
                <a:solidFill>
                  <a:schemeClr val="tx1"/>
                </a:solidFill>
                <a:latin typeface="Times New Roman" pitchFamily="18" charset="0"/>
                <a:ea typeface="Times New Roman" pitchFamily="18" charset="0"/>
                <a:cs typeface="Times New Roman" pitchFamily="18" charset="0"/>
              </a:rPr>
              <a:t>・PMT以降はラインアウト後のリワークで使用予定（単発出力）</a:t>
            </a:r>
            <a:r>
              <a:rPr kumimoji="1" lang="vi-VN" altLang="ja-JP" sz="1050" dirty="0">
                <a:solidFill>
                  <a:schemeClr val="tx1"/>
                </a:solidFill>
                <a:latin typeface="Times New Roman" pitchFamily="18" charset="0"/>
                <a:ea typeface="Times New Roman" pitchFamily="18" charset="0"/>
                <a:cs typeface="Times New Roman" pitchFamily="18" charset="0"/>
              </a:rPr>
              <a:t/>
            </a:r>
            <a:r>
              <a:rPr kumimoji="1" lang="vi-VN" altLang="en-US" sz="1050" dirty="0">
                <a:solidFill>
                  <a:schemeClr val="tx1"/>
                </a:solidFill>
                <a:latin typeface="Times New Roman" pitchFamily="18" charset="0"/>
                <a:ea typeface="Times New Roman" pitchFamily="18" charset="0"/>
                <a:cs typeface="Times New Roman" pitchFamily="18" charset="0"/>
              </a:rPr>
              <a:t/>
            </a:r>
            <a:endParaRPr kumimoji="1" lang="vi-VN" altLang="ja-JP" sz="1050"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050" dirty="0">
                <a:solidFill>
                  <a:schemeClr val="tx1"/>
                </a:solidFill>
                <a:latin typeface="Times New Roman" pitchFamily="18" charset="0"/>
                <a:ea typeface="Times New Roman" pitchFamily="18" charset="0"/>
                <a:cs typeface="Times New Roman" pitchFamily="18" charset="0"/>
              </a:rPr>
              <a:t>　→Dự kiến ​​được thay thế bằng hệ thống quy trình bảo hành</a:t>
            </a:r>
            <a:endParaRPr kumimoji="1" lang="vi-VN" altLang="ja-JP" sz="1050" dirty="0">
              <a:solidFill>
                <a:schemeClr val="tx1"/>
              </a:solidFill>
              <a:latin typeface="Times New Roman" pitchFamily="18" charset="0"/>
              <a:ea typeface="Times New Roman" pitchFamily="18" charset="0"/>
              <a:cs typeface="Times New Roman" pitchFamily="18" charset="0"/>
            </a:endParaRPr>
          </a:p>
        </p:txBody>
      </p:sp>
      <p:sp>
        <p:nvSpPr>
          <p:cNvPr id="34" name="正方形/長方形 33">
            <a:extLst>
              <a:ext uri="{FF2B5EF4-FFF2-40B4-BE49-F238E27FC236}">
                <a16:creationId xmlns:a16="http://schemas.microsoft.com/office/drawing/2014/main" id="{CE0C3DEB-1C7A-446A-7C76-C9B375A35DAF}"/>
              </a:ext>
            </a:extLst>
          </p:cNvPr>
          <p:cNvSpPr/>
          <p:nvPr/>
        </p:nvSpPr>
        <p:spPr>
          <a:xfrm>
            <a:off x="1326115" y="757027"/>
            <a:ext cx="1190843" cy="238652"/>
          </a:xfrm>
          <a:prstGeom prst="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1050" b="1" dirty="0">
                <a:solidFill>
                  <a:schemeClr val="tx1"/>
                </a:solidFill>
                <a:latin typeface="Times New Roman" pitchFamily="18" charset="0"/>
                <a:ea typeface="Times New Roman" pitchFamily="18" charset="0"/>
                <a:cs typeface="Times New Roman" pitchFamily="18" charset="0"/>
              </a:rPr>
              <a:t>Hệ thống quy trình đảm bảo</a:t>
            </a:r>
            <a:endParaRPr kumimoji="1" lang="vi-VN" altLang="ja-JP" sz="1050" b="1" dirty="0">
              <a:solidFill>
                <a:schemeClr val="tx1"/>
              </a:solidFill>
              <a:latin typeface="Times New Roman" pitchFamily="18" charset="0"/>
              <a:ea typeface="Times New Roman" pitchFamily="18" charset="0"/>
              <a:cs typeface="Times New Roman" pitchFamily="18" charset="0"/>
            </a:endParaRPr>
          </a:p>
        </p:txBody>
      </p:sp>
      <p:sp>
        <p:nvSpPr>
          <p:cNvPr id="35" name="正方形/長方形 34">
            <a:extLst>
              <a:ext uri="{FF2B5EF4-FFF2-40B4-BE49-F238E27FC236}">
                <a16:creationId xmlns:a16="http://schemas.microsoft.com/office/drawing/2014/main" id="{5AB9C8DD-4235-A1F3-CCE1-FF2B2C17F49B}"/>
              </a:ext>
            </a:extLst>
          </p:cNvPr>
          <p:cNvSpPr/>
          <p:nvPr/>
        </p:nvSpPr>
        <p:spPr>
          <a:xfrm>
            <a:off x="1326115" y="3418238"/>
            <a:ext cx="1190843" cy="238652"/>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1050" b="1" dirty="0">
                <a:solidFill>
                  <a:schemeClr val="tx1"/>
                </a:solidFill>
                <a:latin typeface="Times New Roman" pitchFamily="18" charset="0"/>
                <a:ea typeface="Times New Roman" pitchFamily="18" charset="0"/>
                <a:cs typeface="Times New Roman" pitchFamily="18" charset="0"/>
              </a:rPr>
              <a:t>Hệ thống hiện có</a:t>
            </a:r>
            <a:endParaRPr kumimoji="1" lang="vi-VN" altLang="ja-JP" sz="1050" b="1" dirty="0">
              <a:solidFill>
                <a:schemeClr val="tx1"/>
              </a:solidFill>
              <a:latin typeface="Times New Roman" pitchFamily="18" charset="0"/>
              <a:ea typeface="Times New Roman" pitchFamily="18" charset="0"/>
              <a:cs typeface="Times New Roman" pitchFamily="18" charset="0"/>
            </a:endParaRPr>
          </a:p>
        </p:txBody>
      </p:sp>
      <p:sp>
        <p:nvSpPr>
          <p:cNvPr id="6" name="スライド番号プレースホルダー 5">
            <a:extLst>
              <a:ext uri="{FF2B5EF4-FFF2-40B4-BE49-F238E27FC236}">
                <a16:creationId xmlns:a16="http://schemas.microsoft.com/office/drawing/2014/main" id="{3C5751A7-53B9-04E1-98D1-653FCAA52C8A}"/>
              </a:ext>
            </a:extLst>
          </p:cNvPr>
          <p:cNvSpPr>
            <a:spLocks noGrp="1"/>
          </p:cNvSpPr>
          <p:nvPr>
            <p:ph type="sldNum" sz="quarter" idx="12"/>
          </p:nvPr>
        </p:nvSpPr>
        <p:spPr/>
        <p:txBody>
          <a:bodyPr wrap="square" lIns="27432" rIns="27432" tIns="18288" bIns="18288">
            <a:normAutofit/>
          </a:bodyPr>
          <a:lstStyle/>
          <a:p>
            <a:pPr>
              <a:defRPr lang="vi-VN">
                <a:latin typeface="Times New Roman" pitchFamily="18" charset="0"/>
                <a:ea typeface="Times New Roman" pitchFamily="18" charset="0"/>
                <a:cs typeface="Times New Roman" pitchFamily="18" charset="0"/>
              </a:defRPr>
            </a:pPr>
            <a:fld id="{75BB8461-A4F8-4BBC-AB2D-5D80B8F30C85}" type="slidenum">
              <a:rPr kumimoji="1" lang="ja-JP" altLang="en-US" smtClean="0"/>
              <a:t>11</a:t>
            </a:fld>
            <a:endParaRPr kumimoji="1" lang="vi-VN" altLang="en-US">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1484696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ED61A3-DDC6-EC9A-662B-DE2C97326FB2}"/>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823F1D0-56E6-B440-4650-842F1570E390}"/>
              </a:ext>
            </a:extLst>
          </p:cNvPr>
          <p:cNvSpPr>
            <a:spLocks noGrp="1"/>
          </p:cNvSpPr>
          <p:nvPr>
            <p:ph type="sldNum" sz="quarter" idx="12"/>
          </p:nvPr>
        </p:nvSpPr>
        <p:spPr/>
        <p:txBody>
          <a:bodyPr wrap="square" lIns="27432" rIns="27432" tIns="18288" bIns="18288">
            <a:normAutofit/>
          </a:bodyPr>
          <a:lstStyle/>
          <a:p>
            <a:pPr>
              <a:defRPr lang="vi-VN">
                <a:latin typeface="Times New Roman" pitchFamily="18" charset="0"/>
                <a:ea typeface="Times New Roman" pitchFamily="18" charset="0"/>
                <a:cs typeface="Times New Roman" pitchFamily="18" charset="0"/>
              </a:defRPr>
            </a:pPr>
            <a:fld id="{75BB8461-A4F8-4BBC-AB2D-5D80B8F30C85}" type="slidenum">
              <a:rPr kumimoji="1" lang="ja-JP" altLang="en-US" smtClean="0"/>
              <a:t>12</a:t>
            </a:fld>
            <a:endParaRPr kumimoji="1" lang="vi-VN" altLang="en-US">
              <a:latin typeface="Times New Roman" pitchFamily="18" charset="0"/>
              <a:ea typeface="Times New Roman" pitchFamily="18" charset="0"/>
              <a:cs typeface="Times New Roman" pitchFamily="18" charset="0"/>
            </a:endParaRPr>
          </a:p>
        </p:txBody>
      </p:sp>
      <p:sp>
        <p:nvSpPr>
          <p:cNvPr id="3" name="タイトル 1">
            <a:extLst>
              <a:ext uri="{FF2B5EF4-FFF2-40B4-BE49-F238E27FC236}">
                <a16:creationId xmlns:a16="http://schemas.microsoft.com/office/drawing/2014/main" id="{3BF4C34B-A82C-6D87-333E-C7B44F65C4DA}"/>
              </a:ext>
            </a:extLst>
          </p:cNvPr>
          <p:cNvSpPr txBox="1">
            <a:spLocks/>
          </p:cNvSpPr>
          <p:nvPr/>
        </p:nvSpPr>
        <p:spPr>
          <a:xfrm>
            <a:off x="1440872" y="211931"/>
            <a:ext cx="6265069" cy="238125"/>
          </a:xfrm>
          <a:prstGeom prst="rect">
            <a:avLst/>
          </a:prstGeom>
        </p:spPr>
        <p:txBody>
          <a:bodyPr vert="horz" wrap="square" lIns="27432" tIns="18288" rIns="27432" bIns="18288" rtlCol="0" anchor="ctr" anchorCtr="0">
            <a:norm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pPr>
              <a:defRPr lang="vi-VN">
                <a:latin typeface="Times New Roman" pitchFamily="18" charset="0"/>
                <a:ea typeface="Times New Roman" pitchFamily="18" charset="0"/>
                <a:cs typeface="Times New Roman" pitchFamily="18" charset="0"/>
              </a:defRPr>
            </a:pPr>
            <a:r>
              <a:rPr lang="vi-VN" altLang="en-US" sz="1440" dirty="0">
                <a:latin typeface="Times New Roman" pitchFamily="18" charset="0"/>
                <a:ea typeface="Times New Roman" pitchFamily="18" charset="0"/>
                <a:cs typeface="Times New Roman" pitchFamily="18" charset="0"/>
              </a:rPr>
              <a:t>Về quá trình phân chia</a:t>
            </a:r>
            <a:endParaRPr lang="vi-VN" altLang="ja-JP" sz="1800" dirty="0">
              <a:latin typeface="Times New Roman" pitchFamily="18" charset="0"/>
              <a:ea typeface="Times New Roman" pitchFamily="18" charset="0"/>
              <a:cs typeface="Times New Roman" pitchFamily="18" charset="0"/>
            </a:endParaRPr>
          </a:p>
        </p:txBody>
      </p:sp>
      <p:sp>
        <p:nvSpPr>
          <p:cNvPr id="4" name="正方形/長方形 3">
            <a:extLst>
              <a:ext uri="{FF2B5EF4-FFF2-40B4-BE49-F238E27FC236}">
                <a16:creationId xmlns:a16="http://schemas.microsoft.com/office/drawing/2014/main" id="{84BC4871-4499-F896-562C-8545CDDF4394}"/>
              </a:ext>
            </a:extLst>
          </p:cNvPr>
          <p:cNvSpPr/>
          <p:nvPr/>
        </p:nvSpPr>
        <p:spPr>
          <a:xfrm>
            <a:off x="326073" y="569175"/>
            <a:ext cx="8571002" cy="8515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960" b="1" dirty="0">
                <a:solidFill>
                  <a:schemeClr val="tx1"/>
                </a:solidFill>
                <a:latin typeface="Times New Roman" pitchFamily="18" charset="0"/>
                <a:ea typeface="Times New Roman" pitchFamily="18" charset="0"/>
                <a:cs typeface="Times New Roman" pitchFamily="18" charset="0"/>
              </a:rPr>
              <a:t>■Quy trình phân rã và xử lý tạo tập tin Json</a:t>
            </a:r>
            <a:r>
              <a:rPr kumimoji="1" lang="vi-VN" altLang="ja-JP" sz="960" b="1" dirty="0">
                <a:solidFill>
                  <a:schemeClr val="tx1"/>
                </a:solidFill>
                <a:latin typeface="Times New Roman" pitchFamily="18" charset="0"/>
                <a:ea typeface="Times New Roman" pitchFamily="18" charset="0"/>
                <a:cs typeface="Times New Roman" pitchFamily="18" charset="0"/>
              </a:rPr>
              <a:t/>
            </a:r>
            <a:r>
              <a:rPr kumimoji="1" lang="vi-VN" altLang="en-US" sz="960" b="1" dirty="0">
                <a:solidFill>
                  <a:schemeClr val="tx1"/>
                </a:solidFill>
                <a:latin typeface="Times New Roman" pitchFamily="18" charset="0"/>
                <a:ea typeface="Times New Roman" pitchFamily="18" charset="0"/>
                <a:cs typeface="Times New Roman" pitchFamily="18" charset="0"/>
              </a:rPr>
              <a:t/>
            </a:r>
            <a:endParaRPr kumimoji="1" lang="vi-VN" altLang="ja-JP" sz="1200" b="1"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itchFamily="18" charset="0"/>
                <a:ea typeface="Times New Roman" pitchFamily="18" charset="0"/>
                <a:cs typeface="Times New Roman" pitchFamily="18" charset="0"/>
              </a:rPr>
              <a:t>・全Công đoạn / Quy trìnhをCông đoạn / Quy trình単位で 自動化できる箇所 と 作業者作業 に分解し、最適なCông đoạn / Quy trình割に変更</a:t>
            </a:r>
            <a:r>
              <a:rPr kumimoji="1" lang="vi-VN" altLang="en-US" sz="960" b="1" dirty="0">
                <a:solidFill>
                  <a:schemeClr val="accent4"/>
                </a:solidFill>
                <a:latin typeface="Times New Roman" pitchFamily="18" charset="0"/>
                <a:ea typeface="Times New Roman" pitchFamily="18" charset="0"/>
                <a:cs typeface="Times New Roman" pitchFamily="18" charset="0"/>
              </a:rPr>
              <a:t/>
            </a:r>
            <a:r>
              <a:rPr kumimoji="1" lang="vi-VN" altLang="en-US" sz="960" dirty="0">
                <a:solidFill>
                  <a:schemeClr val="tx1"/>
                </a:solidFill>
                <a:latin typeface="Times New Roman" pitchFamily="18" charset="0"/>
                <a:ea typeface="Times New Roman" pitchFamily="18" charset="0"/>
                <a:cs typeface="Times New Roman" pitchFamily="18" charset="0"/>
              </a:rPr>
              <a:t/>
            </a:r>
            <a:r>
              <a:rPr kumimoji="1" lang="vi-VN" altLang="en-US" sz="960" b="1" dirty="0">
                <a:solidFill>
                  <a:schemeClr val="accent5"/>
                </a:solidFill>
                <a:latin typeface="Times New Roman" pitchFamily="18" charset="0"/>
                <a:ea typeface="Times New Roman" pitchFamily="18" charset="0"/>
                <a:cs typeface="Times New Roman" pitchFamily="18" charset="0"/>
              </a:rPr>
              <a:t/>
            </a:r>
            <a:r>
              <a:rPr kumimoji="1" lang="vi-VN" altLang="en-US" sz="960" dirty="0">
                <a:solidFill>
                  <a:schemeClr val="tx1"/>
                </a:solidFill>
                <a:latin typeface="Times New Roman" pitchFamily="18" charset="0"/>
                <a:ea typeface="Times New Roman" pitchFamily="18" charset="0"/>
                <a:cs typeface="Times New Roman" pitchFamily="18" charset="0"/>
              </a:rPr>
              <a:t/>
            </a:r>
            <a:endParaRPr kumimoji="1" lang="vi-VN" altLang="ja-JP" sz="1200"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itchFamily="18" charset="0"/>
                <a:ea typeface="Times New Roman" pitchFamily="18" charset="0"/>
                <a:cs typeface="Times New Roman" pitchFamily="18" charset="0"/>
              </a:rPr>
              <a:t>・上記のCông đoạn / Quy trìnhをJsonファイル形式に変換してHostPCに登録</a:t>
            </a:r>
            <a:r>
              <a:rPr kumimoji="1" lang="vi-VN" altLang="ja-JP" sz="960" b="1" dirty="0">
                <a:solidFill>
                  <a:schemeClr val="tx1"/>
                </a:solidFill>
                <a:latin typeface="Times New Roman" pitchFamily="18" charset="0"/>
                <a:ea typeface="Times New Roman" pitchFamily="18" charset="0"/>
                <a:cs typeface="Times New Roman" pitchFamily="18" charset="0"/>
              </a:rPr>
              <a:t/>
            </a:r>
            <a:r>
              <a:rPr kumimoji="1" lang="vi-VN" altLang="en-US" sz="960" b="1" dirty="0">
                <a:solidFill>
                  <a:schemeClr val="tx1"/>
                </a:solidFill>
                <a:latin typeface="Times New Roman" pitchFamily="18" charset="0"/>
                <a:ea typeface="Times New Roman" pitchFamily="18" charset="0"/>
                <a:cs typeface="Times New Roman" pitchFamily="18" charset="0"/>
              </a:rPr>
              <a:t/>
            </a:r>
            <a:r>
              <a:rPr kumimoji="1" lang="vi-VN" altLang="en-US" sz="960" dirty="0">
                <a:solidFill>
                  <a:schemeClr val="tx1"/>
                </a:solidFill>
                <a:latin typeface="Times New Roman" pitchFamily="18" charset="0"/>
                <a:ea typeface="Times New Roman" pitchFamily="18" charset="0"/>
                <a:cs typeface="Times New Roman" pitchFamily="18" charset="0"/>
              </a:rPr>
              <a:t/>
            </a:r>
            <a:r>
              <a:rPr kumimoji="1" lang="vi-VN" altLang="ja-JP" sz="960" dirty="0" err="1">
                <a:solidFill>
                  <a:schemeClr val="tx1"/>
                </a:solidFill>
                <a:latin typeface="Times New Roman" pitchFamily="18" charset="0"/>
                <a:ea typeface="Times New Roman" pitchFamily="18" charset="0"/>
                <a:cs typeface="Times New Roman" pitchFamily="18" charset="0"/>
              </a:rPr>
              <a:t/>
            </a:r>
            <a:r>
              <a:rPr kumimoji="1" lang="vi-VN" altLang="en-US" sz="960" dirty="0">
                <a:solidFill>
                  <a:schemeClr val="tx1"/>
                </a:solidFill>
                <a:latin typeface="Times New Roman" pitchFamily="18" charset="0"/>
                <a:ea typeface="Times New Roman" pitchFamily="18" charset="0"/>
                <a:cs typeface="Times New Roman" pitchFamily="18" charset="0"/>
              </a:rPr>
              <a:t/>
            </a:r>
            <a:endParaRPr kumimoji="1" lang="vi-VN" altLang="ja-JP" sz="1200" dirty="0">
              <a:solidFill>
                <a:schemeClr val="tx1"/>
              </a:solidFill>
              <a:latin typeface="Times New Roman" pitchFamily="18" charset="0"/>
              <a:ea typeface="Times New Roman" pitchFamily="18" charset="0"/>
              <a:cs typeface="Times New Roman" pitchFamily="18" charset="0"/>
            </a:endParaRPr>
          </a:p>
        </p:txBody>
      </p:sp>
      <p:grpSp>
        <p:nvGrpSpPr>
          <p:cNvPr id="29" name="グループ化 28">
            <a:extLst>
              <a:ext uri="{FF2B5EF4-FFF2-40B4-BE49-F238E27FC236}">
                <a16:creationId xmlns:a16="http://schemas.microsoft.com/office/drawing/2014/main" id="{6AE6DC1F-1D56-0ED9-2D43-C9EBFC076997}"/>
              </a:ext>
            </a:extLst>
          </p:cNvPr>
          <p:cNvGrpSpPr/>
          <p:nvPr/>
        </p:nvGrpSpPr>
        <p:grpSpPr>
          <a:xfrm>
            <a:off x="1512631" y="3528395"/>
            <a:ext cx="6847750" cy="817542"/>
            <a:chOff x="1512631" y="3528395"/>
            <a:chExt cx="6847750" cy="817542"/>
          </a:xfrm>
        </p:grpSpPr>
        <p:pic>
          <p:nvPicPr>
            <p:cNvPr id="5" name="Picture 10" descr="コンピューター icon">
              <a:extLst>
                <a:ext uri="{FF2B5EF4-FFF2-40B4-BE49-F238E27FC236}">
                  <a16:creationId xmlns:a16="http://schemas.microsoft.com/office/drawing/2014/main" id="{68A5E2C5-84D1-13E2-4791-D2A549EB65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12631" y="3640148"/>
              <a:ext cx="411861" cy="411861"/>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a:extLst>
                <a:ext uri="{FF2B5EF4-FFF2-40B4-BE49-F238E27FC236}">
                  <a16:creationId xmlns:a16="http://schemas.microsoft.com/office/drawing/2014/main" id="{E5086207-D0D2-9DF6-3EDD-6C9C783299BB}"/>
                </a:ext>
              </a:extLst>
            </p:cNvPr>
            <p:cNvPicPr>
              <a:picLocks noChangeAspect="1"/>
            </p:cNvPicPr>
            <p:nvPr/>
          </p:nvPicPr>
          <p:blipFill>
            <a:blip r:embed="rId3"/>
            <a:stretch>
              <a:fillRect/>
            </a:stretch>
          </p:blipFill>
          <p:spPr>
            <a:xfrm>
              <a:off x="7688316" y="3962990"/>
              <a:ext cx="672065" cy="382947"/>
            </a:xfrm>
            <a:prstGeom prst="rect">
              <a:avLst/>
            </a:prstGeom>
          </p:spPr>
        </p:pic>
        <p:grpSp>
          <p:nvGrpSpPr>
            <p:cNvPr id="8" name="グループ化 7">
              <a:extLst>
                <a:ext uri="{FF2B5EF4-FFF2-40B4-BE49-F238E27FC236}">
                  <a16:creationId xmlns:a16="http://schemas.microsoft.com/office/drawing/2014/main" id="{3F07B873-DE00-4375-355A-C44D29DF6AB2}"/>
                </a:ext>
              </a:extLst>
            </p:cNvPr>
            <p:cNvGrpSpPr/>
            <p:nvPr/>
          </p:nvGrpSpPr>
          <p:grpSpPr>
            <a:xfrm>
              <a:off x="4230561" y="3528395"/>
              <a:ext cx="3976295" cy="548075"/>
              <a:chOff x="3991622" y="568604"/>
              <a:chExt cx="4475510" cy="624901"/>
            </a:xfrm>
          </p:grpSpPr>
          <p:pic>
            <p:nvPicPr>
              <p:cNvPr id="9" name="図 8">
                <a:extLst>
                  <a:ext uri="{FF2B5EF4-FFF2-40B4-BE49-F238E27FC236}">
                    <a16:creationId xmlns:a16="http://schemas.microsoft.com/office/drawing/2014/main" id="{668D43FF-BBCB-AE46-1546-41BA3F8983F5}"/>
                  </a:ext>
                </a:extLst>
              </p:cNvPr>
              <p:cNvPicPr>
                <a:picLocks noChangeAspect="1"/>
              </p:cNvPicPr>
              <p:nvPr/>
            </p:nvPicPr>
            <p:blipFill>
              <a:blip r:embed="rId4"/>
              <a:stretch>
                <a:fillRect/>
              </a:stretch>
            </p:blipFill>
            <p:spPr>
              <a:xfrm>
                <a:off x="8056290" y="568604"/>
                <a:ext cx="410842" cy="624901"/>
              </a:xfrm>
              <a:prstGeom prst="rect">
                <a:avLst/>
              </a:prstGeom>
            </p:spPr>
          </p:pic>
          <p:pic>
            <p:nvPicPr>
              <p:cNvPr id="10" name="図 9" descr="シングルボードコンピュータのイラスト | かわいいフリー素材集 いらすとや">
                <a:extLst>
                  <a:ext uri="{FF2B5EF4-FFF2-40B4-BE49-F238E27FC236}">
                    <a16:creationId xmlns:a16="http://schemas.microsoft.com/office/drawing/2014/main" id="{4FD41760-AD03-8BA2-8787-4A2358E5DAE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91622" y="603235"/>
                <a:ext cx="463568" cy="41816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 name="正方形/長方形 5">
            <a:extLst>
              <a:ext uri="{FF2B5EF4-FFF2-40B4-BE49-F238E27FC236}">
                <a16:creationId xmlns:a16="http://schemas.microsoft.com/office/drawing/2014/main" id="{695D9ABC-0831-B2B9-12EA-B16C53130B3E}"/>
              </a:ext>
            </a:extLst>
          </p:cNvPr>
          <p:cNvSpPr/>
          <p:nvPr/>
        </p:nvSpPr>
        <p:spPr>
          <a:xfrm>
            <a:off x="407079" y="1563021"/>
            <a:ext cx="450221" cy="1478963"/>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vert="wordArtVertRtl"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120" dirty="0">
                <a:solidFill>
                  <a:schemeClr val="tx1"/>
                </a:solidFill>
                <a:latin typeface="Times New Roman" pitchFamily="18" charset="0"/>
                <a:ea typeface="Times New Roman" pitchFamily="18" charset="0"/>
                <a:cs typeface="Times New Roman" pitchFamily="18" charset="0"/>
              </a:rPr>
              <a:t>kiểm tra bản sao</a:t>
            </a:r>
            <a:endParaRPr lang="vi-VN">
              <a:latin typeface="Times New Roman" pitchFamily="18" charset="0"/>
              <a:ea typeface="Times New Roman" pitchFamily="18" charset="0"/>
              <a:cs typeface="Times New Roman" pitchFamily="18" charset="0"/>
            </a:endParaRPr>
          </a:p>
        </p:txBody>
      </p:sp>
      <p:grpSp>
        <p:nvGrpSpPr>
          <p:cNvPr id="26" name="グループ化 25">
            <a:extLst>
              <a:ext uri="{FF2B5EF4-FFF2-40B4-BE49-F238E27FC236}">
                <a16:creationId xmlns:a16="http://schemas.microsoft.com/office/drawing/2014/main" id="{58152256-7FAD-893A-8533-F9A3D952F1E3}"/>
              </a:ext>
            </a:extLst>
          </p:cNvPr>
          <p:cNvGrpSpPr/>
          <p:nvPr/>
        </p:nvGrpSpPr>
        <p:grpSpPr>
          <a:xfrm>
            <a:off x="5868715" y="1548264"/>
            <a:ext cx="612961" cy="1515358"/>
            <a:chOff x="2125472" y="2002148"/>
            <a:chExt cx="612961" cy="1515358"/>
          </a:xfrm>
        </p:grpSpPr>
        <p:sp>
          <p:nvSpPr>
            <p:cNvPr id="19" name="正方形/長方形 18">
              <a:extLst>
                <a:ext uri="{FF2B5EF4-FFF2-40B4-BE49-F238E27FC236}">
                  <a16:creationId xmlns:a16="http://schemas.microsoft.com/office/drawing/2014/main" id="{1C77A5EE-CF32-3257-0603-85BA664DD746}"/>
                </a:ext>
              </a:extLst>
            </p:cNvPr>
            <p:cNvSpPr/>
            <p:nvPr/>
          </p:nvSpPr>
          <p:spPr>
            <a:xfrm>
              <a:off x="2125472" y="2002148"/>
              <a:ext cx="612961" cy="274921"/>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50" dirty="0">
                  <a:solidFill>
                    <a:schemeClr val="tx1"/>
                  </a:solidFill>
                  <a:latin typeface="Times New Roman" pitchFamily="18" charset="0"/>
                  <a:ea typeface="Times New Roman" pitchFamily="18" charset="0"/>
                  <a:cs typeface="Times New Roman" pitchFamily="18" charset="0"/>
                </a:rPr>
                <a:t>Raspberry Pi</a:t>
              </a:r>
              <a:endParaRPr lang="vi-VN">
                <a:latin typeface="Times New Roman" pitchFamily="18" charset="0"/>
                <a:ea typeface="Times New Roman" pitchFamily="18" charset="0"/>
                <a:cs typeface="Times New Roman" pitchFamily="18" charset="0"/>
              </a:endParaRPr>
            </a:p>
          </p:txBody>
        </p:sp>
        <p:sp>
          <p:nvSpPr>
            <p:cNvPr id="20" name="正方形/長方形 19">
              <a:extLst>
                <a:ext uri="{FF2B5EF4-FFF2-40B4-BE49-F238E27FC236}">
                  <a16:creationId xmlns:a16="http://schemas.microsoft.com/office/drawing/2014/main" id="{B4F079B4-3167-E28C-5D09-8D2C618C10C1}"/>
                </a:ext>
              </a:extLst>
            </p:cNvPr>
            <p:cNvSpPr/>
            <p:nvPr/>
          </p:nvSpPr>
          <p:spPr>
            <a:xfrm>
              <a:off x="2125472" y="2304434"/>
              <a:ext cx="612961" cy="274920"/>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50" dirty="0">
                  <a:solidFill>
                    <a:schemeClr val="tx1"/>
                  </a:solidFill>
                  <a:latin typeface="Times New Roman" pitchFamily="18" charset="0"/>
                  <a:ea typeface="Times New Roman" pitchFamily="18" charset="0"/>
                  <a:cs typeface="Times New Roman" pitchFamily="18" charset="0"/>
                </a:rPr>
                <a:t>công nhân</a:t>
              </a:r>
              <a:endParaRPr lang="vi-VN">
                <a:latin typeface="Times New Roman" pitchFamily="18" charset="0"/>
                <a:ea typeface="Times New Roman" pitchFamily="18" charset="0"/>
                <a:cs typeface="Times New Roman" pitchFamily="18" charset="0"/>
              </a:endParaRPr>
            </a:p>
          </p:txBody>
        </p:sp>
        <p:sp>
          <p:nvSpPr>
            <p:cNvPr id="21" name="正方形/長方形 20">
              <a:extLst>
                <a:ext uri="{FF2B5EF4-FFF2-40B4-BE49-F238E27FC236}">
                  <a16:creationId xmlns:a16="http://schemas.microsoft.com/office/drawing/2014/main" id="{9BAED481-CB6A-E612-840A-1F29044499BE}"/>
                </a:ext>
              </a:extLst>
            </p:cNvPr>
            <p:cNvSpPr/>
            <p:nvPr/>
          </p:nvSpPr>
          <p:spPr>
            <a:xfrm>
              <a:off x="2125472" y="2612244"/>
              <a:ext cx="612961" cy="2749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50" dirty="0">
                  <a:solidFill>
                    <a:schemeClr val="tx1"/>
                  </a:solidFill>
                  <a:latin typeface="Times New Roman" pitchFamily="18" charset="0"/>
                  <a:ea typeface="Times New Roman" pitchFamily="18" charset="0"/>
                  <a:cs typeface="Times New Roman" pitchFamily="18" charset="0"/>
                </a:rPr>
                <a:t>Raspberry Pi</a:t>
              </a:r>
              <a:endParaRPr lang="vi-VN">
                <a:latin typeface="Times New Roman" pitchFamily="18" charset="0"/>
                <a:ea typeface="Times New Roman" pitchFamily="18" charset="0"/>
                <a:cs typeface="Times New Roman" pitchFamily="18" charset="0"/>
              </a:endParaRPr>
            </a:p>
          </p:txBody>
        </p:sp>
        <p:sp>
          <p:nvSpPr>
            <p:cNvPr id="22" name="正方形/長方形 21">
              <a:extLst>
                <a:ext uri="{FF2B5EF4-FFF2-40B4-BE49-F238E27FC236}">
                  <a16:creationId xmlns:a16="http://schemas.microsoft.com/office/drawing/2014/main" id="{DFE8C80F-5FA4-D4BB-4E8D-F132D723A327}"/>
                </a:ext>
              </a:extLst>
            </p:cNvPr>
            <p:cNvSpPr/>
            <p:nvPr/>
          </p:nvSpPr>
          <p:spPr>
            <a:xfrm>
              <a:off x="2125472" y="2917021"/>
              <a:ext cx="612961" cy="280151"/>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50" dirty="0">
                  <a:solidFill>
                    <a:schemeClr val="tx1"/>
                  </a:solidFill>
                  <a:latin typeface="Times New Roman" pitchFamily="18" charset="0"/>
                  <a:ea typeface="Times New Roman" pitchFamily="18" charset="0"/>
                  <a:cs typeface="Times New Roman" pitchFamily="18" charset="0"/>
                </a:rPr>
                <a:t>Raspberry Pi</a:t>
              </a:r>
              <a:endParaRPr lang="vi-VN">
                <a:latin typeface="Times New Roman" pitchFamily="18" charset="0"/>
                <a:ea typeface="Times New Roman" pitchFamily="18" charset="0"/>
                <a:cs typeface="Times New Roman" pitchFamily="18" charset="0"/>
              </a:endParaRPr>
            </a:p>
          </p:txBody>
        </p:sp>
        <p:sp>
          <p:nvSpPr>
            <p:cNvPr id="23" name="正方形/長方形 22">
              <a:extLst>
                <a:ext uri="{FF2B5EF4-FFF2-40B4-BE49-F238E27FC236}">
                  <a16:creationId xmlns:a16="http://schemas.microsoft.com/office/drawing/2014/main" id="{4926E139-AACE-EBC2-E8AD-2395B3DB57F0}"/>
                </a:ext>
              </a:extLst>
            </p:cNvPr>
            <p:cNvSpPr/>
            <p:nvPr/>
          </p:nvSpPr>
          <p:spPr>
            <a:xfrm>
              <a:off x="2125472" y="3242586"/>
              <a:ext cx="612961" cy="274920"/>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50" dirty="0">
                  <a:solidFill>
                    <a:schemeClr val="tx1"/>
                  </a:solidFill>
                  <a:latin typeface="Times New Roman" pitchFamily="18" charset="0"/>
                  <a:ea typeface="Times New Roman" pitchFamily="18" charset="0"/>
                  <a:cs typeface="Times New Roman" pitchFamily="18" charset="0"/>
                </a:rPr>
                <a:t>công nhân</a:t>
              </a:r>
              <a:endParaRPr lang="vi-VN">
                <a:latin typeface="Times New Roman" pitchFamily="18" charset="0"/>
                <a:ea typeface="Times New Roman" pitchFamily="18" charset="0"/>
                <a:cs typeface="Times New Roman" pitchFamily="18" charset="0"/>
              </a:endParaRPr>
            </a:p>
          </p:txBody>
        </p:sp>
      </p:grpSp>
      <p:pic>
        <p:nvPicPr>
          <p:cNvPr id="25" name="図 24">
            <a:extLst>
              <a:ext uri="{FF2B5EF4-FFF2-40B4-BE49-F238E27FC236}">
                <a16:creationId xmlns:a16="http://schemas.microsoft.com/office/drawing/2014/main" id="{6402B3EE-60E2-3C0A-7D14-7BF036937E9B}"/>
              </a:ext>
            </a:extLst>
          </p:cNvPr>
          <p:cNvPicPr>
            <a:picLocks noChangeAspect="1"/>
          </p:cNvPicPr>
          <p:nvPr/>
        </p:nvPicPr>
        <p:blipFill>
          <a:blip r:embed="rId6"/>
          <a:stretch>
            <a:fillRect/>
          </a:stretch>
        </p:blipFill>
        <p:spPr>
          <a:xfrm>
            <a:off x="1876771" y="1601835"/>
            <a:ext cx="3000006" cy="1379070"/>
          </a:xfrm>
          <a:prstGeom prst="rect">
            <a:avLst/>
          </a:prstGeom>
        </p:spPr>
      </p:pic>
      <p:grpSp>
        <p:nvGrpSpPr>
          <p:cNvPr id="34" name="グループ化 33">
            <a:extLst>
              <a:ext uri="{FF2B5EF4-FFF2-40B4-BE49-F238E27FC236}">
                <a16:creationId xmlns:a16="http://schemas.microsoft.com/office/drawing/2014/main" id="{F202C857-4B41-3E02-9323-A9D5F8F7C6B3}"/>
              </a:ext>
            </a:extLst>
          </p:cNvPr>
          <p:cNvGrpSpPr/>
          <p:nvPr/>
        </p:nvGrpSpPr>
        <p:grpSpPr>
          <a:xfrm>
            <a:off x="7366449" y="1356028"/>
            <a:ext cx="1348496" cy="1738024"/>
            <a:chOff x="6753903" y="1654512"/>
            <a:chExt cx="1348496" cy="1738024"/>
          </a:xfrm>
        </p:grpSpPr>
        <p:pic>
          <p:nvPicPr>
            <p:cNvPr id="28" name="図 27">
              <a:extLst>
                <a:ext uri="{FF2B5EF4-FFF2-40B4-BE49-F238E27FC236}">
                  <a16:creationId xmlns:a16="http://schemas.microsoft.com/office/drawing/2014/main" id="{91AE71E1-E225-3EF5-A052-29E4190AC24B}"/>
                </a:ext>
              </a:extLst>
            </p:cNvPr>
            <p:cNvPicPr>
              <a:picLocks noChangeAspect="1"/>
            </p:cNvPicPr>
            <p:nvPr/>
          </p:nvPicPr>
          <p:blipFill>
            <a:blip r:embed="rId7"/>
            <a:stretch>
              <a:fillRect/>
            </a:stretch>
          </p:blipFill>
          <p:spPr>
            <a:xfrm>
              <a:off x="6753903" y="1738554"/>
              <a:ext cx="1137384" cy="1653982"/>
            </a:xfrm>
            <a:prstGeom prst="rect">
              <a:avLst/>
            </a:prstGeom>
          </p:spPr>
        </p:pic>
        <p:pic>
          <p:nvPicPr>
            <p:cNvPr id="18" name="Picture 2" descr="https://image.flaticon.com/icons/png/512/136/136525.png">
              <a:extLst>
                <a:ext uri="{FF2B5EF4-FFF2-40B4-BE49-F238E27FC236}">
                  <a16:creationId xmlns:a16="http://schemas.microsoft.com/office/drawing/2014/main" id="{46AA8CD2-7AB0-613F-5BF2-8F7926F9BD7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680175" y="1654512"/>
              <a:ext cx="422224" cy="4362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 name="グループ化 30">
            <a:extLst>
              <a:ext uri="{FF2B5EF4-FFF2-40B4-BE49-F238E27FC236}">
                <a16:creationId xmlns:a16="http://schemas.microsoft.com/office/drawing/2014/main" id="{EB0CBC0D-F4F0-F001-C34E-E0F626BD02D8}"/>
              </a:ext>
            </a:extLst>
          </p:cNvPr>
          <p:cNvGrpSpPr/>
          <p:nvPr/>
        </p:nvGrpSpPr>
        <p:grpSpPr>
          <a:xfrm>
            <a:off x="3880490" y="4057702"/>
            <a:ext cx="642493" cy="635553"/>
            <a:chOff x="6246938" y="942199"/>
            <a:chExt cx="856658" cy="847403"/>
          </a:xfrm>
        </p:grpSpPr>
        <p:pic>
          <p:nvPicPr>
            <p:cNvPr id="32" name="Picture 4" descr="タブレット icon">
              <a:extLst>
                <a:ext uri="{FF2B5EF4-FFF2-40B4-BE49-F238E27FC236}">
                  <a16:creationId xmlns:a16="http://schemas.microsoft.com/office/drawing/2014/main" id="{688273BA-A696-3617-10CF-679CB0C6572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758400" y="942199"/>
              <a:ext cx="345196" cy="34519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8" descr="男 icon">
              <a:extLst>
                <a:ext uri="{FF2B5EF4-FFF2-40B4-BE49-F238E27FC236}">
                  <a16:creationId xmlns:a16="http://schemas.microsoft.com/office/drawing/2014/main" id="{33AF41DE-FBCC-3F2D-D23D-75863CED5B0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246938" y="1127895"/>
              <a:ext cx="661708" cy="661707"/>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矢印: 右 10">
            <a:extLst>
              <a:ext uri="{FF2B5EF4-FFF2-40B4-BE49-F238E27FC236}">
                <a16:creationId xmlns:a16="http://schemas.microsoft.com/office/drawing/2014/main" id="{B266DCBC-A460-BDE9-7A26-4D600DD88EE6}"/>
              </a:ext>
            </a:extLst>
          </p:cNvPr>
          <p:cNvSpPr/>
          <p:nvPr/>
        </p:nvSpPr>
        <p:spPr>
          <a:xfrm>
            <a:off x="1120661" y="2223366"/>
            <a:ext cx="377815" cy="224671"/>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矢印: 右 11">
            <a:extLst>
              <a:ext uri="{FF2B5EF4-FFF2-40B4-BE49-F238E27FC236}">
                <a16:creationId xmlns:a16="http://schemas.microsoft.com/office/drawing/2014/main" id="{ED0012CA-F1E9-C2FF-D345-64E2121E3CA6}"/>
              </a:ext>
            </a:extLst>
          </p:cNvPr>
          <p:cNvSpPr/>
          <p:nvPr/>
        </p:nvSpPr>
        <p:spPr>
          <a:xfrm>
            <a:off x="5161013" y="2223366"/>
            <a:ext cx="377815" cy="224671"/>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33413D4D-07D6-0281-861B-1563584DE6E5}"/>
              </a:ext>
            </a:extLst>
          </p:cNvPr>
          <p:cNvSpPr/>
          <p:nvPr/>
        </p:nvSpPr>
        <p:spPr>
          <a:xfrm>
            <a:off x="6684892" y="2183938"/>
            <a:ext cx="377815" cy="224671"/>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17" name="直線矢印コネクタ 16">
            <a:extLst>
              <a:ext uri="{FF2B5EF4-FFF2-40B4-BE49-F238E27FC236}">
                <a16:creationId xmlns:a16="http://schemas.microsoft.com/office/drawing/2014/main" id="{DBDFEAB1-B769-7626-1BB4-8E348979AF9E}"/>
              </a:ext>
            </a:extLst>
          </p:cNvPr>
          <p:cNvCxnSpPr>
            <a:cxnSpLocks/>
            <a:stCxn id="5" idx="3"/>
            <a:endCxn id="10" idx="1"/>
          </p:cNvCxnSpPr>
          <p:nvPr/>
        </p:nvCxnSpPr>
        <p:spPr>
          <a:xfrm flipV="1">
            <a:off x="1924492" y="3742147"/>
            <a:ext cx="2306069" cy="103932"/>
          </a:xfrm>
          <a:prstGeom prst="straightConnector1">
            <a:avLst/>
          </a:prstGeom>
          <a:ln w="3175">
            <a:headEnd type="triangle"/>
            <a:tailEnd type="triangle"/>
          </a:ln>
        </p:spPr>
        <p:style>
          <a:lnRef idx="1">
            <a:schemeClr val="dk1"/>
          </a:lnRef>
          <a:fillRef idx="0">
            <a:schemeClr val="dk1"/>
          </a:fillRef>
          <a:effectRef idx="0">
            <a:schemeClr val="dk1"/>
          </a:effectRef>
          <a:fontRef idx="minor">
            <a:schemeClr val="tx1"/>
          </a:fontRef>
        </p:style>
      </p:cxnSp>
      <p:cxnSp>
        <p:nvCxnSpPr>
          <p:cNvPr id="24" name="直線矢印コネクタ 23">
            <a:extLst>
              <a:ext uri="{FF2B5EF4-FFF2-40B4-BE49-F238E27FC236}">
                <a16:creationId xmlns:a16="http://schemas.microsoft.com/office/drawing/2014/main" id="{E9814594-A73D-8021-3530-4C69E993FD7B}"/>
              </a:ext>
            </a:extLst>
          </p:cNvPr>
          <p:cNvCxnSpPr>
            <a:cxnSpLocks/>
            <a:endCxn id="32" idx="1"/>
          </p:cNvCxnSpPr>
          <p:nvPr/>
        </p:nvCxnSpPr>
        <p:spPr>
          <a:xfrm>
            <a:off x="1989187" y="3955534"/>
            <a:ext cx="2274900" cy="231617"/>
          </a:xfrm>
          <a:prstGeom prst="straightConnector1">
            <a:avLst/>
          </a:prstGeom>
          <a:ln w="3175">
            <a:headEnd type="triangle"/>
            <a:tailEnd type="triangle"/>
          </a:ln>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A769F232-AEF2-642A-D45A-09B29005E3BB}"/>
              </a:ext>
            </a:extLst>
          </p:cNvPr>
          <p:cNvCxnSpPr>
            <a:cxnSpLocks/>
            <a:stCxn id="10" idx="3"/>
            <a:endCxn id="9" idx="1"/>
          </p:cNvCxnSpPr>
          <p:nvPr/>
        </p:nvCxnSpPr>
        <p:spPr>
          <a:xfrm>
            <a:off x="4642421" y="3742147"/>
            <a:ext cx="3199420" cy="60286"/>
          </a:xfrm>
          <a:prstGeom prst="straightConnector1">
            <a:avLst/>
          </a:prstGeom>
          <a:ln w="3175">
            <a:solidFill>
              <a:schemeClr val="accent4"/>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EF81A719-3A06-9898-B698-AB0685D3D8C5}"/>
              </a:ext>
            </a:extLst>
          </p:cNvPr>
          <p:cNvCxnSpPr>
            <a:cxnSpLocks/>
            <a:stCxn id="32" idx="3"/>
          </p:cNvCxnSpPr>
          <p:nvPr/>
        </p:nvCxnSpPr>
        <p:spPr>
          <a:xfrm flipV="1">
            <a:off x="4522983" y="3883005"/>
            <a:ext cx="3352382" cy="304147"/>
          </a:xfrm>
          <a:prstGeom prst="straightConnector1">
            <a:avLst/>
          </a:prstGeom>
          <a:ln w="3175">
            <a:solidFill>
              <a:schemeClr val="accent5"/>
            </a:solidFill>
            <a:headEnd type="triangle"/>
            <a:tailEnd type="triangle"/>
          </a:ln>
        </p:spPr>
        <p:style>
          <a:lnRef idx="1">
            <a:schemeClr val="dk1"/>
          </a:lnRef>
          <a:fillRef idx="0">
            <a:schemeClr val="dk1"/>
          </a:fillRef>
          <a:effectRef idx="0">
            <a:schemeClr val="dk1"/>
          </a:effectRef>
          <a:fontRef idx="minor">
            <a:schemeClr val="tx1"/>
          </a:fontRef>
        </p:style>
      </p:cxnSp>
      <p:sp>
        <p:nvSpPr>
          <p:cNvPr id="55" name="正方形/長方形 54">
            <a:extLst>
              <a:ext uri="{FF2B5EF4-FFF2-40B4-BE49-F238E27FC236}">
                <a16:creationId xmlns:a16="http://schemas.microsoft.com/office/drawing/2014/main" id="{EF50FC51-62E8-C420-B631-9075B5A8A178}"/>
              </a:ext>
            </a:extLst>
          </p:cNvPr>
          <p:cNvSpPr/>
          <p:nvPr/>
        </p:nvSpPr>
        <p:spPr>
          <a:xfrm>
            <a:off x="326073" y="3313954"/>
            <a:ext cx="1285512"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b="1" dirty="0">
                <a:solidFill>
                  <a:schemeClr val="tx1"/>
                </a:solidFill>
                <a:latin typeface="Times New Roman" pitchFamily="18" charset="0"/>
                <a:ea typeface="Times New Roman" pitchFamily="18" charset="0"/>
                <a:cs typeface="Times New Roman" pitchFamily="18" charset="0"/>
              </a:rPr>
              <a:t>■Trình tự xử lý</a:t>
            </a:r>
            <a:endParaRPr kumimoji="1" lang="vi-VN" altLang="en-US" sz="1200" b="1" dirty="0">
              <a:solidFill>
                <a:srgbClr val="FF0000"/>
              </a:solidFill>
              <a:latin typeface="Times New Roman" pitchFamily="18" charset="0"/>
              <a:ea typeface="Times New Roman" pitchFamily="18" charset="0"/>
              <a:cs typeface="Times New Roman" pitchFamily="18" charset="0"/>
            </a:endParaRPr>
          </a:p>
        </p:txBody>
      </p:sp>
      <p:pic>
        <p:nvPicPr>
          <p:cNvPr id="63" name="Picture 2" descr="https://image.flaticon.com/icons/png/512/136/136525.png">
            <a:extLst>
              <a:ext uri="{FF2B5EF4-FFF2-40B4-BE49-F238E27FC236}">
                <a16:creationId xmlns:a16="http://schemas.microsoft.com/office/drawing/2014/main" id="{87760305-634C-54D8-9C09-1DA04B88A87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849674" y="3059189"/>
            <a:ext cx="278956" cy="288217"/>
          </a:xfrm>
          <a:prstGeom prst="rect">
            <a:avLst/>
          </a:prstGeom>
          <a:noFill/>
          <a:extLst>
            <a:ext uri="{909E8E84-426E-40DD-AFC4-6F175D3DCCD1}">
              <a14:hiddenFill xmlns:a14="http://schemas.microsoft.com/office/drawing/2010/main">
                <a:solidFill>
                  <a:srgbClr val="FFFFFF"/>
                </a:solidFill>
              </a14:hiddenFill>
            </a:ext>
          </a:extLst>
        </p:spPr>
      </p:pic>
      <p:sp>
        <p:nvSpPr>
          <p:cNvPr id="64" name="正方形/長方形 63">
            <a:extLst>
              <a:ext uri="{FF2B5EF4-FFF2-40B4-BE49-F238E27FC236}">
                <a16:creationId xmlns:a16="http://schemas.microsoft.com/office/drawing/2014/main" id="{89AD5D39-C259-C3BD-29F1-8FB069FE1F5B}"/>
              </a:ext>
            </a:extLst>
          </p:cNvPr>
          <p:cNvSpPr/>
          <p:nvPr/>
        </p:nvSpPr>
        <p:spPr>
          <a:xfrm>
            <a:off x="3458539" y="3327010"/>
            <a:ext cx="2306069"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960" b="1" dirty="0">
                <a:solidFill>
                  <a:schemeClr val="tx1"/>
                </a:solidFill>
                <a:latin typeface="Times New Roman" pitchFamily="18" charset="0"/>
                <a:ea typeface="Times New Roman" pitchFamily="18" charset="0"/>
                <a:cs typeface="Times New Roman" pitchFamily="18" charset="0"/>
              </a:rPr>
              <a:t>Phân tách/tạo lệnh tập tin Json</a:t>
            </a:r>
            <a:r>
              <a:rPr kumimoji="1" lang="vi-VN" altLang="en-US" sz="960" b="1" dirty="0">
                <a:solidFill>
                  <a:schemeClr val="tx1"/>
                </a:solidFill>
                <a:latin typeface="Times New Roman" pitchFamily="18" charset="0"/>
                <a:ea typeface="Times New Roman" pitchFamily="18" charset="0"/>
                <a:cs typeface="Times New Roman" pitchFamily="18" charset="0"/>
              </a:rPr>
              <a:t/>
            </a:r>
            <a:r>
              <a:rPr kumimoji="1" lang="vi-VN" altLang="ja-JP" sz="960" b="1" dirty="0">
                <a:solidFill>
                  <a:schemeClr val="tx1"/>
                </a:solidFill>
                <a:latin typeface="Times New Roman" pitchFamily="18" charset="0"/>
                <a:ea typeface="Times New Roman" pitchFamily="18" charset="0"/>
                <a:cs typeface="Times New Roman" pitchFamily="18" charset="0"/>
              </a:rPr>
              <a:t/>
            </a:r>
            <a:r>
              <a:rPr kumimoji="1" lang="vi-VN" altLang="en-US" sz="960" b="1" dirty="0">
                <a:solidFill>
                  <a:schemeClr val="tx1"/>
                </a:solidFill>
                <a:latin typeface="Times New Roman" pitchFamily="18" charset="0"/>
                <a:ea typeface="Times New Roman" pitchFamily="18" charset="0"/>
                <a:cs typeface="Times New Roman" pitchFamily="18" charset="0"/>
              </a:rPr>
              <a:t/>
            </a:r>
            <a:endParaRPr kumimoji="1" lang="vi-VN" altLang="ja-JP" sz="1200" b="1" dirty="0">
              <a:solidFill>
                <a:schemeClr val="tx1"/>
              </a:solidFill>
              <a:latin typeface="Times New Roman" pitchFamily="18" charset="0"/>
              <a:ea typeface="Times New Roman" pitchFamily="18" charset="0"/>
              <a:cs typeface="Times New Roman" pitchFamily="18" charset="0"/>
            </a:endParaRPr>
          </a:p>
        </p:txBody>
      </p:sp>
      <p:sp>
        <p:nvSpPr>
          <p:cNvPr id="65" name="正方形/長方形 64">
            <a:extLst>
              <a:ext uri="{FF2B5EF4-FFF2-40B4-BE49-F238E27FC236}">
                <a16:creationId xmlns:a16="http://schemas.microsoft.com/office/drawing/2014/main" id="{B3AFBAAD-B6BD-9152-1E44-BA3FBE5CF41D}"/>
              </a:ext>
            </a:extLst>
          </p:cNvPr>
          <p:cNvSpPr/>
          <p:nvPr/>
        </p:nvSpPr>
        <p:spPr>
          <a:xfrm>
            <a:off x="669494" y="1792066"/>
            <a:ext cx="1349510" cy="262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itchFamily="18" charset="0"/>
                <a:ea typeface="Times New Roman" pitchFamily="18" charset="0"/>
                <a:cs typeface="Times New Roman" pitchFamily="18" charset="0"/>
              </a:rPr>
              <a:t>từng bước một</a:t>
            </a:r>
            <a:endParaRPr kumimoji="1" lang="vi-VN" altLang="ja-JP" sz="1200" dirty="0">
              <a:solidFill>
                <a:schemeClr val="tx1"/>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itchFamily="18" charset="0"/>
                <a:ea typeface="Times New Roman" pitchFamily="18" charset="0"/>
                <a:cs typeface="Times New Roman" pitchFamily="18" charset="0"/>
              </a:rPr>
              <a:t>Chi tiết công việc</a:t>
            </a:r>
            <a:endParaRPr kumimoji="1" lang="vi-VN" altLang="ja-JP" sz="1200" dirty="0">
              <a:solidFill>
                <a:schemeClr val="tx1"/>
              </a:solidFill>
              <a:latin typeface="Times New Roman" pitchFamily="18" charset="0"/>
              <a:ea typeface="Times New Roman" pitchFamily="18" charset="0"/>
              <a:cs typeface="Times New Roman" pitchFamily="18" charset="0"/>
            </a:endParaRPr>
          </a:p>
        </p:txBody>
      </p:sp>
      <p:sp>
        <p:nvSpPr>
          <p:cNvPr id="66" name="正方形/長方形 65">
            <a:extLst>
              <a:ext uri="{FF2B5EF4-FFF2-40B4-BE49-F238E27FC236}">
                <a16:creationId xmlns:a16="http://schemas.microsoft.com/office/drawing/2014/main" id="{1C0006DE-7944-FC63-C1BC-2259BA2C642E}"/>
              </a:ext>
            </a:extLst>
          </p:cNvPr>
          <p:cNvSpPr/>
          <p:nvPr/>
        </p:nvSpPr>
        <p:spPr>
          <a:xfrm>
            <a:off x="4694367" y="1775600"/>
            <a:ext cx="1349510" cy="262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itchFamily="18" charset="0"/>
                <a:ea typeface="Times New Roman" pitchFamily="18" charset="0"/>
                <a:cs typeface="Times New Roman" pitchFamily="18" charset="0"/>
              </a:rPr>
              <a:t>Tạo lịch trình quy trình</a:t>
            </a:r>
            <a:endParaRPr kumimoji="1" lang="vi-VN" altLang="ja-JP" sz="1200" dirty="0">
              <a:solidFill>
                <a:schemeClr val="tx1"/>
              </a:solidFill>
              <a:latin typeface="Times New Roman" pitchFamily="18" charset="0"/>
              <a:ea typeface="Times New Roman" pitchFamily="18" charset="0"/>
              <a:cs typeface="Times New Roman" pitchFamily="18" charset="0"/>
            </a:endParaRPr>
          </a:p>
        </p:txBody>
      </p:sp>
      <p:sp>
        <p:nvSpPr>
          <p:cNvPr id="67" name="正方形/長方形 66">
            <a:extLst>
              <a:ext uri="{FF2B5EF4-FFF2-40B4-BE49-F238E27FC236}">
                <a16:creationId xmlns:a16="http://schemas.microsoft.com/office/drawing/2014/main" id="{23608695-2F15-AC9A-F6A3-999DB06FAD7B}"/>
              </a:ext>
            </a:extLst>
          </p:cNvPr>
          <p:cNvSpPr/>
          <p:nvPr/>
        </p:nvSpPr>
        <p:spPr>
          <a:xfrm>
            <a:off x="6339928" y="1792065"/>
            <a:ext cx="1083134" cy="262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200" dirty="0">
                <a:solidFill>
                  <a:schemeClr val="tx1"/>
                </a:solidFill>
                <a:latin typeface="Times New Roman" pitchFamily="18" charset="0"/>
                <a:ea typeface="Times New Roman" pitchFamily="18" charset="0"/>
                <a:cs typeface="Times New Roman" pitchFamily="18" charset="0"/>
              </a:rPr>
              <a:t>Tạo JSON</a:t>
            </a:r>
            <a:r>
              <a:rPr kumimoji="1" lang="vi-VN" altLang="en-US" sz="1200" dirty="0">
                <a:solidFill>
                  <a:schemeClr val="tx1"/>
                </a:solidFill>
                <a:latin typeface="Times New Roman" pitchFamily="18" charset="0"/>
                <a:ea typeface="Times New Roman" pitchFamily="18" charset="0"/>
                <a:cs typeface="Times New Roman" pitchFamily="18" charset="0"/>
              </a:rPr>
              <a:t/>
            </a:r>
            <a:endParaRPr kumimoji="1" lang="vi-VN" altLang="ja-JP" sz="1200" dirty="0">
              <a:solidFill>
                <a:schemeClr val="tx1"/>
              </a:solidFill>
              <a:latin typeface="Times New Roman" pitchFamily="18" charset="0"/>
              <a:ea typeface="Times New Roman" pitchFamily="18" charset="0"/>
              <a:cs typeface="Times New Roman" pitchFamily="18" charset="0"/>
            </a:endParaRPr>
          </a:p>
        </p:txBody>
      </p:sp>
      <p:sp>
        <p:nvSpPr>
          <p:cNvPr id="68" name="吹き出し: 角を丸めた四角形 67">
            <a:extLst>
              <a:ext uri="{FF2B5EF4-FFF2-40B4-BE49-F238E27FC236}">
                <a16:creationId xmlns:a16="http://schemas.microsoft.com/office/drawing/2014/main" id="{8071660D-37B5-DB94-EDC6-B5826AEB490F}"/>
              </a:ext>
            </a:extLst>
          </p:cNvPr>
          <p:cNvSpPr/>
          <p:nvPr/>
        </p:nvSpPr>
        <p:spPr>
          <a:xfrm>
            <a:off x="4722490" y="4345937"/>
            <a:ext cx="897501" cy="258898"/>
          </a:xfrm>
          <a:prstGeom prst="wedgeRoundRectCallout">
            <a:avLst>
              <a:gd name="adj1" fmla="val -73857"/>
              <a:gd name="adj2" fmla="val -59320"/>
              <a:gd name="adj3" fmla="val 16667"/>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00" dirty="0">
                <a:solidFill>
                  <a:schemeClr val="tx1"/>
                </a:solidFill>
                <a:latin typeface="Times New Roman" pitchFamily="18" charset="0"/>
                <a:ea typeface="Times New Roman" pitchFamily="18" charset="0"/>
                <a:cs typeface="Times New Roman" pitchFamily="18" charset="0"/>
              </a:rPr>
              <a:t>Hiển thị chi tiết công việc</a:t>
            </a:r>
            <a:endParaRPr lang="vi-VN">
              <a:latin typeface="Times New Roman" pitchFamily="18" charset="0"/>
              <a:ea typeface="Times New Roman" pitchFamily="18" charset="0"/>
              <a:cs typeface="Times New Roman" pitchFamily="18" charset="0"/>
            </a:endParaRPr>
          </a:p>
        </p:txBody>
      </p:sp>
      <p:pic>
        <p:nvPicPr>
          <p:cNvPr id="14" name="Picture 2" descr="https://image.flaticon.com/icons/png/512/136/136525.png">
            <a:extLst>
              <a:ext uri="{FF2B5EF4-FFF2-40B4-BE49-F238E27FC236}">
                <a16:creationId xmlns:a16="http://schemas.microsoft.com/office/drawing/2014/main" id="{0E85E9F2-2EB1-F112-E3C2-16CF40C48E7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60850" y="3698545"/>
            <a:ext cx="278956" cy="288217"/>
          </a:xfrm>
          <a:prstGeom prst="rect">
            <a:avLst/>
          </a:prstGeom>
          <a:noFill/>
          <a:extLst>
            <a:ext uri="{909E8E84-426E-40DD-AFC4-6F175D3DCCD1}">
              <a14:hiddenFill xmlns:a14="http://schemas.microsoft.com/office/drawing/2010/main">
                <a:solidFill>
                  <a:srgbClr val="FFFFFF"/>
                </a:solidFill>
              </a14:hiddenFill>
            </a:ext>
          </a:extLst>
        </p:spPr>
      </p:pic>
      <p:sp>
        <p:nvSpPr>
          <p:cNvPr id="15" name="正方形/長方形 14">
            <a:extLst>
              <a:ext uri="{FF2B5EF4-FFF2-40B4-BE49-F238E27FC236}">
                <a16:creationId xmlns:a16="http://schemas.microsoft.com/office/drawing/2014/main" id="{B3FF90F3-AFF8-B674-3C4C-530CA02B5250}"/>
              </a:ext>
            </a:extLst>
          </p:cNvPr>
          <p:cNvSpPr/>
          <p:nvPr/>
        </p:nvSpPr>
        <p:spPr>
          <a:xfrm>
            <a:off x="407079" y="4023019"/>
            <a:ext cx="2244681" cy="5410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itchFamily="18" charset="0"/>
                <a:ea typeface="Times New Roman" pitchFamily="18" charset="0"/>
                <a:cs typeface="Times New Roman" pitchFamily="18" charset="0"/>
              </a:rPr>
              <a:t>Đăng ký thông tin quy trình</a:t>
            </a:r>
            <a:endParaRPr kumimoji="1" lang="vi-VN" altLang="ja-JP" sz="1200" dirty="0">
              <a:solidFill>
                <a:schemeClr val="tx1"/>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960" b="1" dirty="0">
                <a:solidFill>
                  <a:srgbClr val="FF0000"/>
                </a:solidFill>
                <a:latin typeface="Times New Roman" pitchFamily="18" charset="0"/>
                <a:ea typeface="Times New Roman" pitchFamily="18" charset="0"/>
                <a:cs typeface="Times New Roman" pitchFamily="18" charset="0"/>
              </a:rPr>
              <a:t>(Khoảng 60 tệp * Số lượng đích)</a:t>
            </a:r>
            <a:r>
              <a:rPr kumimoji="1" lang="vi-VN" altLang="ja-JP" sz="960" b="1" dirty="0">
                <a:solidFill>
                  <a:srgbClr val="FF0000"/>
                </a:solidFill>
                <a:latin typeface="Times New Roman" pitchFamily="18" charset="0"/>
                <a:ea typeface="Times New Roman" pitchFamily="18" charset="0"/>
                <a:cs typeface="Times New Roman" pitchFamily="18" charset="0"/>
              </a:rPr>
              <a:t/>
            </a:r>
            <a:r>
              <a:rPr kumimoji="1" lang="vi-VN" altLang="en-US" sz="960" b="1" dirty="0">
                <a:solidFill>
                  <a:srgbClr val="FF0000"/>
                </a:solidFill>
                <a:latin typeface="Times New Roman" pitchFamily="18" charset="0"/>
                <a:ea typeface="Times New Roman" pitchFamily="18" charset="0"/>
                <a:cs typeface="Times New Roman" pitchFamily="18" charset="0"/>
              </a:rPr>
              <a:t/>
            </a:r>
            <a:r>
              <a:rPr kumimoji="1" lang="vi-VN" altLang="ja-JP" sz="960" b="1" dirty="0">
                <a:solidFill>
                  <a:srgbClr val="FF0000"/>
                </a:solidFill>
                <a:latin typeface="Times New Roman" pitchFamily="18" charset="0"/>
                <a:ea typeface="Times New Roman" pitchFamily="18" charset="0"/>
                <a:cs typeface="Times New Roman" pitchFamily="18" charset="0"/>
              </a:rPr>
              <a:t/>
            </a:r>
            <a:r>
              <a:rPr kumimoji="1" lang="vi-VN" altLang="en-US" sz="960" b="1" dirty="0">
                <a:solidFill>
                  <a:srgbClr val="FF0000"/>
                </a:solidFill>
                <a:latin typeface="Times New Roman" pitchFamily="18" charset="0"/>
                <a:ea typeface="Times New Roman" pitchFamily="18" charset="0"/>
                <a:cs typeface="Times New Roman" pitchFamily="18" charset="0"/>
              </a:rPr>
              <a:t/>
            </a:r>
            <a:endParaRPr kumimoji="1" lang="vi-VN" altLang="ja-JP" sz="1200" b="1" dirty="0">
              <a:solidFill>
                <a:schemeClr val="tx1"/>
              </a:solidFill>
              <a:latin typeface="Times New Roman" pitchFamily="18" charset="0"/>
              <a:ea typeface="Times New Roman" pitchFamily="18" charset="0"/>
              <a:cs typeface="Times New Roman" pitchFamily="18" charset="0"/>
            </a:endParaRPr>
          </a:p>
        </p:txBody>
      </p:sp>
      <p:sp>
        <p:nvSpPr>
          <p:cNvPr id="16" name="正方形/長方形 15">
            <a:extLst>
              <a:ext uri="{FF2B5EF4-FFF2-40B4-BE49-F238E27FC236}">
                <a16:creationId xmlns:a16="http://schemas.microsoft.com/office/drawing/2014/main" id="{673DB9FF-FBE4-9132-CA06-B5BDB85DD3B5}"/>
              </a:ext>
            </a:extLst>
          </p:cNvPr>
          <p:cNvSpPr/>
          <p:nvPr/>
        </p:nvSpPr>
        <p:spPr>
          <a:xfrm>
            <a:off x="2436744" y="3391252"/>
            <a:ext cx="1051470" cy="428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dirty="0">
                <a:solidFill>
                  <a:schemeClr val="tx1"/>
                </a:solidFill>
                <a:latin typeface="Times New Roman" pitchFamily="18" charset="0"/>
                <a:ea typeface="Times New Roman" pitchFamily="18" charset="0"/>
                <a:cs typeface="Times New Roman" pitchFamily="18" charset="0"/>
              </a:rPr>
              <a:t>Xử lý yêu cầu</a:t>
            </a:r>
            <a:endParaRPr kumimoji="1" lang="vi-VN" altLang="ja-JP" sz="1000" dirty="0">
              <a:solidFill>
                <a:schemeClr val="tx1"/>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000" dirty="0">
                <a:solidFill>
                  <a:schemeClr val="tx1"/>
                </a:solidFill>
                <a:latin typeface="Times New Roman" pitchFamily="18" charset="0"/>
                <a:ea typeface="Times New Roman" pitchFamily="18" charset="0"/>
                <a:cs typeface="Times New Roman" pitchFamily="18" charset="0"/>
              </a:rPr>
              <a:t>Gửi kết quả quá trình</a:t>
            </a:r>
            <a:endParaRPr kumimoji="1" lang="vi-VN" altLang="en-US" sz="1000" dirty="0">
              <a:solidFill>
                <a:srgbClr val="FF0000"/>
              </a:solidFill>
              <a:latin typeface="Times New Roman" pitchFamily="18" charset="0"/>
              <a:ea typeface="Times New Roman" pitchFamily="18" charset="0"/>
              <a:cs typeface="Times New Roman" pitchFamily="18" charset="0"/>
            </a:endParaRPr>
          </a:p>
        </p:txBody>
      </p:sp>
      <p:sp>
        <p:nvSpPr>
          <p:cNvPr id="27" name="正方形/長方形 26">
            <a:extLst>
              <a:ext uri="{FF2B5EF4-FFF2-40B4-BE49-F238E27FC236}">
                <a16:creationId xmlns:a16="http://schemas.microsoft.com/office/drawing/2014/main" id="{BC11D711-84F6-8018-BEDB-7337703544BA}"/>
              </a:ext>
            </a:extLst>
          </p:cNvPr>
          <p:cNvSpPr/>
          <p:nvPr/>
        </p:nvSpPr>
        <p:spPr>
          <a:xfrm>
            <a:off x="2650298" y="4079246"/>
            <a:ext cx="1051470" cy="428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dirty="0">
                <a:solidFill>
                  <a:schemeClr val="tx1"/>
                </a:solidFill>
                <a:latin typeface="Times New Roman" pitchFamily="18" charset="0"/>
                <a:ea typeface="Times New Roman" pitchFamily="18" charset="0"/>
                <a:cs typeface="Times New Roman" pitchFamily="18" charset="0"/>
              </a:rPr>
              <a:t>Hỏi đáp công việc</a:t>
            </a:r>
            <a:endParaRPr kumimoji="1" lang="vi-VN" altLang="ja-JP" sz="1000" dirty="0">
              <a:solidFill>
                <a:schemeClr val="tx1"/>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000" dirty="0">
                <a:solidFill>
                  <a:schemeClr val="tx1"/>
                </a:solidFill>
                <a:latin typeface="Times New Roman" pitchFamily="18" charset="0"/>
                <a:ea typeface="Times New Roman" pitchFamily="18" charset="0"/>
                <a:cs typeface="Times New Roman" pitchFamily="18" charset="0"/>
              </a:rPr>
              <a:t>Gửi kết quả công việc</a:t>
            </a:r>
            <a:endParaRPr kumimoji="1" lang="vi-VN" altLang="en-US" sz="1000" dirty="0">
              <a:solidFill>
                <a:srgbClr val="FF0000"/>
              </a:solidFill>
              <a:latin typeface="Times New Roman" pitchFamily="18" charset="0"/>
              <a:ea typeface="Times New Roman" pitchFamily="18" charset="0"/>
              <a:cs typeface="Times New Roman" pitchFamily="18" charset="0"/>
            </a:endParaRPr>
          </a:p>
        </p:txBody>
      </p:sp>
      <p:sp>
        <p:nvSpPr>
          <p:cNvPr id="35" name="正方形/長方形 34">
            <a:extLst>
              <a:ext uri="{FF2B5EF4-FFF2-40B4-BE49-F238E27FC236}">
                <a16:creationId xmlns:a16="http://schemas.microsoft.com/office/drawing/2014/main" id="{DA3313F7-C9EC-1F18-D771-15E897D5F6AF}"/>
              </a:ext>
            </a:extLst>
          </p:cNvPr>
          <p:cNvSpPr/>
          <p:nvPr/>
        </p:nvSpPr>
        <p:spPr>
          <a:xfrm>
            <a:off x="5227402" y="4091409"/>
            <a:ext cx="1051470" cy="2588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dirty="0">
                <a:solidFill>
                  <a:schemeClr val="tx1"/>
                </a:solidFill>
                <a:latin typeface="Times New Roman" pitchFamily="18" charset="0"/>
                <a:ea typeface="Times New Roman" pitchFamily="18" charset="0"/>
                <a:cs typeface="Times New Roman" pitchFamily="18" charset="0"/>
              </a:rPr>
              <a:t>Thực hiện công việc</a:t>
            </a:r>
            <a:endParaRPr kumimoji="1" lang="vi-VN" altLang="en-US" sz="1000" dirty="0">
              <a:solidFill>
                <a:srgbClr val="FF0000"/>
              </a:solidFill>
              <a:latin typeface="Times New Roman" pitchFamily="18" charset="0"/>
              <a:ea typeface="Times New Roman" pitchFamily="18" charset="0"/>
              <a:cs typeface="Times New Roman" pitchFamily="18" charset="0"/>
            </a:endParaRPr>
          </a:p>
        </p:txBody>
      </p:sp>
      <p:sp>
        <p:nvSpPr>
          <p:cNvPr id="37" name="正方形/長方形 36">
            <a:extLst>
              <a:ext uri="{FF2B5EF4-FFF2-40B4-BE49-F238E27FC236}">
                <a16:creationId xmlns:a16="http://schemas.microsoft.com/office/drawing/2014/main" id="{1DD311EF-B4DC-FD03-8942-972940F532DB}"/>
              </a:ext>
            </a:extLst>
          </p:cNvPr>
          <p:cNvSpPr/>
          <p:nvPr/>
        </p:nvSpPr>
        <p:spPr>
          <a:xfrm>
            <a:off x="5538828" y="3516286"/>
            <a:ext cx="1167100" cy="2246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dirty="0">
                <a:solidFill>
                  <a:schemeClr val="tx1"/>
                </a:solidFill>
                <a:latin typeface="Times New Roman" pitchFamily="18" charset="0"/>
                <a:ea typeface="Times New Roman" pitchFamily="18" charset="0"/>
                <a:cs typeface="Times New Roman" pitchFamily="18" charset="0"/>
              </a:rPr>
              <a:t>Lệnh gửi/nhận</a:t>
            </a:r>
            <a:endParaRPr lang="vi-VN">
              <a:latin typeface="Times New Roman" pitchFamily="18" charset="0"/>
              <a:ea typeface="Times New Roman" pitchFamily="18" charset="0"/>
              <a:cs typeface="Times New Roman" pitchFamily="18" charset="0"/>
            </a:endParaRPr>
          </a:p>
        </p:txBody>
      </p:sp>
      <p:sp>
        <p:nvSpPr>
          <p:cNvPr id="69" name="TextBox 68"/>
          <p:cNvSpPr txBox="1"/>
          <p:nvPr/>
        </p:nvSpPr>
        <p:spPr>
          <a:xfrm>
            <a:off x="13837699" y="7972899"/>
            <a:ext cx="449856" cy="399631"/>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ーーーーーーー</a:t>
            </a:r>
            <a:endParaRPr lang="vi-VN">
              <a:latin typeface="Times New Roman" pitchFamily="18" charset="0"/>
              <a:ea typeface="Times New Roman" pitchFamily="18" charset="0"/>
              <a:cs typeface="Times New Roman" pitchFamily="18" charset="0"/>
            </a:endParaRPr>
          </a:p>
        </p:txBody>
      </p:sp>
      <p:sp>
        <p:nvSpPr>
          <p:cNvPr id="70" name="TextBox 69"/>
          <p:cNvSpPr txBox="1"/>
          <p:nvPr/>
        </p:nvSpPr>
        <p:spPr>
          <a:xfrm>
            <a:off x="2199261" y="1712160"/>
            <a:ext cx="3293853" cy="2683882"/>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Thông báo hiển thị số dặm Giấy đã kiểm tra có vấn đề hoặc lệnh lệnh trạng thái yêu cầu lệnh quay lại (khách hàng tiềm năng)</a:t>
            </a:r>
            <a:endParaRPr lang="vi-VN">
              <a:latin typeface="Times New Roman" pitchFamily="18" charset="0"/>
              <a:ea typeface="Times New Roman" pitchFamily="18" charset="0"/>
              <a:cs typeface="Times New Roman" pitchFamily="18" charset="0"/>
            </a:endParaRPr>
          </a:p>
        </p:txBody>
      </p:sp>
      <p:sp>
        <p:nvSpPr>
          <p:cNvPr id="71" name="TextBox 70"/>
          <p:cNvSpPr txBox="1"/>
          <p:nvPr/>
        </p:nvSpPr>
        <p:spPr>
          <a:xfrm>
            <a:off x="2199261" y="1758836"/>
            <a:ext cx="869874" cy="2669243"/>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Sao chép chi tiết tin nhắn</a:t>
            </a:r>
            <a:endParaRPr lang="vi-VN">
              <a:latin typeface="Times New Roman" pitchFamily="18" charset="0"/>
              <a:ea typeface="Times New Roman" pitchFamily="18" charset="0"/>
              <a:cs typeface="Times New Roman" pitchFamily="18" charset="0"/>
            </a:endParaRPr>
          </a:p>
        </p:txBody>
      </p:sp>
      <p:sp>
        <p:nvSpPr>
          <p:cNvPr id="72" name="TextBox 71"/>
          <p:cNvSpPr txBox="1"/>
          <p:nvPr/>
        </p:nvSpPr>
        <p:spPr>
          <a:xfrm>
            <a:off x="14745479" y="3311640"/>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ngày</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813307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4AAEBD40-C375-5E88-9ED7-1B4183D8B5F9}"/>
              </a:ext>
            </a:extLst>
          </p:cNvPr>
          <p:cNvSpPr/>
          <p:nvPr/>
        </p:nvSpPr>
        <p:spPr>
          <a:xfrm>
            <a:off x="1961533" y="140960"/>
            <a:ext cx="5220934" cy="39115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b="1" dirty="0">
                <a:solidFill>
                  <a:schemeClr val="tx1"/>
                </a:solidFill>
                <a:latin typeface="Times New Roman" pitchFamily="18" charset="0"/>
                <a:ea typeface="Times New Roman" pitchFamily="18" charset="0"/>
                <a:cs typeface="Times New Roman" pitchFamily="18" charset="0"/>
              </a:rPr>
              <a:t>Giới thiệu về hệ thống –HostPC-</a:t>
            </a:r>
            <a:r>
              <a:rPr kumimoji="1" lang="vi-VN" altLang="ja-JP" b="1" dirty="0">
                <a:solidFill>
                  <a:schemeClr val="tx1"/>
                </a:solidFill>
                <a:latin typeface="Times New Roman" pitchFamily="18" charset="0"/>
                <a:ea typeface="Times New Roman" pitchFamily="18" charset="0"/>
                <a:cs typeface="Times New Roman" pitchFamily="18" charset="0"/>
              </a:rPr>
              <a:t/>
            </a:r>
            <a:r>
              <a:rPr kumimoji="1" lang="vi-VN" altLang="ja-JP" b="1" dirty="0" err="1">
                <a:solidFill>
                  <a:schemeClr val="tx1"/>
                </a:solidFill>
                <a:latin typeface="Times New Roman" pitchFamily="18" charset="0"/>
                <a:ea typeface="Times New Roman" pitchFamily="18" charset="0"/>
                <a:cs typeface="Times New Roman" pitchFamily="18" charset="0"/>
              </a:rPr>
              <a:t/>
            </a:r>
            <a:r>
              <a:rPr kumimoji="1" lang="vi-VN" altLang="ja-JP" b="1" dirty="0">
                <a:solidFill>
                  <a:schemeClr val="tx1"/>
                </a:solidFill>
                <a:latin typeface="Times New Roman" pitchFamily="18" charset="0"/>
                <a:ea typeface="Times New Roman" pitchFamily="18" charset="0"/>
                <a:cs typeface="Times New Roman" pitchFamily="18" charset="0"/>
              </a:rPr>
              <a:t/>
            </a:r>
            <a:endParaRPr kumimoji="1" lang="vi-VN" altLang="en-US" b="1" dirty="0">
              <a:solidFill>
                <a:schemeClr val="tx1"/>
              </a:solidFill>
              <a:latin typeface="Times New Roman" pitchFamily="18" charset="0"/>
              <a:ea typeface="Times New Roman" pitchFamily="18" charset="0"/>
              <a:cs typeface="Times New Roman" pitchFamily="18" charset="0"/>
            </a:endParaRPr>
          </a:p>
        </p:txBody>
      </p:sp>
      <p:sp>
        <p:nvSpPr>
          <p:cNvPr id="7" name="テキスト ボックス 165">
            <a:extLst>
              <a:ext uri="{FF2B5EF4-FFF2-40B4-BE49-F238E27FC236}">
                <a16:creationId xmlns:a16="http://schemas.microsoft.com/office/drawing/2014/main" id="{6B03A7B3-38B1-5478-E92E-67BB04C5BC86}"/>
              </a:ext>
            </a:extLst>
          </p:cNvPr>
          <p:cNvSpPr txBox="1"/>
          <p:nvPr/>
        </p:nvSpPr>
        <p:spPr>
          <a:xfrm>
            <a:off x="399097" y="699258"/>
            <a:ext cx="8183793" cy="64633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lIns="27432" rIns="27432" tIns="18288" bIns="18288">
            <a:norm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960" b="1" dirty="0">
                <a:solidFill>
                  <a:schemeClr val="tx1"/>
                </a:solidFill>
                <a:latin typeface="Times New Roman" panose="020B0604030504040204" pitchFamily="18" charset="0"/>
                <a:ea typeface="Times New Roman" panose="020B0604030504040204" pitchFamily="18" charset="0"/>
                <a:cs typeface="Times New Roman" pitchFamily="18" charset="0"/>
              </a:rPr>
              <a:t>Để hiện thực hóa hệ thống, HostPC cần quản lý thông tin thiết bị.</a:t>
            </a:r>
            <a:r>
              <a:rPr kumimoji="1" lang="vi-VN" altLang="ja-JP" sz="960" b="1" dirty="0" err="1">
                <a:solidFill>
                  <a:schemeClr val="tx1"/>
                </a:solidFill>
                <a:latin typeface="Times New Roman" panose="020B0604030504040204" pitchFamily="18" charset="0"/>
                <a:ea typeface="Times New Roman" panose="020B0604030504040204" pitchFamily="18" charset="0"/>
                <a:cs typeface="Times New Roman" pitchFamily="18" charset="0"/>
              </a:rPr>
              <a:t/>
            </a:r>
            <a:r>
              <a:rPr kumimoji="1" lang="vi-VN" altLang="en-US" sz="960" b="1" dirty="0">
                <a:solidFill>
                  <a:schemeClr val="tx1"/>
                </a:solidFill>
                <a:latin typeface="Times New Roman" panose="020B0604030504040204" pitchFamily="18" charset="0"/>
                <a:ea typeface="Times New Roman" panose="020B0604030504040204" pitchFamily="18" charset="0"/>
                <a:cs typeface="Times New Roman" pitchFamily="18" charset="0"/>
              </a:rPr>
              <a:t/>
            </a:r>
            <a:endParaRPr kumimoji="1" lang="vi-VN" altLang="ja-JP" sz="1200" b="1" dirty="0">
              <a:solidFill>
                <a:schemeClr val="tx1"/>
              </a:solidFill>
              <a:latin typeface="Times New Roman" panose="020B0604030504040204" pitchFamily="18" charset="0"/>
              <a:ea typeface="Times New Roman" panose="020B0604030504040204"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anose="020B0604030504040204" pitchFamily="18" charset="0"/>
                <a:ea typeface="Times New Roman" panose="020B0604030504040204" pitchFamily="18" charset="0"/>
                <a:cs typeface="Times New Roman" pitchFamily="18" charset="0"/>
              </a:rPr>
              <a:t>・HostPCにテーブルを作成し、他のデバイス状況を管理</a:t>
            </a:r>
            <a:r>
              <a:rPr kumimoji="1" lang="vi-VN" altLang="ja-JP" sz="960" dirty="0" err="1">
                <a:solidFill>
                  <a:schemeClr val="tx1"/>
                </a:solidFill>
                <a:latin typeface="Times New Roman" panose="020B0604030504040204" pitchFamily="18" charset="0"/>
                <a:ea typeface="Times New Roman" panose="020B0604030504040204" pitchFamily="18" charset="0"/>
                <a:cs typeface="Times New Roman" pitchFamily="18" charset="0"/>
              </a:rPr>
              <a:t/>
            </a:r>
            <a:r>
              <a:rPr kumimoji="1" lang="vi-VN" altLang="en-US" sz="960" dirty="0">
                <a:solidFill>
                  <a:schemeClr val="tx1"/>
                </a:solidFill>
                <a:latin typeface="Times New Roman" panose="020B0604030504040204" pitchFamily="18" charset="0"/>
                <a:ea typeface="Times New Roman" panose="020B0604030504040204" pitchFamily="18" charset="0"/>
                <a:cs typeface="Times New Roman" pitchFamily="18" charset="0"/>
              </a:rPr>
              <a:t/>
            </a:r>
            <a:r>
              <a:rPr kumimoji="1" lang="vi-VN" altLang="en-US" sz="960" dirty="0">
                <a:solidFill>
                  <a:srgbClr val="FF0000"/>
                </a:solidFill>
                <a:latin typeface="Times New Roman" panose="020B0604030504040204" pitchFamily="18" charset="0"/>
                <a:ea typeface="Times New Roman" panose="020B0604030504040204" pitchFamily="18" charset="0"/>
                <a:cs typeface="Times New Roman" pitchFamily="18" charset="0"/>
              </a:rPr>
              <a:t/>
            </a:r>
            <a:endParaRPr kumimoji="1" lang="vi-VN" altLang="ja-JP" sz="1200" dirty="0">
              <a:solidFill>
                <a:srgbClr val="FF0000"/>
              </a:solidFill>
              <a:latin typeface="Times New Roman" panose="020B0604030504040204" pitchFamily="18" charset="0"/>
              <a:ea typeface="Times New Roman" panose="020B0604030504040204"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960" dirty="0">
                <a:solidFill>
                  <a:schemeClr val="tx1"/>
                </a:solidFill>
                <a:latin typeface="Times New Roman" panose="020B0604030504040204" pitchFamily="18" charset="0"/>
                <a:ea typeface="Times New Roman" panose="020B0604030504040204" pitchFamily="18" charset="0"/>
                <a:cs typeface="Times New Roman" pitchFamily="18" charset="0"/>
              </a:rPr>
              <a:t>・作業者が判断することなく、Công đoạn / Quy trìnhを実施可能</a:t>
            </a:r>
            <a:endParaRPr lang="vi-VN">
              <a:latin typeface="Times New Roman" pitchFamily="18" charset="0"/>
              <a:ea typeface="Times New Roman" pitchFamily="18" charset="0"/>
              <a:cs typeface="Times New Roman" pitchFamily="18" charset="0"/>
            </a:endParaRPr>
          </a:p>
        </p:txBody>
      </p:sp>
      <p:sp>
        <p:nvSpPr>
          <p:cNvPr id="2" name="正方形/長方形 1">
            <a:extLst>
              <a:ext uri="{FF2B5EF4-FFF2-40B4-BE49-F238E27FC236}">
                <a16:creationId xmlns:a16="http://schemas.microsoft.com/office/drawing/2014/main" id="{69FCA774-D57D-B7F9-0B57-A02F1FD5A1C9}"/>
              </a:ext>
            </a:extLst>
          </p:cNvPr>
          <p:cNvSpPr/>
          <p:nvPr/>
        </p:nvSpPr>
        <p:spPr>
          <a:xfrm>
            <a:off x="619432" y="2044970"/>
            <a:ext cx="5171605" cy="2130401"/>
          </a:xfrm>
          <a:prstGeom prst="rect">
            <a:avLst/>
          </a:prstGeom>
          <a:solidFill>
            <a:schemeClr val="tx2">
              <a:lumMod val="10000"/>
              <a:lumOff val="90000"/>
            </a:schemeClr>
          </a:solidFill>
          <a:ln w="9525">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p>
        </p:txBody>
      </p:sp>
      <p:sp>
        <p:nvSpPr>
          <p:cNvPr id="3" name="正方形/長方形 2">
            <a:extLst>
              <a:ext uri="{FF2B5EF4-FFF2-40B4-BE49-F238E27FC236}">
                <a16:creationId xmlns:a16="http://schemas.microsoft.com/office/drawing/2014/main" id="{C49C0CE5-5E58-FC68-4F3F-FABF52CB2083}"/>
              </a:ext>
            </a:extLst>
          </p:cNvPr>
          <p:cNvSpPr/>
          <p:nvPr/>
        </p:nvSpPr>
        <p:spPr>
          <a:xfrm>
            <a:off x="4448528" y="2316451"/>
            <a:ext cx="1066800" cy="7510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80" b="1" dirty="0">
                <a:latin typeface="Times New Roman" pitchFamily="18" charset="0"/>
                <a:ea typeface="Times New Roman" pitchFamily="18" charset="0"/>
                <a:cs typeface="Times New Roman" pitchFamily="18" charset="0"/>
              </a:rPr>
              <a:t>Công đoạn bảo đảm chất lượng</a:t>
            </a:r>
            <a:endParaRPr kumimoji="1" lang="vi-VN" altLang="ja-JP" sz="1350" b="1" dirty="0">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080" b="1" dirty="0">
                <a:latin typeface="Times New Roman" pitchFamily="18" charset="0"/>
                <a:ea typeface="Times New Roman" pitchFamily="18" charset="0"/>
                <a:cs typeface="Times New Roman" pitchFamily="18" charset="0"/>
              </a:rPr>
              <a:t>chương trình</a:t>
            </a:r>
            <a:endParaRPr lang="vi-VN">
              <a:latin typeface="Times New Roman" pitchFamily="18" charset="0"/>
              <a:ea typeface="Times New Roman" pitchFamily="18" charset="0"/>
              <a:cs typeface="Times New Roman" pitchFamily="18" charset="0"/>
            </a:endParaRPr>
          </a:p>
        </p:txBody>
      </p:sp>
      <p:grpSp>
        <p:nvGrpSpPr>
          <p:cNvPr id="5" name="グループ化 4">
            <a:extLst>
              <a:ext uri="{FF2B5EF4-FFF2-40B4-BE49-F238E27FC236}">
                <a16:creationId xmlns:a16="http://schemas.microsoft.com/office/drawing/2014/main" id="{1D3BA8D6-8BC5-977C-8C60-32195416FFFA}"/>
              </a:ext>
            </a:extLst>
          </p:cNvPr>
          <p:cNvGrpSpPr/>
          <p:nvPr/>
        </p:nvGrpSpPr>
        <p:grpSpPr>
          <a:xfrm>
            <a:off x="4448528" y="3193823"/>
            <a:ext cx="514661" cy="602688"/>
            <a:chOff x="1001522" y="4168422"/>
            <a:chExt cx="578922" cy="838201"/>
          </a:xfrm>
        </p:grpSpPr>
        <p:sp>
          <p:nvSpPr>
            <p:cNvPr id="6" name="フローチャート: 磁気ディスク 5">
              <a:extLst>
                <a:ext uri="{FF2B5EF4-FFF2-40B4-BE49-F238E27FC236}">
                  <a16:creationId xmlns:a16="http://schemas.microsoft.com/office/drawing/2014/main" id="{7F8151B8-92CD-2DE1-88E8-577CBDE788B6}"/>
                </a:ext>
              </a:extLst>
            </p:cNvPr>
            <p:cNvSpPr/>
            <p:nvPr/>
          </p:nvSpPr>
          <p:spPr>
            <a:xfrm>
              <a:off x="1001522" y="4634089"/>
              <a:ext cx="578922" cy="372534"/>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kumimoji="1" lang="ja-JP" altLang="en-US" sz="1350"/>
            </a:p>
          </p:txBody>
        </p:sp>
        <p:sp>
          <p:nvSpPr>
            <p:cNvPr id="8" name="フローチャート: 磁気ディスク 7">
              <a:extLst>
                <a:ext uri="{FF2B5EF4-FFF2-40B4-BE49-F238E27FC236}">
                  <a16:creationId xmlns:a16="http://schemas.microsoft.com/office/drawing/2014/main" id="{16F12045-EE5B-5DD3-5D41-9B9CDB464B3E}"/>
                </a:ext>
              </a:extLst>
            </p:cNvPr>
            <p:cNvSpPr/>
            <p:nvPr/>
          </p:nvSpPr>
          <p:spPr>
            <a:xfrm>
              <a:off x="1001522" y="4401256"/>
              <a:ext cx="578922" cy="372534"/>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kumimoji="1" lang="ja-JP" altLang="en-US" sz="1350"/>
            </a:p>
          </p:txBody>
        </p:sp>
        <p:sp>
          <p:nvSpPr>
            <p:cNvPr id="9" name="フローチャート: 磁気ディスク 8">
              <a:extLst>
                <a:ext uri="{FF2B5EF4-FFF2-40B4-BE49-F238E27FC236}">
                  <a16:creationId xmlns:a16="http://schemas.microsoft.com/office/drawing/2014/main" id="{0F8B61F8-4886-4214-199B-7746260E3E11}"/>
                </a:ext>
              </a:extLst>
            </p:cNvPr>
            <p:cNvSpPr/>
            <p:nvPr/>
          </p:nvSpPr>
          <p:spPr>
            <a:xfrm>
              <a:off x="1001522" y="4168422"/>
              <a:ext cx="578922" cy="372534"/>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kumimoji="1" lang="ja-JP" altLang="en-US" sz="1350"/>
            </a:p>
          </p:txBody>
        </p:sp>
      </p:grpSp>
      <p:sp>
        <p:nvSpPr>
          <p:cNvPr id="10" name="四角形吹き出し 15">
            <a:extLst>
              <a:ext uri="{FF2B5EF4-FFF2-40B4-BE49-F238E27FC236}">
                <a16:creationId xmlns:a16="http://schemas.microsoft.com/office/drawing/2014/main" id="{3758816B-D68E-7C91-4B0F-814EFBCAB939}"/>
              </a:ext>
            </a:extLst>
          </p:cNvPr>
          <p:cNvSpPr/>
          <p:nvPr/>
        </p:nvSpPr>
        <p:spPr>
          <a:xfrm flipH="1">
            <a:off x="4108589" y="2651083"/>
            <a:ext cx="40952" cy="856308"/>
          </a:xfrm>
          <a:prstGeom prst="wedgeRectCallout">
            <a:avLst>
              <a:gd name="adj1" fmla="val -1433683"/>
              <a:gd name="adj2" fmla="val 53954"/>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sz="1350"/>
          </a:p>
        </p:txBody>
      </p:sp>
      <p:grpSp>
        <p:nvGrpSpPr>
          <p:cNvPr id="11" name="グループ化 10">
            <a:extLst>
              <a:ext uri="{FF2B5EF4-FFF2-40B4-BE49-F238E27FC236}">
                <a16:creationId xmlns:a16="http://schemas.microsoft.com/office/drawing/2014/main" id="{153F8E30-7E86-3543-0C3C-B05EFBC5C743}"/>
              </a:ext>
            </a:extLst>
          </p:cNvPr>
          <p:cNvGrpSpPr/>
          <p:nvPr/>
        </p:nvGrpSpPr>
        <p:grpSpPr>
          <a:xfrm>
            <a:off x="7228227" y="2299244"/>
            <a:ext cx="479708" cy="582656"/>
            <a:chOff x="3541683" y="2120865"/>
            <a:chExt cx="639610" cy="776875"/>
          </a:xfrm>
        </p:grpSpPr>
        <p:pic>
          <p:nvPicPr>
            <p:cNvPr id="12" name="図 11">
              <a:extLst>
                <a:ext uri="{FF2B5EF4-FFF2-40B4-BE49-F238E27FC236}">
                  <a16:creationId xmlns:a16="http://schemas.microsoft.com/office/drawing/2014/main" id="{CE8FD0DD-534E-2161-1E3A-857408B541E2}"/>
                </a:ext>
              </a:extLst>
            </p:cNvPr>
            <p:cNvPicPr>
              <a:picLocks noChangeAspect="1"/>
            </p:cNvPicPr>
            <p:nvPr/>
          </p:nvPicPr>
          <p:blipFill>
            <a:blip r:embed="rId2"/>
            <a:stretch>
              <a:fillRect/>
            </a:stretch>
          </p:blipFill>
          <p:spPr>
            <a:xfrm>
              <a:off x="3541683" y="2565949"/>
              <a:ext cx="605030" cy="331791"/>
            </a:xfrm>
            <a:prstGeom prst="rect">
              <a:avLst/>
            </a:prstGeom>
          </p:spPr>
        </p:pic>
        <p:pic>
          <p:nvPicPr>
            <p:cNvPr id="13" name="図 12">
              <a:extLst>
                <a:ext uri="{FF2B5EF4-FFF2-40B4-BE49-F238E27FC236}">
                  <a16:creationId xmlns:a16="http://schemas.microsoft.com/office/drawing/2014/main" id="{8574D203-B5AE-B33D-250B-FA6488139B3F}"/>
                </a:ext>
              </a:extLst>
            </p:cNvPr>
            <p:cNvPicPr>
              <a:picLocks noChangeAspect="1"/>
            </p:cNvPicPr>
            <p:nvPr/>
          </p:nvPicPr>
          <p:blipFill>
            <a:blip r:embed="rId3"/>
            <a:stretch>
              <a:fillRect/>
            </a:stretch>
          </p:blipFill>
          <p:spPr>
            <a:xfrm>
              <a:off x="3646241" y="2120865"/>
              <a:ext cx="395914" cy="610979"/>
            </a:xfrm>
            <a:prstGeom prst="rect">
              <a:avLst/>
            </a:prstGeom>
          </p:spPr>
        </p:pic>
        <p:pic>
          <p:nvPicPr>
            <p:cNvPr id="14" name="図 13">
              <a:extLst>
                <a:ext uri="{FF2B5EF4-FFF2-40B4-BE49-F238E27FC236}">
                  <a16:creationId xmlns:a16="http://schemas.microsoft.com/office/drawing/2014/main" id="{C6308C05-05E1-37ED-DA5A-DBBF01329AD8}"/>
                </a:ext>
              </a:extLst>
            </p:cNvPr>
            <p:cNvPicPr>
              <a:picLocks noChangeAspect="1"/>
            </p:cNvPicPr>
            <p:nvPr/>
          </p:nvPicPr>
          <p:blipFill>
            <a:blip r:embed="rId4"/>
            <a:stretch>
              <a:fillRect/>
            </a:stretch>
          </p:blipFill>
          <p:spPr>
            <a:xfrm flipH="1">
              <a:off x="3742212" y="2379883"/>
              <a:ext cx="439081" cy="333550"/>
            </a:xfrm>
            <a:prstGeom prst="rect">
              <a:avLst/>
            </a:prstGeom>
          </p:spPr>
        </p:pic>
      </p:grpSp>
      <p:sp>
        <p:nvSpPr>
          <p:cNvPr id="15" name="フローチャート: 直接アクセス記憶 14">
            <a:extLst>
              <a:ext uri="{FF2B5EF4-FFF2-40B4-BE49-F238E27FC236}">
                <a16:creationId xmlns:a16="http://schemas.microsoft.com/office/drawing/2014/main" id="{DC6B817D-17C6-BB7B-DED7-3CEE7048011E}"/>
              </a:ext>
            </a:extLst>
          </p:cNvPr>
          <p:cNvSpPr/>
          <p:nvPr/>
        </p:nvSpPr>
        <p:spPr>
          <a:xfrm>
            <a:off x="5419180" y="2671744"/>
            <a:ext cx="616581" cy="352257"/>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p>
        </p:txBody>
      </p:sp>
      <p:cxnSp>
        <p:nvCxnSpPr>
          <p:cNvPr id="16" name="直線矢印コネクタ 15">
            <a:extLst>
              <a:ext uri="{FF2B5EF4-FFF2-40B4-BE49-F238E27FC236}">
                <a16:creationId xmlns:a16="http://schemas.microsoft.com/office/drawing/2014/main" id="{8B7D52B2-793A-FB4A-02F8-8C35D735D1B0}"/>
              </a:ext>
            </a:extLst>
          </p:cNvPr>
          <p:cNvCxnSpPr/>
          <p:nvPr/>
        </p:nvCxnSpPr>
        <p:spPr>
          <a:xfrm rot="21366142" flipH="1">
            <a:off x="5882930" y="2458482"/>
            <a:ext cx="1292235" cy="27167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7" name="直線矢印コネクタ 16">
            <a:extLst>
              <a:ext uri="{FF2B5EF4-FFF2-40B4-BE49-F238E27FC236}">
                <a16:creationId xmlns:a16="http://schemas.microsoft.com/office/drawing/2014/main" id="{56334D4B-A64F-FCEF-51CA-A9177D2336DC}"/>
              </a:ext>
            </a:extLst>
          </p:cNvPr>
          <p:cNvCxnSpPr/>
          <p:nvPr/>
        </p:nvCxnSpPr>
        <p:spPr>
          <a:xfrm rot="21366142" flipH="1">
            <a:off x="5889044" y="2548212"/>
            <a:ext cx="1292235" cy="271670"/>
          </a:xfrm>
          <a:prstGeom prst="straightConnector1">
            <a:avLst/>
          </a:prstGeom>
          <a:ln w="38100">
            <a:headEnd type="triangle"/>
            <a:tailEnd type="none"/>
          </a:ln>
        </p:spPr>
        <p:style>
          <a:lnRef idx="3">
            <a:schemeClr val="accent1"/>
          </a:lnRef>
          <a:fillRef idx="0">
            <a:schemeClr val="accent1"/>
          </a:fillRef>
          <a:effectRef idx="2">
            <a:schemeClr val="accent1"/>
          </a:effectRef>
          <a:fontRef idx="minor">
            <a:schemeClr val="tx1"/>
          </a:fontRef>
        </p:style>
      </p:cxnSp>
      <p:cxnSp>
        <p:nvCxnSpPr>
          <p:cNvPr id="18" name="直線矢印コネクタ 17">
            <a:extLst>
              <a:ext uri="{FF2B5EF4-FFF2-40B4-BE49-F238E27FC236}">
                <a16:creationId xmlns:a16="http://schemas.microsoft.com/office/drawing/2014/main" id="{7A042758-E624-497D-9887-29BE8640A77E}"/>
              </a:ext>
            </a:extLst>
          </p:cNvPr>
          <p:cNvCxnSpPr/>
          <p:nvPr/>
        </p:nvCxnSpPr>
        <p:spPr>
          <a:xfrm flipH="1" flipV="1">
            <a:off x="5935193" y="2901753"/>
            <a:ext cx="1376023" cy="681341"/>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9" name="直線矢印コネクタ 18">
            <a:extLst>
              <a:ext uri="{FF2B5EF4-FFF2-40B4-BE49-F238E27FC236}">
                <a16:creationId xmlns:a16="http://schemas.microsoft.com/office/drawing/2014/main" id="{2273574D-5FEF-977E-42A8-BC3154A944C6}"/>
              </a:ext>
            </a:extLst>
          </p:cNvPr>
          <p:cNvCxnSpPr/>
          <p:nvPr/>
        </p:nvCxnSpPr>
        <p:spPr>
          <a:xfrm flipH="1" flipV="1">
            <a:off x="5935193" y="2999602"/>
            <a:ext cx="1371453" cy="679079"/>
          </a:xfrm>
          <a:prstGeom prst="straightConnector1">
            <a:avLst/>
          </a:prstGeom>
          <a:ln w="38100">
            <a:headEnd type="triangle"/>
            <a:tailEnd type="none"/>
          </a:ln>
        </p:spPr>
        <p:style>
          <a:lnRef idx="3">
            <a:schemeClr val="accent1"/>
          </a:lnRef>
          <a:fillRef idx="0">
            <a:schemeClr val="accent1"/>
          </a:fillRef>
          <a:effectRef idx="2">
            <a:schemeClr val="accent1"/>
          </a:effectRef>
          <a:fontRef idx="minor">
            <a:schemeClr val="tx1"/>
          </a:fontRef>
        </p:style>
      </p:cxnSp>
      <p:grpSp>
        <p:nvGrpSpPr>
          <p:cNvPr id="20" name="グループ化 19">
            <a:extLst>
              <a:ext uri="{FF2B5EF4-FFF2-40B4-BE49-F238E27FC236}">
                <a16:creationId xmlns:a16="http://schemas.microsoft.com/office/drawing/2014/main" id="{C3107508-6DC0-DF8D-117B-9FFC126F067F}"/>
              </a:ext>
            </a:extLst>
          </p:cNvPr>
          <p:cNvGrpSpPr/>
          <p:nvPr/>
        </p:nvGrpSpPr>
        <p:grpSpPr>
          <a:xfrm>
            <a:off x="7240054" y="3520186"/>
            <a:ext cx="479708" cy="582656"/>
            <a:chOff x="3541683" y="2120865"/>
            <a:chExt cx="639610" cy="776875"/>
          </a:xfrm>
        </p:grpSpPr>
        <p:pic>
          <p:nvPicPr>
            <p:cNvPr id="21" name="図 20">
              <a:extLst>
                <a:ext uri="{FF2B5EF4-FFF2-40B4-BE49-F238E27FC236}">
                  <a16:creationId xmlns:a16="http://schemas.microsoft.com/office/drawing/2014/main" id="{FFAC530A-B60F-706A-75F1-AEF5E3072662}"/>
                </a:ext>
              </a:extLst>
            </p:cNvPr>
            <p:cNvPicPr>
              <a:picLocks noChangeAspect="1"/>
            </p:cNvPicPr>
            <p:nvPr/>
          </p:nvPicPr>
          <p:blipFill>
            <a:blip r:embed="rId2"/>
            <a:stretch>
              <a:fillRect/>
            </a:stretch>
          </p:blipFill>
          <p:spPr>
            <a:xfrm>
              <a:off x="3541683" y="2565949"/>
              <a:ext cx="605030" cy="331791"/>
            </a:xfrm>
            <a:prstGeom prst="rect">
              <a:avLst/>
            </a:prstGeom>
          </p:spPr>
        </p:pic>
        <p:pic>
          <p:nvPicPr>
            <p:cNvPr id="22" name="図 21">
              <a:extLst>
                <a:ext uri="{FF2B5EF4-FFF2-40B4-BE49-F238E27FC236}">
                  <a16:creationId xmlns:a16="http://schemas.microsoft.com/office/drawing/2014/main" id="{950A8246-D323-4740-E4D6-A2594C9F8534}"/>
                </a:ext>
              </a:extLst>
            </p:cNvPr>
            <p:cNvPicPr>
              <a:picLocks noChangeAspect="1"/>
            </p:cNvPicPr>
            <p:nvPr/>
          </p:nvPicPr>
          <p:blipFill>
            <a:blip r:embed="rId3"/>
            <a:stretch>
              <a:fillRect/>
            </a:stretch>
          </p:blipFill>
          <p:spPr>
            <a:xfrm>
              <a:off x="3646241" y="2120865"/>
              <a:ext cx="395914" cy="610979"/>
            </a:xfrm>
            <a:prstGeom prst="rect">
              <a:avLst/>
            </a:prstGeom>
          </p:spPr>
        </p:pic>
        <p:pic>
          <p:nvPicPr>
            <p:cNvPr id="23" name="図 22">
              <a:extLst>
                <a:ext uri="{FF2B5EF4-FFF2-40B4-BE49-F238E27FC236}">
                  <a16:creationId xmlns:a16="http://schemas.microsoft.com/office/drawing/2014/main" id="{4DE4ED8C-41B3-8B05-A90B-861B9AC055E9}"/>
                </a:ext>
              </a:extLst>
            </p:cNvPr>
            <p:cNvPicPr>
              <a:picLocks noChangeAspect="1"/>
            </p:cNvPicPr>
            <p:nvPr/>
          </p:nvPicPr>
          <p:blipFill>
            <a:blip r:embed="rId4"/>
            <a:stretch>
              <a:fillRect/>
            </a:stretch>
          </p:blipFill>
          <p:spPr>
            <a:xfrm flipH="1">
              <a:off x="3742212" y="2379883"/>
              <a:ext cx="439081" cy="333550"/>
            </a:xfrm>
            <a:prstGeom prst="rect">
              <a:avLst/>
            </a:prstGeom>
          </p:spPr>
        </p:pic>
      </p:grpSp>
      <p:graphicFrame>
        <p:nvGraphicFramePr>
          <p:cNvPr id="24" name="表 23">
            <a:extLst>
              <a:ext uri="{FF2B5EF4-FFF2-40B4-BE49-F238E27FC236}">
                <a16:creationId xmlns:a16="http://schemas.microsoft.com/office/drawing/2014/main" id="{573C7853-CE60-0210-06B9-91C98977B33E}"/>
              </a:ext>
            </a:extLst>
          </p:cNvPr>
          <p:cNvGraphicFramePr>
            <a:graphicFrameLocks noGrp="1"/>
          </p:cNvGraphicFramePr>
          <p:nvPr>
            <p:extLst>
              <p:ext uri="{D42A27DB-BD31-4B8C-83A1-F6EECF244321}">
                <p14:modId xmlns:p14="http://schemas.microsoft.com/office/powerpoint/2010/main" val="3394220452"/>
              </p:ext>
            </p:extLst>
          </p:nvPr>
        </p:nvGraphicFramePr>
        <p:xfrm>
          <a:off x="774290" y="2415450"/>
          <a:ext cx="3387194" cy="1127760"/>
        </p:xfrm>
        <a:graphic>
          <a:graphicData uri="http://schemas.openxmlformats.org/drawingml/2006/table">
            <a:tbl>
              <a:tblPr firstRow="1" bandRow="1">
                <a:tableStyleId>{F5AB1C69-6EDB-4FF4-983F-18BD219EF322}</a:tableStyleId>
              </a:tblPr>
              <a:tblGrid>
                <a:gridCol w="1076348">
                  <a:extLst>
                    <a:ext uri="{9D8B030D-6E8A-4147-A177-3AD203B41FA5}">
                      <a16:colId xmlns:a16="http://schemas.microsoft.com/office/drawing/2014/main" val="3978935550"/>
                    </a:ext>
                  </a:extLst>
                </a:gridCol>
                <a:gridCol w="1146121">
                  <a:extLst>
                    <a:ext uri="{9D8B030D-6E8A-4147-A177-3AD203B41FA5}">
                      <a16:colId xmlns:a16="http://schemas.microsoft.com/office/drawing/2014/main" val="2165368286"/>
                    </a:ext>
                  </a:extLst>
                </a:gridCol>
                <a:gridCol w="1164725">
                  <a:extLst>
                    <a:ext uri="{9D8B030D-6E8A-4147-A177-3AD203B41FA5}">
                      <a16:colId xmlns:a16="http://schemas.microsoft.com/office/drawing/2014/main" val="1368517384"/>
                    </a:ext>
                  </a:extLst>
                </a:gridCol>
              </a:tblGrid>
              <a:tr h="238103">
                <a:tc>
                  <a:txBody>
                    <a:bodyP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400" dirty="0">
                          <a:latin typeface="Times New Roman" pitchFamily="18" charset="0"/>
                          <a:ea typeface="Times New Roman" pitchFamily="18" charset="0"/>
                          <a:cs typeface="Times New Roman" pitchFamily="18" charset="0"/>
                        </a:rPr>
                        <a:t>ID phiên</a:t>
                      </a:r>
                      <a:r>
                        <a:rPr kumimoji="1" lang="vi-VN" altLang="ja-JP" sz="1400" dirty="0">
                          <a:latin typeface="Times New Roman" pitchFamily="18" charset="0"/>
                          <a:ea typeface="Times New Roman" pitchFamily="18" charset="0"/>
                          <a:cs typeface="Times New Roman" pitchFamily="18" charset="0"/>
                        </a:rPr>
                        <a:t/>
                      </a:r>
                      <a:endParaRPr kumimoji="1" lang="vi-VN" altLang="en-US" sz="1400" dirty="0">
                        <a:latin typeface="Times New Roman" pitchFamily="18" charset="0"/>
                        <a:ea typeface="Times New Roman" pitchFamily="18" charset="0"/>
                        <a:cs typeface="Times New Roman" pitchFamily="18" charset="0"/>
                      </a:endParaRPr>
                    </a:p>
                  </a:txBody>
                  <a:tcPr marL="68580" marR="68580" marT="34290" marB="34290"/>
                </a:tc>
                <a:tc>
                  <a:txBody>
                    <a:bodyP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120" dirty="0">
                          <a:latin typeface="Times New Roman" pitchFamily="18" charset="0"/>
                          <a:ea typeface="Times New Roman" pitchFamily="18" charset="0"/>
                          <a:cs typeface="Times New Roman" pitchFamily="18" charset="0"/>
                        </a:rPr>
                        <a:t>Tên quy trình</a:t>
                      </a:r>
                      <a:endParaRPr lang="vi-VN">
                        <a:latin typeface="Times New Roman" pitchFamily="18" charset="0"/>
                        <a:ea typeface="Times New Roman" pitchFamily="18" charset="0"/>
                        <a:cs typeface="Times New Roman" pitchFamily="18" charset="0"/>
                      </a:endParaRPr>
                    </a:p>
                  </a:txBody>
                  <a:tcPr marL="68580" marR="68580" marT="34290" marB="34290"/>
                </a:tc>
                <a:tc>
                  <a:txBody>
                    <a:bodyP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120" dirty="0">
                          <a:latin typeface="Times New Roman" pitchFamily="18" charset="0"/>
                          <a:ea typeface="Times New Roman" pitchFamily="18" charset="0"/>
                          <a:cs typeface="Times New Roman" pitchFamily="18" charset="0"/>
                        </a:rPr>
                        <a:t>Số sản phẩm</a:t>
                      </a:r>
                      <a:r>
                        <a:rPr kumimoji="1" lang="vi-VN" altLang="ja-JP" sz="1120" dirty="0">
                          <a:latin typeface="Times New Roman" pitchFamily="18" charset="0"/>
                          <a:ea typeface="Times New Roman" pitchFamily="18" charset="0"/>
                          <a:cs typeface="Times New Roman" pitchFamily="18" charset="0"/>
                        </a:rPr>
                        <a:t/>
                      </a:r>
                      <a:endParaRPr kumimoji="1" lang="vi-VN" altLang="en-US" sz="1400" dirty="0">
                        <a:latin typeface="Times New Roman" pitchFamily="18" charset="0"/>
                        <a:ea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3770590878"/>
                  </a:ext>
                </a:extLst>
              </a:tr>
              <a:tr h="266834">
                <a:tc>
                  <a:txBody>
                    <a:bodyPr/>
                    <a:lstStyle/>
                    <a:p>
                      <a:pPr algn="ctr"/>
                      <a:endParaRPr kumimoji="1" lang="ja-JP" altLang="en-US" sz="1400" dirty="0"/>
                    </a:p>
                  </a:txBody>
                  <a:tcPr marL="68580" marR="68580" marT="34290" marB="34290"/>
                </a:tc>
                <a:tc>
                  <a:txBody>
                    <a:bodyP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400" dirty="0">
                          <a:latin typeface="Times New Roman" pitchFamily="18" charset="0"/>
                          <a:ea typeface="Times New Roman" pitchFamily="18" charset="0"/>
                          <a:cs typeface="Times New Roman" pitchFamily="18" charset="0"/>
                        </a:rPr>
                        <a:t>Step.1</a:t>
                      </a:r>
                      <a:endParaRPr kumimoji="1" lang="vi-VN" altLang="en-US" sz="1400" dirty="0">
                        <a:latin typeface="Times New Roman" pitchFamily="18" charset="0"/>
                        <a:ea typeface="Times New Roman" pitchFamily="18" charset="0"/>
                        <a:cs typeface="Times New Roman" pitchFamily="18" charset="0"/>
                      </a:endParaRPr>
                    </a:p>
                  </a:txBody>
                  <a:tcPr marL="68580" marR="68580" marT="34290" marB="34290"/>
                </a:tc>
                <a:tc>
                  <a:txBody>
                    <a:bodyP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400" dirty="0">
                          <a:latin typeface="Times New Roman" pitchFamily="18" charset="0"/>
                          <a:ea typeface="Times New Roman" pitchFamily="18" charset="0"/>
                          <a:cs typeface="Times New Roman" pitchFamily="18" charset="0"/>
                        </a:rPr>
                        <a:t>XXX001</a:t>
                      </a:r>
                      <a:endParaRPr kumimoji="1" lang="vi-VN" altLang="en-US" sz="1400" dirty="0">
                        <a:latin typeface="Times New Roman" pitchFamily="18" charset="0"/>
                        <a:ea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577069611"/>
                  </a:ext>
                </a:extLst>
              </a:tr>
              <a:tr h="266834">
                <a:tc>
                  <a:txBody>
                    <a:bodyPr/>
                    <a:lstStyle/>
                    <a:p>
                      <a:pPr algn="ctr"/>
                      <a:endParaRPr kumimoji="1" lang="ja-JP" altLang="en-US" sz="1400" dirty="0"/>
                    </a:p>
                  </a:txBody>
                  <a:tcPr marL="68580" marR="68580" marT="34290" marB="34290"/>
                </a:tc>
                <a:tc>
                  <a:txBody>
                    <a:bodyP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400" dirty="0">
                          <a:latin typeface="Times New Roman" pitchFamily="18" charset="0"/>
                          <a:ea typeface="Times New Roman" pitchFamily="18" charset="0"/>
                          <a:cs typeface="Times New Roman" pitchFamily="18" charset="0"/>
                        </a:rPr>
                        <a:t>Step.4</a:t>
                      </a:r>
                      <a:endParaRPr kumimoji="1" lang="vi-VN" altLang="en-US" sz="1400" dirty="0">
                        <a:latin typeface="Times New Roman" pitchFamily="18" charset="0"/>
                        <a:ea typeface="Times New Roman" pitchFamily="18" charset="0"/>
                        <a:cs typeface="Times New Roman" pitchFamily="18" charset="0"/>
                      </a:endParaRPr>
                    </a:p>
                  </a:txBody>
                  <a:tcPr marL="68580" marR="68580" marT="34290" marB="34290"/>
                </a:tc>
                <a:tc>
                  <a:txBody>
                    <a:bodyP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400" dirty="0">
                          <a:latin typeface="Times New Roman" pitchFamily="18" charset="0"/>
                          <a:ea typeface="Times New Roman" pitchFamily="18" charset="0"/>
                          <a:cs typeface="Times New Roman" pitchFamily="18" charset="0"/>
                        </a:rPr>
                        <a:t>XXX002</a:t>
                      </a:r>
                      <a:endParaRPr kumimoji="1" lang="vi-VN" altLang="en-US" sz="1400" dirty="0">
                        <a:latin typeface="Times New Roman" pitchFamily="18" charset="0"/>
                        <a:ea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3789714565"/>
                  </a:ext>
                </a:extLst>
              </a:tr>
              <a:tr h="266834">
                <a:tc>
                  <a:txBody>
                    <a:bodyP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400" dirty="0">
                          <a:latin typeface="Times New Roman" pitchFamily="18" charset="0"/>
                          <a:ea typeface="Times New Roman" pitchFamily="18" charset="0"/>
                          <a:cs typeface="Times New Roman" pitchFamily="18" charset="0"/>
                        </a:rPr>
                        <a:t>:</a:t>
                      </a:r>
                      <a:endParaRPr lang="vi-VN">
                        <a:latin typeface="Times New Roman" pitchFamily="18" charset="0"/>
                        <a:ea typeface="Times New Roman" pitchFamily="18" charset="0"/>
                        <a:cs typeface="Times New Roman" pitchFamily="18" charset="0"/>
                      </a:endParaRPr>
                    </a:p>
                  </a:txBody>
                  <a:tcPr marL="68580" marR="68580" marT="34290" marB="34290"/>
                </a:tc>
                <a:tc>
                  <a:txBody>
                    <a:bodyPr wrap="square" lIns="27432" rIns="27432" tIns="18288" bIns="18288">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kumimoji="1" lang="vi-VN" altLang="ja-JP" sz="1400" dirty="0">
                          <a:latin typeface="Times New Roman" pitchFamily="18" charset="0"/>
                          <a:ea typeface="Times New Roman" pitchFamily="18" charset="0"/>
                          <a:cs typeface="Times New Roman" pitchFamily="18" charset="0"/>
                        </a:rPr>
                        <a:t>:</a:t>
                      </a:r>
                      <a:endParaRPr kumimoji="1" lang="vi-VN" altLang="en-US" sz="1400" dirty="0">
                        <a:latin typeface="Times New Roman" pitchFamily="18" charset="0"/>
                        <a:ea typeface="Times New Roman" pitchFamily="18" charset="0"/>
                        <a:cs typeface="Times New Roman" pitchFamily="18" charset="0"/>
                      </a:endParaRPr>
                    </a:p>
                  </a:txBody>
                  <a:tcPr marL="68580" marR="68580" marT="34290" marB="34290"/>
                </a:tc>
                <a:tc>
                  <a:txBody>
                    <a:bodyPr wrap="square" lIns="27432" rIns="27432" tIns="18288" bIns="18288">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kumimoji="1" lang="vi-VN" altLang="ja-JP" sz="1400" dirty="0">
                          <a:latin typeface="Times New Roman" pitchFamily="18" charset="0"/>
                          <a:ea typeface="Times New Roman" pitchFamily="18" charset="0"/>
                          <a:cs typeface="Times New Roman" pitchFamily="18" charset="0"/>
                        </a:rPr>
                        <a:t>:</a:t>
                      </a:r>
                      <a:endParaRPr kumimoji="1" lang="vi-VN" altLang="en-US" sz="1400" dirty="0">
                        <a:latin typeface="Times New Roman" pitchFamily="18" charset="0"/>
                        <a:ea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2967513032"/>
                  </a:ext>
                </a:extLst>
              </a:tr>
            </a:tbl>
          </a:graphicData>
        </a:graphic>
      </p:graphicFrame>
      <p:pic>
        <p:nvPicPr>
          <p:cNvPr id="25" name="図 24">
            <a:extLst>
              <a:ext uri="{FF2B5EF4-FFF2-40B4-BE49-F238E27FC236}">
                <a16:creationId xmlns:a16="http://schemas.microsoft.com/office/drawing/2014/main" id="{6E9B2162-8C7A-4625-B205-7D7D6720EC2B}"/>
              </a:ext>
            </a:extLst>
          </p:cNvPr>
          <p:cNvPicPr>
            <a:picLocks noChangeAspect="1"/>
          </p:cNvPicPr>
          <p:nvPr/>
        </p:nvPicPr>
        <p:blipFill>
          <a:blip r:embed="rId5"/>
          <a:stretch>
            <a:fillRect/>
          </a:stretch>
        </p:blipFill>
        <p:spPr>
          <a:xfrm>
            <a:off x="974608" y="2540224"/>
            <a:ext cx="589640" cy="493706"/>
          </a:xfrm>
          <a:prstGeom prst="rect">
            <a:avLst/>
          </a:prstGeom>
        </p:spPr>
      </p:pic>
      <p:pic>
        <p:nvPicPr>
          <p:cNvPr id="26" name="図 25">
            <a:extLst>
              <a:ext uri="{FF2B5EF4-FFF2-40B4-BE49-F238E27FC236}">
                <a16:creationId xmlns:a16="http://schemas.microsoft.com/office/drawing/2014/main" id="{063EB8B5-AE20-8DDD-50B0-91EA8E5EB026}"/>
              </a:ext>
            </a:extLst>
          </p:cNvPr>
          <p:cNvPicPr>
            <a:picLocks noChangeAspect="1"/>
          </p:cNvPicPr>
          <p:nvPr/>
        </p:nvPicPr>
        <p:blipFill>
          <a:blip r:embed="rId6"/>
          <a:stretch>
            <a:fillRect/>
          </a:stretch>
        </p:blipFill>
        <p:spPr>
          <a:xfrm>
            <a:off x="965691" y="2863488"/>
            <a:ext cx="559600" cy="468554"/>
          </a:xfrm>
          <a:prstGeom prst="rect">
            <a:avLst/>
          </a:prstGeom>
        </p:spPr>
      </p:pic>
      <p:sp>
        <p:nvSpPr>
          <p:cNvPr id="27" name="テキスト ボックス 26">
            <a:extLst>
              <a:ext uri="{FF2B5EF4-FFF2-40B4-BE49-F238E27FC236}">
                <a16:creationId xmlns:a16="http://schemas.microsoft.com/office/drawing/2014/main" id="{974EF603-B116-7A77-5A13-EC25B26439C7}"/>
              </a:ext>
            </a:extLst>
          </p:cNvPr>
          <p:cNvSpPr txBox="1"/>
          <p:nvPr/>
        </p:nvSpPr>
        <p:spPr>
          <a:xfrm>
            <a:off x="3923992" y="3828753"/>
            <a:ext cx="1399742" cy="300082"/>
          </a:xfrm>
          <a:prstGeom prst="rect">
            <a:avLst/>
          </a:prstGeom>
        </p:spPr>
        <p:style>
          <a:lnRef idx="2">
            <a:schemeClr val="dk1"/>
          </a:lnRef>
          <a:fillRef idx="1">
            <a:schemeClr val="lt1"/>
          </a:fillRef>
          <a:effectRef idx="0">
            <a:schemeClr val="dk1"/>
          </a:effectRef>
          <a:fontRef idx="minor">
            <a:schemeClr val="dk1"/>
          </a:fontRef>
        </p:style>
        <p:txBody>
          <a:bodyPr wrap="square" rtlCol="0"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1080" b="1" dirty="0">
                <a:solidFill>
                  <a:schemeClr val="accent3"/>
                </a:solidFill>
                <a:latin typeface="Times New Roman" pitchFamily="18" charset="0"/>
                <a:ea typeface="Times New Roman" pitchFamily="18" charset="0"/>
                <a:cs typeface="Times New Roman" pitchFamily="18" charset="0"/>
              </a:rPr>
              <a:t>cơ sở dữ liệu quản lý</a:t>
            </a:r>
            <a:endParaRPr kumimoji="1" lang="vi-VN" altLang="ja-JP" sz="1350" b="1" dirty="0">
              <a:solidFill>
                <a:schemeClr val="accent3"/>
              </a:solidFill>
              <a:latin typeface="Times New Roman" pitchFamily="18" charset="0"/>
              <a:ea typeface="Times New Roman" pitchFamily="18" charset="0"/>
              <a:cs typeface="Times New Roman" pitchFamily="18" charset="0"/>
            </a:endParaRPr>
          </a:p>
        </p:txBody>
      </p:sp>
      <p:sp>
        <p:nvSpPr>
          <p:cNvPr id="31" name="下カーブ矢印 2">
            <a:extLst>
              <a:ext uri="{FF2B5EF4-FFF2-40B4-BE49-F238E27FC236}">
                <a16:creationId xmlns:a16="http://schemas.microsoft.com/office/drawing/2014/main" id="{43E0AF45-225A-A96C-CADE-B6A97911C045}"/>
              </a:ext>
            </a:extLst>
          </p:cNvPr>
          <p:cNvSpPr/>
          <p:nvPr/>
        </p:nvSpPr>
        <p:spPr>
          <a:xfrm rot="19989680">
            <a:off x="5959857" y="2223921"/>
            <a:ext cx="1066161" cy="398468"/>
          </a:xfrm>
          <a:prstGeom prst="curvedDownArrow">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ja-JP" altLang="en-US" sz="1350">
              <a:solidFill>
                <a:schemeClr val="tx1"/>
              </a:solidFill>
            </a:endParaRPr>
          </a:p>
        </p:txBody>
      </p:sp>
      <p:sp>
        <p:nvSpPr>
          <p:cNvPr id="32" name="四角形吹き出し 47">
            <a:extLst>
              <a:ext uri="{FF2B5EF4-FFF2-40B4-BE49-F238E27FC236}">
                <a16:creationId xmlns:a16="http://schemas.microsoft.com/office/drawing/2014/main" id="{BAB7CF16-368A-64B9-EE16-427211A87312}"/>
              </a:ext>
            </a:extLst>
          </p:cNvPr>
          <p:cNvSpPr/>
          <p:nvPr/>
        </p:nvSpPr>
        <p:spPr>
          <a:xfrm>
            <a:off x="2725946" y="1329287"/>
            <a:ext cx="3938811" cy="453427"/>
          </a:xfrm>
          <a:prstGeom prst="wedgeRectCallout">
            <a:avLst>
              <a:gd name="adj1" fmla="val 48695"/>
              <a:gd name="adj2" fmla="val 224554"/>
            </a:avLst>
          </a:prstGeom>
        </p:spPr>
        <p:style>
          <a:lnRef idx="2">
            <a:schemeClr val="accent4"/>
          </a:lnRef>
          <a:fillRef idx="1">
            <a:schemeClr val="lt1"/>
          </a:fillRef>
          <a:effectRef idx="0">
            <a:schemeClr val="accent4"/>
          </a:effectRef>
          <a:fontRef idx="minor">
            <a:schemeClr val="dk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1080" b="1" dirty="0">
                <a:solidFill>
                  <a:schemeClr val="tx1"/>
                </a:solidFill>
                <a:latin typeface="Times New Roman" pitchFamily="18" charset="0"/>
                <a:ea typeface="Times New Roman" pitchFamily="18" charset="0"/>
                <a:cs typeface="Times New Roman" pitchFamily="18" charset="0"/>
              </a:rPr>
              <a:t>Gán ID phiên (số tham chiếu) khi truy cập lần đầu</a:t>
            </a:r>
            <a:r>
              <a:rPr kumimoji="1" lang="vi-VN" altLang="en-US" sz="1080" b="1" dirty="0">
                <a:solidFill>
                  <a:schemeClr val="accent4"/>
                </a:solidFill>
                <a:latin typeface="Times New Roman" pitchFamily="18" charset="0"/>
                <a:ea typeface="Times New Roman" pitchFamily="18" charset="0"/>
                <a:cs typeface="Times New Roman" pitchFamily="18" charset="0"/>
              </a:rPr>
              <a:t/>
            </a:r>
            <a:r>
              <a:rPr kumimoji="1" lang="vi-VN" altLang="ja-JP" sz="1080" b="1" dirty="0">
                <a:solidFill>
                  <a:schemeClr val="accent4"/>
                </a:solidFill>
                <a:latin typeface="Times New Roman" pitchFamily="18" charset="0"/>
                <a:ea typeface="Times New Roman" pitchFamily="18" charset="0"/>
                <a:cs typeface="Times New Roman" pitchFamily="18" charset="0"/>
              </a:rPr>
              <a:t/>
            </a:r>
            <a:r>
              <a:rPr kumimoji="1" lang="vi-VN" altLang="en-US" sz="1080" b="1" dirty="0">
                <a:solidFill>
                  <a:schemeClr val="accent4"/>
                </a:solidFill>
                <a:latin typeface="Times New Roman" pitchFamily="18" charset="0"/>
                <a:ea typeface="Times New Roman" pitchFamily="18" charset="0"/>
                <a:cs typeface="Times New Roman" pitchFamily="18" charset="0"/>
              </a:rPr>
              <a:t/>
            </a:r>
            <a:r>
              <a:rPr kumimoji="1" lang="vi-VN" altLang="ja-JP" sz="1080" b="1" dirty="0">
                <a:solidFill>
                  <a:schemeClr val="accent4"/>
                </a:solidFill>
                <a:latin typeface="Times New Roman" pitchFamily="18" charset="0"/>
                <a:ea typeface="Times New Roman" pitchFamily="18" charset="0"/>
                <a:cs typeface="Times New Roman" pitchFamily="18" charset="0"/>
              </a:rPr>
              <a:t/>
            </a:r>
            <a:r>
              <a:rPr kumimoji="1" lang="vi-VN" altLang="en-US" sz="1080" b="1" dirty="0">
                <a:solidFill>
                  <a:schemeClr val="accent4"/>
                </a:solidFill>
                <a:latin typeface="Times New Roman" pitchFamily="18" charset="0"/>
                <a:ea typeface="Times New Roman" pitchFamily="18" charset="0"/>
                <a:cs typeface="Times New Roman" pitchFamily="18" charset="0"/>
              </a:rPr>
              <a:t/>
            </a:r>
            <a:endParaRPr kumimoji="1" lang="vi-VN" altLang="ja-JP" sz="1350" b="1" dirty="0">
              <a:solidFill>
                <a:schemeClr val="accent4"/>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080" dirty="0">
                <a:solidFill>
                  <a:schemeClr val="accent4"/>
                </a:solidFill>
                <a:latin typeface="Times New Roman" pitchFamily="18" charset="0"/>
                <a:ea typeface="Times New Roman" pitchFamily="18" charset="0"/>
                <a:cs typeface="Times New Roman" pitchFamily="18" charset="0"/>
              </a:rPr>
              <a:t>　Kết hợp sản phẩm Raspberry Pi+</a:t>
            </a:r>
            <a:endParaRPr kumimoji="1" lang="vi-VN" altLang="ja-JP" sz="1350" dirty="0">
              <a:solidFill>
                <a:schemeClr val="accent4"/>
              </a:solidFill>
              <a:latin typeface="Times New Roman" pitchFamily="18" charset="0"/>
              <a:ea typeface="Times New Roman" pitchFamily="18" charset="0"/>
              <a:cs typeface="Times New Roman" pitchFamily="18" charset="0"/>
            </a:endParaRPr>
          </a:p>
        </p:txBody>
      </p:sp>
      <p:pic>
        <p:nvPicPr>
          <p:cNvPr id="33" name="図 32">
            <a:extLst>
              <a:ext uri="{FF2B5EF4-FFF2-40B4-BE49-F238E27FC236}">
                <a16:creationId xmlns:a16="http://schemas.microsoft.com/office/drawing/2014/main" id="{D8420B42-BAA9-FAA8-7B82-9E4B32F7F4D0}"/>
              </a:ext>
            </a:extLst>
          </p:cNvPr>
          <p:cNvPicPr>
            <a:picLocks noChangeAspect="1"/>
          </p:cNvPicPr>
          <p:nvPr/>
        </p:nvPicPr>
        <p:blipFill>
          <a:blip r:embed="rId5"/>
          <a:stretch>
            <a:fillRect/>
          </a:stretch>
        </p:blipFill>
        <p:spPr>
          <a:xfrm>
            <a:off x="6028239" y="2095362"/>
            <a:ext cx="525826" cy="525826"/>
          </a:xfrm>
          <a:prstGeom prst="rect">
            <a:avLst/>
          </a:prstGeom>
        </p:spPr>
      </p:pic>
      <p:sp>
        <p:nvSpPr>
          <p:cNvPr id="34" name="四角形吹き出し 50">
            <a:extLst>
              <a:ext uri="{FF2B5EF4-FFF2-40B4-BE49-F238E27FC236}">
                <a16:creationId xmlns:a16="http://schemas.microsoft.com/office/drawing/2014/main" id="{518E6FF5-3D1D-BD68-7AB8-D175617C8131}"/>
              </a:ext>
            </a:extLst>
          </p:cNvPr>
          <p:cNvSpPr/>
          <p:nvPr/>
        </p:nvSpPr>
        <p:spPr>
          <a:xfrm>
            <a:off x="922779" y="4181537"/>
            <a:ext cx="4331562" cy="321218"/>
          </a:xfrm>
          <a:prstGeom prst="wedgeRectCallout">
            <a:avLst>
              <a:gd name="adj1" fmla="val -36680"/>
              <a:gd name="adj2" fmla="val -236561"/>
            </a:avLst>
          </a:prstGeom>
          <a:ln>
            <a:solidFill>
              <a:schemeClr val="accent3"/>
            </a:solidFill>
          </a:ln>
        </p:spPr>
        <p:style>
          <a:lnRef idx="2">
            <a:schemeClr val="accent4"/>
          </a:lnRef>
          <a:fillRef idx="1">
            <a:schemeClr val="lt1"/>
          </a:fillRef>
          <a:effectRef idx="0">
            <a:schemeClr val="accent4"/>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200" b="1" dirty="0">
                <a:solidFill>
                  <a:schemeClr val="accent4"/>
                </a:solidFill>
                <a:latin typeface="Times New Roman" pitchFamily="18" charset="0"/>
                <a:ea typeface="Times New Roman" pitchFamily="18" charset="0"/>
                <a:cs typeface="Times New Roman" pitchFamily="18" charset="0"/>
              </a:rPr>
              <a:t>Quản lý tiến trình bằng hệ thống cơ sở dữ liệu dựa trên ID phiên</a:t>
            </a:r>
            <a:r>
              <a:rPr kumimoji="1" lang="vi-VN" altLang="ja-JP" sz="1200" b="1" dirty="0">
                <a:solidFill>
                  <a:schemeClr val="accent4"/>
                </a:solidFill>
                <a:latin typeface="Times New Roman" pitchFamily="18" charset="0"/>
                <a:ea typeface="Times New Roman" pitchFamily="18" charset="0"/>
                <a:cs typeface="Times New Roman" pitchFamily="18" charset="0"/>
              </a:rPr>
              <a:t/>
            </a:r>
            <a:r>
              <a:rPr kumimoji="1" lang="vi-VN" altLang="en-US" sz="1200" b="1" dirty="0">
                <a:latin typeface="Times New Roman" pitchFamily="18" charset="0"/>
                <a:ea typeface="Times New Roman" pitchFamily="18" charset="0"/>
                <a:cs typeface="Times New Roman" pitchFamily="18" charset="0"/>
              </a:rPr>
              <a:t/>
            </a:r>
            <a:r>
              <a:rPr kumimoji="1" lang="vi-VN" altLang="en-US" sz="1200" b="1" dirty="0">
                <a:solidFill>
                  <a:schemeClr val="accent3"/>
                </a:solidFill>
                <a:latin typeface="Times New Roman" pitchFamily="18" charset="0"/>
                <a:ea typeface="Times New Roman" pitchFamily="18" charset="0"/>
                <a:cs typeface="Times New Roman" pitchFamily="18" charset="0"/>
              </a:rPr>
              <a:t/>
            </a:r>
            <a:r>
              <a:rPr kumimoji="1" lang="vi-VN" altLang="en-US" sz="1200" b="1" dirty="0">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p:txBody>
      </p:sp>
      <p:sp>
        <p:nvSpPr>
          <p:cNvPr id="35" name="正方形/長方形 34">
            <a:extLst>
              <a:ext uri="{FF2B5EF4-FFF2-40B4-BE49-F238E27FC236}">
                <a16:creationId xmlns:a16="http://schemas.microsoft.com/office/drawing/2014/main" id="{B5022C56-F605-0D62-3E28-98BE323EF672}"/>
              </a:ext>
            </a:extLst>
          </p:cNvPr>
          <p:cNvSpPr/>
          <p:nvPr/>
        </p:nvSpPr>
        <p:spPr>
          <a:xfrm>
            <a:off x="531833" y="1540059"/>
            <a:ext cx="1879976" cy="222695"/>
          </a:xfrm>
          <a:prstGeom prst="rect">
            <a:avLst/>
          </a:prstGeom>
          <a:solidFill>
            <a:schemeClr val="accent2">
              <a:lumMod val="20000"/>
              <a:lumOff val="80000"/>
            </a:schemeClr>
          </a:solidFill>
          <a:ln>
            <a:noFill/>
          </a:ln>
        </p:spPr>
        <p:style>
          <a:lnRef idx="2">
            <a:schemeClr val="accent4"/>
          </a:lnRef>
          <a:fillRef idx="1">
            <a:schemeClr val="lt1"/>
          </a:fillRef>
          <a:effectRef idx="0">
            <a:schemeClr val="accent4"/>
          </a:effectRef>
          <a:fontRef idx="minor">
            <a:schemeClr val="dk1"/>
          </a:fontRef>
        </p:style>
        <p:txBody>
          <a:bodyPr rtlCol="0" anchor="ctr"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ja-JP" sz="1050" b="1" dirty="0" err="1">
                <a:solidFill>
                  <a:schemeClr val="tx1"/>
                </a:solidFill>
                <a:latin typeface="Times New Roman" pitchFamily="18" charset="0"/>
                <a:ea typeface="Times New Roman" pitchFamily="18" charset="0"/>
                <a:cs typeface="Times New Roman" pitchFamily="18" charset="0"/>
              </a:rPr>
              <a:t>Hình ảnh quản lý quy trình HostPC</a:t>
            </a:r>
            <a:r>
              <a:rPr kumimoji="1" lang="vi-VN" altLang="en-US" sz="1050" b="1" dirty="0">
                <a:solidFill>
                  <a:schemeClr val="tx1"/>
                </a:solidFill>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p:txBody>
      </p:sp>
      <p:sp>
        <p:nvSpPr>
          <p:cNvPr id="36" name="二方向矢印 5">
            <a:extLst>
              <a:ext uri="{FF2B5EF4-FFF2-40B4-BE49-F238E27FC236}">
                <a16:creationId xmlns:a16="http://schemas.microsoft.com/office/drawing/2014/main" id="{2279B427-475B-259F-6ED5-494DFD0CB9F7}"/>
              </a:ext>
            </a:extLst>
          </p:cNvPr>
          <p:cNvSpPr/>
          <p:nvPr/>
        </p:nvSpPr>
        <p:spPr>
          <a:xfrm>
            <a:off x="5043158" y="3207655"/>
            <a:ext cx="422366" cy="411963"/>
          </a:xfrm>
          <a:prstGeom prst="leftUp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sz="1350" dirty="0"/>
          </a:p>
        </p:txBody>
      </p:sp>
      <p:pic>
        <p:nvPicPr>
          <p:cNvPr id="37" name="Picture 2" descr="https://3.bp.blogspot.com/-qlSGpgl64rI/Wqih4jf-CuI/AAAAAAABK20/aoPMsqSqO_EEXE4d39WUqSc0nbwTGoV-wCLcBGAs/s800/mark_chain_kusari.png">
            <a:extLst>
              <a:ext uri="{FF2B5EF4-FFF2-40B4-BE49-F238E27FC236}">
                <a16:creationId xmlns:a16="http://schemas.microsoft.com/office/drawing/2014/main" id="{8C1DF908-E83E-E23B-8CE7-23344756AB62}"/>
              </a:ext>
            </a:extLst>
          </p:cNvPr>
          <p:cNvPicPr>
            <a:picLocks noChangeAspect="1" noChangeArrowheads="1"/>
          </p:cNvPicPr>
          <p:nvPr/>
        </p:nvPicPr>
        <p:blipFill>
          <a:blip r:embed="rId7"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963237" y="2050763"/>
            <a:ext cx="415387" cy="415387"/>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https://3.bp.blogspot.com/-qlSGpgl64rI/Wqih4jf-CuI/AAAAAAABK20/aoPMsqSqO_EEXE4d39WUqSc0nbwTGoV-wCLcBGAs/s800/mark_chain_kusari.png">
            <a:extLst>
              <a:ext uri="{FF2B5EF4-FFF2-40B4-BE49-F238E27FC236}">
                <a16:creationId xmlns:a16="http://schemas.microsoft.com/office/drawing/2014/main" id="{AF4B82A1-E887-6566-D099-309BB511508D}"/>
              </a:ext>
            </a:extLst>
          </p:cNvPr>
          <p:cNvPicPr>
            <a:picLocks noChangeAspect="1" noChangeArrowheads="1"/>
          </p:cNvPicPr>
          <p:nvPr/>
        </p:nvPicPr>
        <p:blipFill>
          <a:blip r:embed="rId8"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505489">
            <a:off x="7258521" y="3144866"/>
            <a:ext cx="441045" cy="441045"/>
          </a:xfrm>
          <a:prstGeom prst="rect">
            <a:avLst/>
          </a:prstGeom>
          <a:noFill/>
          <a:extLst>
            <a:ext uri="{909E8E84-426E-40DD-AFC4-6F175D3DCCD1}">
              <a14:hiddenFill xmlns:a14="http://schemas.microsoft.com/office/drawing/2010/main">
                <a:solidFill>
                  <a:srgbClr val="FFFFFF"/>
                </a:solidFill>
              </a14:hiddenFill>
            </a:ext>
          </a:extLst>
        </p:spPr>
      </p:pic>
      <p:sp>
        <p:nvSpPr>
          <p:cNvPr id="39" name="下カーブ矢印 64">
            <a:extLst>
              <a:ext uri="{FF2B5EF4-FFF2-40B4-BE49-F238E27FC236}">
                <a16:creationId xmlns:a16="http://schemas.microsoft.com/office/drawing/2014/main" id="{EA452F68-AD8B-E7F6-03B4-CE10665E582B}"/>
              </a:ext>
            </a:extLst>
          </p:cNvPr>
          <p:cNvSpPr/>
          <p:nvPr/>
        </p:nvSpPr>
        <p:spPr>
          <a:xfrm rot="1559550">
            <a:off x="6296683" y="2945388"/>
            <a:ext cx="951059" cy="309382"/>
          </a:xfrm>
          <a:prstGeom prst="curvedDownArrow">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ja-JP" altLang="en-US" sz="1350">
              <a:solidFill>
                <a:schemeClr val="tx1"/>
              </a:solidFill>
            </a:endParaRPr>
          </a:p>
        </p:txBody>
      </p:sp>
      <p:sp>
        <p:nvSpPr>
          <p:cNvPr id="40" name="四角形吹き出し 66">
            <a:extLst>
              <a:ext uri="{FF2B5EF4-FFF2-40B4-BE49-F238E27FC236}">
                <a16:creationId xmlns:a16="http://schemas.microsoft.com/office/drawing/2014/main" id="{F8E06295-7BA3-DA1E-298D-31080C5E2D1C}"/>
              </a:ext>
            </a:extLst>
          </p:cNvPr>
          <p:cNvSpPr/>
          <p:nvPr/>
        </p:nvSpPr>
        <p:spPr>
          <a:xfrm>
            <a:off x="6800468" y="1315665"/>
            <a:ext cx="1074889" cy="468290"/>
          </a:xfrm>
          <a:prstGeom prst="wedgeRectCallout">
            <a:avLst>
              <a:gd name="adj1" fmla="val 735"/>
              <a:gd name="adj2" fmla="val 129930"/>
            </a:avLst>
          </a:prstGeom>
        </p:spPr>
        <p:style>
          <a:lnRef idx="2">
            <a:schemeClr val="accent4"/>
          </a:lnRef>
          <a:fillRef idx="1">
            <a:schemeClr val="lt1"/>
          </a:fillRef>
          <a:effectRef idx="0">
            <a:schemeClr val="accent4"/>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80" b="1" dirty="0">
                <a:solidFill>
                  <a:schemeClr val="accent4"/>
                </a:solidFill>
                <a:latin typeface="Times New Roman" pitchFamily="18" charset="0"/>
                <a:ea typeface="Times New Roman" pitchFamily="18" charset="0"/>
                <a:cs typeface="Times New Roman" pitchFamily="18" charset="0"/>
              </a:rPr>
              <a:t>ID phiên</a:t>
            </a:r>
            <a:r>
              <a:rPr kumimoji="1" lang="vi-VN" altLang="ja-JP" sz="1080" b="1" dirty="0">
                <a:solidFill>
                  <a:schemeClr val="accent4"/>
                </a:solidFill>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080" b="1" dirty="0">
                <a:latin typeface="Times New Roman" pitchFamily="18" charset="0"/>
                <a:ea typeface="Times New Roman" pitchFamily="18" charset="0"/>
                <a:cs typeface="Times New Roman" pitchFamily="18" charset="0"/>
              </a:rPr>
              <a:t>xâu chuỗi</a:t>
            </a:r>
            <a:endParaRPr lang="vi-VN">
              <a:latin typeface="Times New Roman" pitchFamily="18" charset="0"/>
              <a:ea typeface="Times New Roman" pitchFamily="18" charset="0"/>
              <a:cs typeface="Times New Roman" pitchFamily="18" charset="0"/>
            </a:endParaRPr>
          </a:p>
        </p:txBody>
      </p:sp>
      <p:pic>
        <p:nvPicPr>
          <p:cNvPr id="43" name="図 42">
            <a:extLst>
              <a:ext uri="{FF2B5EF4-FFF2-40B4-BE49-F238E27FC236}">
                <a16:creationId xmlns:a16="http://schemas.microsoft.com/office/drawing/2014/main" id="{0804A0F3-3181-FD56-05CE-FCF5D3140C03}"/>
              </a:ext>
            </a:extLst>
          </p:cNvPr>
          <p:cNvPicPr>
            <a:picLocks noChangeAspect="1"/>
          </p:cNvPicPr>
          <p:nvPr/>
        </p:nvPicPr>
        <p:blipFill>
          <a:blip r:embed="rId6"/>
          <a:stretch>
            <a:fillRect/>
          </a:stretch>
        </p:blipFill>
        <p:spPr>
          <a:xfrm rot="975417">
            <a:off x="6521808" y="2736690"/>
            <a:ext cx="525826" cy="525826"/>
          </a:xfrm>
          <a:prstGeom prst="rect">
            <a:avLst/>
          </a:prstGeom>
        </p:spPr>
      </p:pic>
      <p:pic>
        <p:nvPicPr>
          <p:cNvPr id="44" name="Picture 10" descr="コンピューター icon">
            <a:extLst>
              <a:ext uri="{FF2B5EF4-FFF2-40B4-BE49-F238E27FC236}">
                <a16:creationId xmlns:a16="http://schemas.microsoft.com/office/drawing/2014/main" id="{1F648F57-C86A-83C9-7EB9-88BA749BC1B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44224" y="1762754"/>
            <a:ext cx="527597" cy="527597"/>
          </a:xfrm>
          <a:prstGeom prst="rect">
            <a:avLst/>
          </a:prstGeom>
          <a:noFill/>
          <a:extLst>
            <a:ext uri="{909E8E84-426E-40DD-AFC4-6F175D3DCCD1}">
              <a14:hiddenFill xmlns:a14="http://schemas.microsoft.com/office/drawing/2010/main">
                <a:solidFill>
                  <a:srgbClr val="FFFFFF"/>
                </a:solidFill>
              </a14:hiddenFill>
            </a:ext>
          </a:extLst>
        </p:spPr>
      </p:pic>
      <p:sp>
        <p:nvSpPr>
          <p:cNvPr id="28" name="スライド番号プレースホルダー 1">
            <a:extLst>
              <a:ext uri="{FF2B5EF4-FFF2-40B4-BE49-F238E27FC236}">
                <a16:creationId xmlns:a16="http://schemas.microsoft.com/office/drawing/2014/main" id="{C86AA3C8-AB2D-350F-AD88-45DA0C6BC5DA}"/>
              </a:ext>
            </a:extLst>
          </p:cNvPr>
          <p:cNvSpPr txBox="1">
            <a:spLocks/>
          </p:cNvSpPr>
          <p:nvPr/>
        </p:nvSpPr>
        <p:spPr>
          <a:xfrm>
            <a:off x="7530413" y="4665373"/>
            <a:ext cx="1236216" cy="281231"/>
          </a:xfrm>
          <a:prstGeom prst="rect">
            <a:avLst/>
          </a:prstGeom>
        </p:spPr>
        <p:txBody>
          <a:bodyPr wrap="square"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lang="vi-VN">
                <a:latin typeface="Times New Roman" pitchFamily="18" charset="0"/>
                <a:ea typeface="Times New Roman" pitchFamily="18" charset="0"/>
                <a:cs typeface="Times New Roman" pitchFamily="18" charset="0"/>
              </a:defRPr>
            </a:pPr>
            <a:fld id="{BBCAF52D-4F9C-4C98-97E5-368871F90D31}" type="slidenum">
              <a:rPr kumimoji="1" lang="ja-JP" altLang="en-US" smtClean="0"/>
              <a:pPr algn="r"/>
              <a:t>13</a:t>
            </a:fld>
            <a:endParaRPr kumimoji="1" lang="vi-VN" altLang="en-US" dirty="0">
              <a:latin typeface="Times New Roman" pitchFamily="18" charset="0"/>
              <a:ea typeface="Times New Roman" pitchFamily="18" charset="0"/>
              <a:cs typeface="Times New Roman" pitchFamily="18" charset="0"/>
            </a:endParaRPr>
          </a:p>
        </p:txBody>
      </p:sp>
      <p:sp>
        <p:nvSpPr>
          <p:cNvPr id="45" name="TextBox 44"/>
          <p:cNvSpPr txBox="1"/>
          <p:nvPr/>
        </p:nvSpPr>
        <p:spPr>
          <a:xfrm>
            <a:off x="11167737" y="4420109"/>
            <a:ext cx="180000" cy="146146"/>
          </a:xfrm>
          <a:prstGeom prst="rect">
            <a:avLst/>
          </a:prstGeom>
          <a:noFill/>
        </p:spPr>
        <p:txBody>
          <a:bodyPr wrap="square" lIns="0" rIns="0" tIns="0" bIns="0">
            <a:spAutoFit/>
          </a:bodyPr>
          <a:lstStyle/>
          <a:p>
            <a:pPr algn="l">
              <a:defRPr sz="828"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Thể dục</a:t>
            </a:r>
            <a:endParaRPr lang="vi-VN">
              <a:latin typeface="Times New Roman" pitchFamily="18" charset="0"/>
              <a:ea typeface="Times New Roman" pitchFamily="18" charset="0"/>
              <a:cs typeface="Times New Roman" pitchFamily="18" charset="0"/>
            </a:endParaRPr>
          </a:p>
        </p:txBody>
      </p:sp>
      <p:sp>
        <p:nvSpPr>
          <p:cNvPr id="46" name="TextBox 45"/>
          <p:cNvSpPr txBox="1"/>
          <p:nvPr/>
        </p:nvSpPr>
        <p:spPr>
          <a:xfrm>
            <a:off x="10991775" y="4923555"/>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ba</a:t>
            </a:r>
            <a:endParaRPr lang="vi-VN">
              <a:latin typeface="Times New Roman" pitchFamily="18" charset="0"/>
              <a:ea typeface="Times New Roman" pitchFamily="18" charset="0"/>
              <a:cs typeface="Times New Roman" pitchFamily="18" charset="0"/>
            </a:endParaRPr>
          </a:p>
        </p:txBody>
      </p:sp>
      <p:sp>
        <p:nvSpPr>
          <p:cNvPr id="47" name="TextBox 46"/>
          <p:cNvSpPr txBox="1"/>
          <p:nvPr/>
        </p:nvSpPr>
        <p:spPr>
          <a:xfrm>
            <a:off x="11179564" y="5641051"/>
            <a:ext cx="180000" cy="146146"/>
          </a:xfrm>
          <a:prstGeom prst="rect">
            <a:avLst/>
          </a:prstGeom>
          <a:noFill/>
        </p:spPr>
        <p:txBody>
          <a:bodyPr wrap="square" lIns="0" rIns="0" tIns="0" bIns="0">
            <a:spAutoFit/>
          </a:bodyPr>
          <a:lstStyle/>
          <a:p>
            <a:pPr algn="l">
              <a:defRPr sz="828"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Thể dục</a:t>
            </a:r>
            <a:endParaRPr lang="vi-VN">
              <a:latin typeface="Times New Roman" pitchFamily="18" charset="0"/>
              <a:ea typeface="Times New Roman" pitchFamily="18" charset="0"/>
              <a:cs typeface="Times New Roman" pitchFamily="18" charset="0"/>
            </a:endParaRPr>
          </a:p>
        </p:txBody>
      </p:sp>
      <p:sp>
        <p:nvSpPr>
          <p:cNvPr id="48" name="TextBox 47"/>
          <p:cNvSpPr txBox="1"/>
          <p:nvPr/>
        </p:nvSpPr>
        <p:spPr>
          <a:xfrm>
            <a:off x="11003602" y="6144497"/>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ba</a:t>
            </a:r>
            <a:endParaRPr lang="vi-VN">
              <a:latin typeface="Times New Roman" pitchFamily="18" charset="0"/>
              <a:ea typeface="Times New Roman" pitchFamily="18" charset="0"/>
              <a:cs typeface="Times New Roman" pitchFamily="18" charset="0"/>
            </a:endParaRPr>
          </a:p>
        </p:txBody>
      </p:sp>
      <p:sp>
        <p:nvSpPr>
          <p:cNvPr id="49" name="TextBox 48"/>
          <p:cNvSpPr txBox="1"/>
          <p:nvPr/>
        </p:nvSpPr>
        <p:spPr>
          <a:xfrm>
            <a:off x="6979852" y="2063224"/>
            <a:ext cx="462118" cy="449033"/>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hoặc</a:t>
            </a:r>
            <a:endParaRPr lang="vi-VN">
              <a:latin typeface="Times New Roman" pitchFamily="18" charset="0"/>
              <a:ea typeface="Times New Roman" pitchFamily="18" charset="0"/>
              <a:cs typeface="Times New Roman" pitchFamily="18" charset="0"/>
            </a:endParaRPr>
          </a:p>
        </p:txBody>
      </p:sp>
      <p:sp>
        <p:nvSpPr>
          <p:cNvPr id="50" name="TextBox 49"/>
          <p:cNvSpPr txBox="1"/>
          <p:nvPr/>
        </p:nvSpPr>
        <p:spPr>
          <a:xfrm>
            <a:off x="7279325" y="3161509"/>
            <a:ext cx="483693" cy="468922"/>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hoặc</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95161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角丸四角形 3"/>
          <p:cNvSpPr/>
          <p:nvPr/>
        </p:nvSpPr>
        <p:spPr>
          <a:xfrm>
            <a:off x="3193225" y="1201691"/>
            <a:ext cx="2644867" cy="2802959"/>
          </a:xfrm>
          <a:prstGeom prst="round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1350" dirty="0"/>
          </a:p>
        </p:txBody>
      </p:sp>
      <p:sp>
        <p:nvSpPr>
          <p:cNvPr id="58" name="角丸四角形 57"/>
          <p:cNvSpPr/>
          <p:nvPr/>
        </p:nvSpPr>
        <p:spPr>
          <a:xfrm>
            <a:off x="5041828" y="1201691"/>
            <a:ext cx="2664109" cy="2802959"/>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1350" dirty="0"/>
          </a:p>
        </p:txBody>
      </p:sp>
      <p:sp>
        <p:nvSpPr>
          <p:cNvPr id="5" name="角丸四角形 4"/>
          <p:cNvSpPr/>
          <p:nvPr/>
        </p:nvSpPr>
        <p:spPr>
          <a:xfrm>
            <a:off x="5031127" y="1201691"/>
            <a:ext cx="801631" cy="2794124"/>
          </a:xfrm>
          <a:prstGeom prst="roundRect">
            <a:avLst>
              <a:gd name="adj" fmla="val 50000"/>
            </a:avLst>
          </a:prstGeom>
          <a:noFill/>
          <a:ln w="9525"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ja-JP" altLang="en-US" sz="1350"/>
          </a:p>
        </p:txBody>
      </p:sp>
      <p:sp>
        <p:nvSpPr>
          <p:cNvPr id="2" name="タイトル 1"/>
          <p:cNvSpPr>
            <a:spLocks noGrp="1"/>
          </p:cNvSpPr>
          <p:nvPr>
            <p:ph type="title" idx="4294967295"/>
          </p:nvPr>
        </p:nvSpPr>
        <p:spPr>
          <a:xfrm>
            <a:off x="1440868" y="211931"/>
            <a:ext cx="6265069" cy="238125"/>
          </a:xfrm>
        </p:spPr>
        <p:txBody>
          <a:bodyPr wrap="square" anchor="ctr" lIns="27432" rIns="27432" tIns="18288" bIns="18288">
            <a:normAutofit/>
          </a:bodyPr>
          <a:lstStyle/>
          <a:p>
            <a:pPr lvl="0" algn="ctr">
              <a:defRPr lang="vi-VN">
                <a:latin typeface="Times New Roman" pitchFamily="18" charset="0"/>
                <a:ea typeface="Times New Roman" pitchFamily="18" charset="0"/>
                <a:cs typeface="Times New Roman" pitchFamily="18" charset="0"/>
              </a:defRPr>
            </a:pPr>
            <a:r>
              <a:rPr lang="vi-VN" altLang="en-US" dirty="0">
                <a:latin typeface="Times New Roman" pitchFamily="18" charset="0"/>
                <a:ea typeface="Times New Roman" pitchFamily="18" charset="0"/>
                <a:cs typeface="Times New Roman" pitchFamily="18" charset="0"/>
              </a:rPr>
              <a:t>Tổng quan về hệ thống</a:t>
            </a:r>
            <a:endParaRPr lang="vi-VN">
              <a:latin typeface="Times New Roman" pitchFamily="18" charset="0"/>
              <a:ea typeface="Times New Roman" pitchFamily="18" charset="0"/>
              <a:cs typeface="Times New Roman" pitchFamily="18" charset="0"/>
            </a:endParaRPr>
          </a:p>
        </p:txBody>
      </p:sp>
      <p:pic>
        <p:nvPicPr>
          <p:cNvPr id="14" name="図 13"/>
          <p:cNvPicPr>
            <a:picLocks noChangeAspect="1"/>
          </p:cNvPicPr>
          <p:nvPr/>
        </p:nvPicPr>
        <p:blipFill>
          <a:blip r:embed="rId3"/>
          <a:stretch>
            <a:fillRect/>
          </a:stretch>
        </p:blipFill>
        <p:spPr>
          <a:xfrm>
            <a:off x="6978897" y="1966212"/>
            <a:ext cx="296936" cy="458234"/>
          </a:xfrm>
          <a:prstGeom prst="rect">
            <a:avLst/>
          </a:prstGeom>
        </p:spPr>
      </p:pic>
      <p:pic>
        <p:nvPicPr>
          <p:cNvPr id="15" name="図 14"/>
          <p:cNvPicPr>
            <a:picLocks noChangeAspect="1"/>
          </p:cNvPicPr>
          <p:nvPr/>
        </p:nvPicPr>
        <p:blipFill>
          <a:blip r:embed="rId4"/>
          <a:stretch>
            <a:fillRect/>
          </a:stretch>
        </p:blipFill>
        <p:spPr>
          <a:xfrm flipH="1">
            <a:off x="5110578" y="1957492"/>
            <a:ext cx="637027" cy="483920"/>
          </a:xfrm>
          <a:prstGeom prst="rect">
            <a:avLst/>
          </a:prstGeom>
        </p:spPr>
      </p:pic>
      <p:pic>
        <p:nvPicPr>
          <p:cNvPr id="18" name="図 17"/>
          <p:cNvPicPr>
            <a:picLocks noChangeAspect="1"/>
          </p:cNvPicPr>
          <p:nvPr/>
        </p:nvPicPr>
        <p:blipFill>
          <a:blip r:embed="rId3"/>
          <a:stretch>
            <a:fillRect/>
          </a:stretch>
        </p:blipFill>
        <p:spPr>
          <a:xfrm>
            <a:off x="6951510" y="2593543"/>
            <a:ext cx="296936" cy="458234"/>
          </a:xfrm>
          <a:prstGeom prst="rect">
            <a:avLst/>
          </a:prstGeom>
        </p:spPr>
      </p:pic>
      <p:pic>
        <p:nvPicPr>
          <p:cNvPr id="19" name="図 18"/>
          <p:cNvPicPr>
            <a:picLocks noChangeAspect="1"/>
          </p:cNvPicPr>
          <p:nvPr/>
        </p:nvPicPr>
        <p:blipFill>
          <a:blip r:embed="rId4"/>
          <a:stretch>
            <a:fillRect/>
          </a:stretch>
        </p:blipFill>
        <p:spPr>
          <a:xfrm flipH="1">
            <a:off x="5118920" y="3409820"/>
            <a:ext cx="586085" cy="445223"/>
          </a:xfrm>
          <a:prstGeom prst="rect">
            <a:avLst/>
          </a:prstGeom>
        </p:spPr>
      </p:pic>
      <p:cxnSp>
        <p:nvCxnSpPr>
          <p:cNvPr id="20" name="直線コネクタ 19"/>
          <p:cNvCxnSpPr>
            <a:stCxn id="24" idx="3"/>
          </p:cNvCxnSpPr>
          <p:nvPr/>
        </p:nvCxnSpPr>
        <p:spPr>
          <a:xfrm>
            <a:off x="2070413" y="2424446"/>
            <a:ext cx="932669" cy="13603"/>
          </a:xfrm>
          <a:prstGeom prst="line">
            <a:avLst/>
          </a:prstGeom>
          <a:ln>
            <a:prstDash val="sysDash"/>
          </a:ln>
        </p:spPr>
        <p:style>
          <a:lnRef idx="3">
            <a:schemeClr val="accent1"/>
          </a:lnRef>
          <a:fillRef idx="0">
            <a:schemeClr val="accent1"/>
          </a:fillRef>
          <a:effectRef idx="2">
            <a:schemeClr val="accent1"/>
          </a:effectRef>
          <a:fontRef idx="minor">
            <a:schemeClr val="tx1"/>
          </a:fontRef>
        </p:style>
      </p:cxnSp>
      <p:grpSp>
        <p:nvGrpSpPr>
          <p:cNvPr id="21" name="グループ化 20"/>
          <p:cNvGrpSpPr/>
          <p:nvPr/>
        </p:nvGrpSpPr>
        <p:grpSpPr>
          <a:xfrm>
            <a:off x="1397670" y="1770326"/>
            <a:ext cx="720223" cy="897942"/>
            <a:chOff x="505685" y="1151681"/>
            <a:chExt cx="960298" cy="1197256"/>
          </a:xfrm>
        </p:grpSpPr>
        <p:pic>
          <p:nvPicPr>
            <p:cNvPr id="22" name="図 21">
              <a:extLst>
                <a:ext uri="{FF2B5EF4-FFF2-40B4-BE49-F238E27FC236}">
                  <a16:creationId xmlns:a16="http://schemas.microsoft.com/office/drawing/2014/main" id="{24C9F500-EA74-4786-B5D7-5A8D219A3A0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5685" y="1494973"/>
              <a:ext cx="442259" cy="547004"/>
            </a:xfrm>
            <a:prstGeom prst="rect">
              <a:avLst/>
            </a:prstGeom>
          </p:spPr>
        </p:pic>
        <p:grpSp>
          <p:nvGrpSpPr>
            <p:cNvPr id="23" name="グループ化 22"/>
            <p:cNvGrpSpPr/>
            <p:nvPr/>
          </p:nvGrpSpPr>
          <p:grpSpPr>
            <a:xfrm>
              <a:off x="683289" y="1151681"/>
              <a:ext cx="782694" cy="1197256"/>
              <a:chOff x="789121" y="4826505"/>
              <a:chExt cx="535585" cy="769195"/>
            </a:xfrm>
          </p:grpSpPr>
          <p:pic>
            <p:nvPicPr>
              <p:cNvPr id="24"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305" y="5177971"/>
                <a:ext cx="451082" cy="417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テキスト ボックス 24"/>
              <p:cNvSpPr txBox="1"/>
              <p:nvPr/>
            </p:nvSpPr>
            <p:spPr>
              <a:xfrm>
                <a:off x="789121" y="4826505"/>
                <a:ext cx="535585" cy="237283"/>
              </a:xfrm>
              <a:prstGeom prst="rect">
                <a:avLst/>
              </a:prstGeom>
            </p:spPr>
            <p:style>
              <a:lnRef idx="2">
                <a:schemeClr val="dk1"/>
              </a:lnRef>
              <a:fillRef idx="1">
                <a:schemeClr val="lt1"/>
              </a:fillRef>
              <a:effectRef idx="0">
                <a:schemeClr val="dk1"/>
              </a:effectRef>
              <a:fontRef idx="minor">
                <a:schemeClr val="dk1"/>
              </a:fontRef>
            </p:style>
            <p:txBody>
              <a:bodyPr wrap="square" rtlCol="0"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ja-JP" sz="1200" b="1" dirty="0">
                    <a:latin typeface="Times New Roman" pitchFamily="18" charset="0"/>
                    <a:ea typeface="Times New Roman" pitchFamily="18" charset="0"/>
                    <a:cs typeface="Times New Roman" pitchFamily="18" charset="0"/>
                  </a:rPr>
                  <a:t>MOM</a:t>
                </a:r>
                <a:endParaRPr kumimoji="1" lang="vi-VN" altLang="en-US" sz="1200" b="1" dirty="0">
                  <a:latin typeface="Times New Roman" pitchFamily="18" charset="0"/>
                  <a:ea typeface="Times New Roman" pitchFamily="18" charset="0"/>
                  <a:cs typeface="Times New Roman" pitchFamily="18" charset="0"/>
                </a:endParaRPr>
              </a:p>
            </p:txBody>
          </p:sp>
        </p:grpSp>
      </p:grpSp>
      <p:pic>
        <p:nvPicPr>
          <p:cNvPr id="28" name="図 27"/>
          <p:cNvPicPr>
            <a:picLocks noChangeAspect="1"/>
          </p:cNvPicPr>
          <p:nvPr/>
        </p:nvPicPr>
        <p:blipFill>
          <a:blip r:embed="rId4"/>
          <a:stretch>
            <a:fillRect/>
          </a:stretch>
        </p:blipFill>
        <p:spPr>
          <a:xfrm flipH="1">
            <a:off x="5106376" y="2595283"/>
            <a:ext cx="598629" cy="454751"/>
          </a:xfrm>
          <a:prstGeom prst="rect">
            <a:avLst/>
          </a:prstGeom>
        </p:spPr>
      </p:pic>
      <p:cxnSp>
        <p:nvCxnSpPr>
          <p:cNvPr id="30" name="直線コネクタ 29"/>
          <p:cNvCxnSpPr/>
          <p:nvPr/>
        </p:nvCxnSpPr>
        <p:spPr>
          <a:xfrm>
            <a:off x="5350959" y="3138213"/>
            <a:ext cx="8830" cy="207796"/>
          </a:xfrm>
          <a:prstGeom prst="line">
            <a:avLst/>
          </a:prstGeom>
          <a:ln w="44450" cmpd="sng">
            <a:prstDash val="sysDot"/>
          </a:ln>
        </p:spPr>
        <p:style>
          <a:lnRef idx="3">
            <a:schemeClr val="dk1"/>
          </a:lnRef>
          <a:fillRef idx="0">
            <a:schemeClr val="dk1"/>
          </a:fillRef>
          <a:effectRef idx="2">
            <a:schemeClr val="dk1"/>
          </a:effectRef>
          <a:fontRef idx="minor">
            <a:schemeClr val="tx1"/>
          </a:fontRef>
        </p:style>
      </p:cxnSp>
      <p:pic>
        <p:nvPicPr>
          <p:cNvPr id="33" name="図 32"/>
          <p:cNvPicPr>
            <a:picLocks noChangeAspect="1"/>
          </p:cNvPicPr>
          <p:nvPr/>
        </p:nvPicPr>
        <p:blipFill>
          <a:blip r:embed="rId3"/>
          <a:stretch>
            <a:fillRect/>
          </a:stretch>
        </p:blipFill>
        <p:spPr>
          <a:xfrm>
            <a:off x="6978897" y="3408060"/>
            <a:ext cx="296936" cy="458234"/>
          </a:xfrm>
          <a:prstGeom prst="rect">
            <a:avLst/>
          </a:prstGeom>
        </p:spPr>
      </p:pic>
      <p:sp>
        <p:nvSpPr>
          <p:cNvPr id="37" name="テキスト ボックス 36"/>
          <p:cNvSpPr txBox="1"/>
          <p:nvPr/>
        </p:nvSpPr>
        <p:spPr>
          <a:xfrm>
            <a:off x="4787408" y="1409751"/>
            <a:ext cx="1277144" cy="276999"/>
          </a:xfrm>
          <a:prstGeom prst="rect">
            <a:avLst/>
          </a:prstGeom>
        </p:spPr>
        <p:style>
          <a:lnRef idx="2">
            <a:schemeClr val="dk1"/>
          </a:lnRef>
          <a:fillRef idx="1">
            <a:schemeClr val="lt1"/>
          </a:fillRef>
          <a:effectRef idx="0">
            <a:schemeClr val="dk1"/>
          </a:effectRef>
          <a:fontRef idx="minor">
            <a:schemeClr val="dk1"/>
          </a:fontRef>
        </p:style>
        <p:txBody>
          <a:bodyPr wrap="square" rtlCol="0"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200" b="1" dirty="0">
                <a:latin typeface="Times New Roman" pitchFamily="18" charset="0"/>
                <a:ea typeface="Times New Roman" pitchFamily="18" charset="0"/>
                <a:cs typeface="Times New Roman" pitchFamily="18" charset="0"/>
              </a:rPr>
              <a:t>Raspberry Pi </a:t>
            </a:r>
            <a:endParaRPr lang="vi-VN">
              <a:latin typeface="Times New Roman" pitchFamily="18" charset="0"/>
              <a:ea typeface="Times New Roman" pitchFamily="18" charset="0"/>
              <a:cs typeface="Times New Roman" pitchFamily="18" charset="0"/>
            </a:endParaRPr>
          </a:p>
        </p:txBody>
      </p:sp>
      <p:sp>
        <p:nvSpPr>
          <p:cNvPr id="41" name="角丸四角形 40"/>
          <p:cNvSpPr/>
          <p:nvPr/>
        </p:nvSpPr>
        <p:spPr>
          <a:xfrm>
            <a:off x="1506064" y="1109775"/>
            <a:ext cx="1602279" cy="48619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200" b="1" dirty="0">
                <a:latin typeface="Times New Roman" pitchFamily="18" charset="0"/>
                <a:ea typeface="Times New Roman" pitchFamily="18" charset="0"/>
                <a:cs typeface="Times New Roman" pitchFamily="18" charset="0"/>
              </a:rPr>
              <a:t>Thông tin sản xuất/</a:t>
            </a:r>
            <a:endParaRPr kumimoji="1" lang="vi-VN" altLang="ja-JP" sz="1500" b="1" dirty="0">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200" b="1" dirty="0">
                <a:latin typeface="Times New Roman" pitchFamily="18" charset="0"/>
                <a:ea typeface="Times New Roman" pitchFamily="18" charset="0"/>
                <a:cs typeface="Times New Roman" pitchFamily="18" charset="0"/>
              </a:rPr>
              <a:t>Nhận hướng dẫn công việc</a:t>
            </a:r>
            <a:endParaRPr lang="vi-VN">
              <a:latin typeface="Times New Roman" pitchFamily="18" charset="0"/>
              <a:ea typeface="Times New Roman" pitchFamily="18" charset="0"/>
              <a:cs typeface="Times New Roman" pitchFamily="18" charset="0"/>
            </a:endParaRPr>
          </a:p>
        </p:txBody>
      </p:sp>
      <p:sp>
        <p:nvSpPr>
          <p:cNvPr id="42" name="角丸四角形 41"/>
          <p:cNvSpPr/>
          <p:nvPr/>
        </p:nvSpPr>
        <p:spPr>
          <a:xfrm>
            <a:off x="1506064" y="3040980"/>
            <a:ext cx="1602279" cy="5134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200" b="1" dirty="0">
                <a:latin typeface="Times New Roman" pitchFamily="18" charset="0"/>
                <a:ea typeface="Times New Roman" pitchFamily="18" charset="0"/>
                <a:cs typeface="Times New Roman" pitchFamily="18" charset="0"/>
              </a:rPr>
              <a:t>Thông tin tiến độ xử lý</a:t>
            </a:r>
            <a:endParaRPr kumimoji="1" lang="vi-VN" altLang="ja-JP" sz="1500" b="1" dirty="0">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200" b="1" dirty="0">
                <a:latin typeface="Times New Roman" pitchFamily="18" charset="0"/>
                <a:ea typeface="Times New Roman" pitchFamily="18" charset="0"/>
                <a:cs typeface="Times New Roman" pitchFamily="18" charset="0"/>
              </a:rPr>
              <a:t>Hợp tác thời gian thực</a:t>
            </a:r>
            <a:endParaRPr lang="vi-VN">
              <a:latin typeface="Times New Roman" pitchFamily="18" charset="0"/>
              <a:ea typeface="Times New Roman" pitchFamily="18" charset="0"/>
              <a:cs typeface="Times New Roman" pitchFamily="18" charset="0"/>
            </a:endParaRPr>
          </a:p>
        </p:txBody>
      </p:sp>
      <p:sp>
        <p:nvSpPr>
          <p:cNvPr id="43" name="角丸四角形 42"/>
          <p:cNvSpPr/>
          <p:nvPr/>
        </p:nvSpPr>
        <p:spPr>
          <a:xfrm>
            <a:off x="3654173" y="820806"/>
            <a:ext cx="1729839" cy="48038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200" b="1" dirty="0">
                <a:latin typeface="Times New Roman" pitchFamily="18" charset="0"/>
                <a:ea typeface="Times New Roman" pitchFamily="18" charset="0"/>
                <a:cs typeface="Times New Roman" pitchFamily="18" charset="0"/>
              </a:rPr>
              <a:t>Hệ thống/Sản phẩm</a:t>
            </a:r>
            <a:endParaRPr kumimoji="1" lang="vi-VN" altLang="ja-JP" sz="1500" b="1" dirty="0">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200" b="1" dirty="0">
                <a:latin typeface="Times New Roman" pitchFamily="18" charset="0"/>
                <a:ea typeface="Times New Roman" pitchFamily="18" charset="0"/>
                <a:cs typeface="Times New Roman" pitchFamily="18" charset="0"/>
              </a:rPr>
              <a:t>kết nối không dây</a:t>
            </a:r>
            <a:endParaRPr lang="vi-VN">
              <a:latin typeface="Times New Roman" pitchFamily="18" charset="0"/>
              <a:ea typeface="Times New Roman" pitchFamily="18" charset="0"/>
              <a:cs typeface="Times New Roman" pitchFamily="18" charset="0"/>
            </a:endParaRPr>
          </a:p>
        </p:txBody>
      </p:sp>
      <p:sp>
        <p:nvSpPr>
          <p:cNvPr id="44" name="角丸四角形 43"/>
          <p:cNvSpPr/>
          <p:nvPr/>
        </p:nvSpPr>
        <p:spPr>
          <a:xfrm>
            <a:off x="5705005" y="812490"/>
            <a:ext cx="1729043" cy="48849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200" b="1" dirty="0">
                <a:latin typeface="Times New Roman" pitchFamily="18" charset="0"/>
                <a:ea typeface="Times New Roman" pitchFamily="18" charset="0"/>
                <a:cs typeface="Times New Roman" pitchFamily="18" charset="0"/>
              </a:rPr>
              <a:t>AGV</a:t>
            </a:r>
            <a:endParaRPr lang="vi-VN">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200" b="1" dirty="0">
                <a:latin typeface="Times New Roman" pitchFamily="18" charset="0"/>
                <a:ea typeface="Times New Roman" pitchFamily="18" charset="0"/>
                <a:cs typeface="Times New Roman" pitchFamily="18" charset="0"/>
              </a:rPr>
              <a:t>Có thể vận chuyển tự động</a:t>
            </a:r>
            <a:endParaRPr lang="vi-VN">
              <a:latin typeface="Times New Roman" pitchFamily="18" charset="0"/>
              <a:ea typeface="Times New Roman" pitchFamily="18" charset="0"/>
              <a:cs typeface="Times New Roman" pitchFamily="18" charset="0"/>
            </a:endParaRPr>
          </a:p>
        </p:txBody>
      </p:sp>
      <p:sp>
        <p:nvSpPr>
          <p:cNvPr id="45" name="テキスト ボックス 44"/>
          <p:cNvSpPr txBox="1"/>
          <p:nvPr/>
        </p:nvSpPr>
        <p:spPr>
          <a:xfrm>
            <a:off x="6823262" y="1414305"/>
            <a:ext cx="492443" cy="276999"/>
          </a:xfrm>
          <a:prstGeom prst="rect">
            <a:avLst/>
          </a:prstGeom>
        </p:spPr>
        <p:style>
          <a:lnRef idx="2">
            <a:schemeClr val="dk1"/>
          </a:lnRef>
          <a:fillRef idx="1">
            <a:schemeClr val="lt1"/>
          </a:fillRef>
          <a:effectRef idx="0">
            <a:schemeClr val="dk1"/>
          </a:effectRef>
          <a:fontRef idx="minor">
            <a:schemeClr val="dk1"/>
          </a:fontRef>
        </p:style>
        <p:txBody>
          <a:bodyPr wrap="square" rtlCol="0"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b="1" dirty="0">
                <a:latin typeface="Times New Roman" pitchFamily="18" charset="0"/>
                <a:ea typeface="Times New Roman" pitchFamily="18" charset="0"/>
                <a:cs typeface="Times New Roman" pitchFamily="18" charset="0"/>
              </a:rPr>
              <a:t>sản phẩm</a:t>
            </a:r>
            <a:endParaRPr kumimoji="1" lang="vi-VN" altLang="ja-JP" sz="1200" b="1" dirty="0">
              <a:latin typeface="Times New Roman" pitchFamily="18" charset="0"/>
              <a:ea typeface="Times New Roman" pitchFamily="18" charset="0"/>
              <a:cs typeface="Times New Roman" pitchFamily="18" charset="0"/>
            </a:endParaRPr>
          </a:p>
        </p:txBody>
      </p:sp>
      <p:grpSp>
        <p:nvGrpSpPr>
          <p:cNvPr id="46" name="グループ化 45"/>
          <p:cNvGrpSpPr/>
          <p:nvPr/>
        </p:nvGrpSpPr>
        <p:grpSpPr>
          <a:xfrm>
            <a:off x="1767338" y="4140303"/>
            <a:ext cx="5695931" cy="494894"/>
            <a:chOff x="271821" y="4925138"/>
            <a:chExt cx="7594574" cy="659858"/>
          </a:xfrm>
        </p:grpSpPr>
        <p:cxnSp>
          <p:nvCxnSpPr>
            <p:cNvPr id="47" name="直線コネクタ 46"/>
            <p:cNvCxnSpPr/>
            <p:nvPr/>
          </p:nvCxnSpPr>
          <p:spPr>
            <a:xfrm>
              <a:off x="271821" y="4925138"/>
              <a:ext cx="0" cy="651573"/>
            </a:xfrm>
            <a:prstGeom prst="line">
              <a:avLst/>
            </a:prstGeom>
          </p:spPr>
          <p:style>
            <a:lnRef idx="3">
              <a:schemeClr val="dk1"/>
            </a:lnRef>
            <a:fillRef idx="0">
              <a:schemeClr val="dk1"/>
            </a:fillRef>
            <a:effectRef idx="2">
              <a:schemeClr val="dk1"/>
            </a:effectRef>
            <a:fontRef idx="minor">
              <a:schemeClr val="tx1"/>
            </a:fontRef>
          </p:style>
        </p:cxnSp>
        <p:cxnSp>
          <p:nvCxnSpPr>
            <p:cNvPr id="48" name="直線コネクタ 47"/>
            <p:cNvCxnSpPr/>
            <p:nvPr/>
          </p:nvCxnSpPr>
          <p:spPr>
            <a:xfrm>
              <a:off x="2416710" y="4925138"/>
              <a:ext cx="0" cy="651573"/>
            </a:xfrm>
            <a:prstGeom prst="line">
              <a:avLst/>
            </a:prstGeom>
          </p:spPr>
          <p:style>
            <a:lnRef idx="3">
              <a:schemeClr val="dk1"/>
            </a:lnRef>
            <a:fillRef idx="0">
              <a:schemeClr val="dk1"/>
            </a:fillRef>
            <a:effectRef idx="2">
              <a:schemeClr val="dk1"/>
            </a:effectRef>
            <a:fontRef idx="minor">
              <a:schemeClr val="tx1"/>
            </a:fontRef>
          </p:style>
        </p:cxnSp>
        <p:cxnSp>
          <p:nvCxnSpPr>
            <p:cNvPr id="49" name="直線コネクタ 48"/>
            <p:cNvCxnSpPr/>
            <p:nvPr/>
          </p:nvCxnSpPr>
          <p:spPr>
            <a:xfrm>
              <a:off x="5141749" y="4925138"/>
              <a:ext cx="0" cy="651573"/>
            </a:xfrm>
            <a:prstGeom prst="line">
              <a:avLst/>
            </a:prstGeom>
          </p:spPr>
          <p:style>
            <a:lnRef idx="3">
              <a:schemeClr val="dk1"/>
            </a:lnRef>
            <a:fillRef idx="0">
              <a:schemeClr val="dk1"/>
            </a:fillRef>
            <a:effectRef idx="2">
              <a:schemeClr val="dk1"/>
            </a:effectRef>
            <a:fontRef idx="minor">
              <a:schemeClr val="tx1"/>
            </a:fontRef>
          </p:style>
        </p:cxnSp>
        <p:cxnSp>
          <p:nvCxnSpPr>
            <p:cNvPr id="50" name="直線コネクタ 49"/>
            <p:cNvCxnSpPr/>
            <p:nvPr/>
          </p:nvCxnSpPr>
          <p:spPr>
            <a:xfrm>
              <a:off x="7866395" y="4933423"/>
              <a:ext cx="0" cy="651573"/>
            </a:xfrm>
            <a:prstGeom prst="line">
              <a:avLst/>
            </a:prstGeom>
          </p:spPr>
          <p:style>
            <a:lnRef idx="3">
              <a:schemeClr val="dk1"/>
            </a:lnRef>
            <a:fillRef idx="0">
              <a:schemeClr val="dk1"/>
            </a:fillRef>
            <a:effectRef idx="2">
              <a:schemeClr val="dk1"/>
            </a:effectRef>
            <a:fontRef idx="minor">
              <a:schemeClr val="tx1"/>
            </a:fontRef>
          </p:style>
        </p:cxnSp>
        <p:cxnSp>
          <p:nvCxnSpPr>
            <p:cNvPr id="51" name="直線コネクタ 50"/>
            <p:cNvCxnSpPr/>
            <p:nvPr/>
          </p:nvCxnSpPr>
          <p:spPr>
            <a:xfrm>
              <a:off x="271821" y="5260623"/>
              <a:ext cx="2144889" cy="0"/>
            </a:xfrm>
            <a:prstGeom prst="line">
              <a:avLst/>
            </a:prstGeom>
            <a:ln>
              <a:prstDash val="dash"/>
            </a:ln>
          </p:spPr>
          <p:style>
            <a:lnRef idx="3">
              <a:schemeClr val="accent1"/>
            </a:lnRef>
            <a:fillRef idx="0">
              <a:schemeClr val="accent1"/>
            </a:fillRef>
            <a:effectRef idx="2">
              <a:schemeClr val="accent1"/>
            </a:effectRef>
            <a:fontRef idx="minor">
              <a:schemeClr val="tx1"/>
            </a:fontRef>
          </p:style>
        </p:cxnSp>
        <p:cxnSp>
          <p:nvCxnSpPr>
            <p:cNvPr id="52" name="直線コネクタ 51"/>
            <p:cNvCxnSpPr/>
            <p:nvPr/>
          </p:nvCxnSpPr>
          <p:spPr>
            <a:xfrm>
              <a:off x="2426381" y="5263005"/>
              <a:ext cx="2715367"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4" name="直線コネクタ 53"/>
            <p:cNvCxnSpPr/>
            <p:nvPr/>
          </p:nvCxnSpPr>
          <p:spPr>
            <a:xfrm>
              <a:off x="5160327" y="5259210"/>
              <a:ext cx="2667106" cy="0"/>
            </a:xfrm>
            <a:prstGeom prst="line">
              <a:avLst/>
            </a:prstGeom>
            <a:ln w="28575">
              <a:solidFill>
                <a:schemeClr val="accent4"/>
              </a:solidFill>
              <a:prstDash val="solid"/>
            </a:ln>
          </p:spPr>
          <p:style>
            <a:lnRef idx="1">
              <a:schemeClr val="accent1"/>
            </a:lnRef>
            <a:fillRef idx="0">
              <a:schemeClr val="accent1"/>
            </a:fillRef>
            <a:effectRef idx="0">
              <a:schemeClr val="accent1"/>
            </a:effectRef>
            <a:fontRef idx="minor">
              <a:schemeClr val="tx1"/>
            </a:fontRef>
          </p:style>
        </p:cxnSp>
        <p:sp>
          <p:nvSpPr>
            <p:cNvPr id="55" name="テキスト ボックス 54"/>
            <p:cNvSpPr txBox="1"/>
            <p:nvPr/>
          </p:nvSpPr>
          <p:spPr>
            <a:xfrm>
              <a:off x="530334" y="5081670"/>
              <a:ext cx="1665413" cy="400109"/>
            </a:xfrm>
            <a:prstGeom prst="rect">
              <a:avLst/>
            </a:prstGeom>
          </p:spPr>
          <p:style>
            <a:lnRef idx="2">
              <a:schemeClr val="dk1"/>
            </a:lnRef>
            <a:fillRef idx="1">
              <a:schemeClr val="lt1"/>
            </a:fillRef>
            <a:effectRef idx="0">
              <a:schemeClr val="dk1"/>
            </a:effectRef>
            <a:fontRef idx="minor">
              <a:schemeClr val="dk1"/>
            </a:fontRef>
          </p:style>
          <p:txBody>
            <a:bodyPr wrap="square" rtlCol="0"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1080" b="1" dirty="0">
                  <a:latin typeface="Times New Roman" pitchFamily="18" charset="0"/>
                  <a:ea typeface="Times New Roman" pitchFamily="18" charset="0"/>
                  <a:cs typeface="Times New Roman" pitchFamily="18" charset="0"/>
                </a:rPr>
                <a:t>Kết nối mạng LAN không dây</a:t>
              </a:r>
              <a:r>
                <a:rPr kumimoji="1" lang="vi-VN" altLang="ja-JP" sz="1080" b="1" dirty="0">
                  <a:latin typeface="Times New Roman" pitchFamily="18" charset="0"/>
                  <a:ea typeface="Times New Roman" pitchFamily="18" charset="0"/>
                  <a:cs typeface="Times New Roman" pitchFamily="18" charset="0"/>
                </a:rPr>
                <a:t/>
              </a:r>
              <a:r>
                <a:rPr kumimoji="1" lang="vi-VN" altLang="en-US" sz="1080" b="1" dirty="0">
                  <a:latin typeface="Times New Roman" pitchFamily="18" charset="0"/>
                  <a:ea typeface="Times New Roman" pitchFamily="18" charset="0"/>
                  <a:cs typeface="Times New Roman" pitchFamily="18" charset="0"/>
                </a:rPr>
                <a:t/>
              </a:r>
              <a:endParaRPr kumimoji="1" lang="vi-VN" altLang="ja-JP" sz="1350" b="1" dirty="0">
                <a:latin typeface="Times New Roman" pitchFamily="18" charset="0"/>
                <a:ea typeface="Times New Roman" pitchFamily="18" charset="0"/>
                <a:cs typeface="Times New Roman" pitchFamily="18" charset="0"/>
              </a:endParaRPr>
            </a:p>
          </p:txBody>
        </p:sp>
        <p:sp>
          <p:nvSpPr>
            <p:cNvPr id="56" name="テキスト ボックス 55"/>
            <p:cNvSpPr txBox="1"/>
            <p:nvPr/>
          </p:nvSpPr>
          <p:spPr>
            <a:xfrm>
              <a:off x="2975963" y="5083654"/>
              <a:ext cx="1665413" cy="400109"/>
            </a:xfrm>
            <a:prstGeom prst="rect">
              <a:avLst/>
            </a:prstGeom>
          </p:spPr>
          <p:style>
            <a:lnRef idx="2">
              <a:schemeClr val="dk1"/>
            </a:lnRef>
            <a:fillRef idx="1">
              <a:schemeClr val="lt1"/>
            </a:fillRef>
            <a:effectRef idx="0">
              <a:schemeClr val="dk1"/>
            </a:effectRef>
            <a:fontRef idx="minor">
              <a:schemeClr val="dk1"/>
            </a:fontRef>
          </p:style>
          <p:txBody>
            <a:bodyPr wrap="square" rtlCol="0"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1080" b="1" dirty="0">
                  <a:latin typeface="Times New Roman" pitchFamily="18" charset="0"/>
                  <a:ea typeface="Times New Roman" pitchFamily="18" charset="0"/>
                  <a:cs typeface="Times New Roman" pitchFamily="18" charset="0"/>
                </a:rPr>
                <a:t>Kết nối mạng LAN không dây</a:t>
              </a:r>
              <a:r>
                <a:rPr kumimoji="1" lang="vi-VN" altLang="ja-JP" sz="1080" b="1" dirty="0">
                  <a:latin typeface="Times New Roman" pitchFamily="18" charset="0"/>
                  <a:ea typeface="Times New Roman" pitchFamily="18" charset="0"/>
                  <a:cs typeface="Times New Roman" pitchFamily="18" charset="0"/>
                </a:rPr>
                <a:t/>
              </a:r>
              <a:r>
                <a:rPr kumimoji="1" lang="vi-VN" altLang="en-US" sz="1080" b="1" dirty="0">
                  <a:latin typeface="Times New Roman" pitchFamily="18" charset="0"/>
                  <a:ea typeface="Times New Roman" pitchFamily="18" charset="0"/>
                  <a:cs typeface="Times New Roman" pitchFamily="18" charset="0"/>
                </a:rPr>
                <a:t/>
              </a:r>
              <a:endParaRPr kumimoji="1" lang="vi-VN" altLang="ja-JP" sz="1350" b="1" dirty="0">
                <a:latin typeface="Times New Roman" pitchFamily="18" charset="0"/>
                <a:ea typeface="Times New Roman" pitchFamily="18" charset="0"/>
                <a:cs typeface="Times New Roman" pitchFamily="18" charset="0"/>
              </a:endParaRPr>
            </a:p>
          </p:txBody>
        </p:sp>
        <p:sp>
          <p:nvSpPr>
            <p:cNvPr id="57" name="テキスト ボックス 56"/>
            <p:cNvSpPr txBox="1"/>
            <p:nvPr/>
          </p:nvSpPr>
          <p:spPr>
            <a:xfrm>
              <a:off x="5892006" y="5087517"/>
              <a:ext cx="1203748" cy="400109"/>
            </a:xfrm>
            <a:prstGeom prst="rect">
              <a:avLst/>
            </a:prstGeom>
          </p:spPr>
          <p:style>
            <a:lnRef idx="2">
              <a:schemeClr val="dk1"/>
            </a:lnRef>
            <a:fillRef idx="1">
              <a:schemeClr val="lt1"/>
            </a:fillRef>
            <a:effectRef idx="0">
              <a:schemeClr val="dk1"/>
            </a:effectRef>
            <a:fontRef idx="minor">
              <a:schemeClr val="dk1"/>
            </a:fontRef>
          </p:style>
          <p:txBody>
            <a:bodyPr wrap="square" rtlCol="0"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1080" b="1" dirty="0">
                  <a:latin typeface="Times New Roman" pitchFamily="18" charset="0"/>
                  <a:ea typeface="Times New Roman" pitchFamily="18" charset="0"/>
                  <a:cs typeface="Times New Roman" pitchFamily="18" charset="0"/>
                </a:rPr>
                <a:t>Mạng LAN có dây</a:t>
              </a:r>
              <a:r>
                <a:rPr kumimoji="1" lang="vi-VN" altLang="ja-JP" sz="1080" b="1" dirty="0">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p:txBody>
        </p:sp>
      </p:grpSp>
      <p:cxnSp>
        <p:nvCxnSpPr>
          <p:cNvPr id="65" name="直線コネクタ 64"/>
          <p:cNvCxnSpPr>
            <a:stCxn id="19" idx="1"/>
            <a:endCxn id="33" idx="1"/>
          </p:cNvCxnSpPr>
          <p:nvPr/>
        </p:nvCxnSpPr>
        <p:spPr>
          <a:xfrm>
            <a:off x="5705005" y="3632432"/>
            <a:ext cx="1273892" cy="4745"/>
          </a:xfrm>
          <a:prstGeom prst="line">
            <a:avLst/>
          </a:prstGeom>
          <a:ln w="28575">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68" name="直線コネクタ 67"/>
          <p:cNvCxnSpPr>
            <a:stCxn id="28" idx="1"/>
            <a:endCxn id="18" idx="1"/>
          </p:cNvCxnSpPr>
          <p:nvPr/>
        </p:nvCxnSpPr>
        <p:spPr>
          <a:xfrm>
            <a:off x="5705005" y="2822659"/>
            <a:ext cx="1246505" cy="1"/>
          </a:xfrm>
          <a:prstGeom prst="line">
            <a:avLst/>
          </a:prstGeom>
          <a:ln w="28575">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線コネクタ 71"/>
          <p:cNvCxnSpPr>
            <a:stCxn id="15" idx="1"/>
            <a:endCxn id="14" idx="1"/>
          </p:cNvCxnSpPr>
          <p:nvPr/>
        </p:nvCxnSpPr>
        <p:spPr>
          <a:xfrm flipV="1">
            <a:off x="5747604" y="2195329"/>
            <a:ext cx="1231293" cy="4123"/>
          </a:xfrm>
          <a:prstGeom prst="line">
            <a:avLst/>
          </a:prstGeom>
          <a:ln w="28575">
            <a:solidFill>
              <a:schemeClr val="accent4"/>
            </a:solidFill>
            <a:prstDash val="solid"/>
          </a:ln>
        </p:spPr>
        <p:style>
          <a:lnRef idx="1">
            <a:schemeClr val="accent1"/>
          </a:lnRef>
          <a:fillRef idx="0">
            <a:schemeClr val="accent1"/>
          </a:fillRef>
          <a:effectRef idx="0">
            <a:schemeClr val="accent1"/>
          </a:effectRef>
          <a:fontRef idx="minor">
            <a:schemeClr val="tx1"/>
          </a:fontRef>
        </p:style>
      </p:cxnSp>
      <p:grpSp>
        <p:nvGrpSpPr>
          <p:cNvPr id="90" name="グループ化 89"/>
          <p:cNvGrpSpPr/>
          <p:nvPr/>
        </p:nvGrpSpPr>
        <p:grpSpPr>
          <a:xfrm>
            <a:off x="2630651" y="1637144"/>
            <a:ext cx="1295547" cy="1124864"/>
            <a:chOff x="1568454" y="3631339"/>
            <a:chExt cx="1727395" cy="1499819"/>
          </a:xfrm>
        </p:grpSpPr>
        <p:pic>
          <p:nvPicPr>
            <p:cNvPr id="91"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0693" y="4311054"/>
              <a:ext cx="885585" cy="82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 name="テキスト ボックス 91"/>
            <p:cNvSpPr txBox="1"/>
            <p:nvPr/>
          </p:nvSpPr>
          <p:spPr>
            <a:xfrm>
              <a:off x="1568454" y="3631339"/>
              <a:ext cx="1727395" cy="615553"/>
            </a:xfrm>
            <a:prstGeom prst="rect">
              <a:avLst/>
            </a:prstGeom>
          </p:spPr>
          <p:style>
            <a:lnRef idx="2">
              <a:schemeClr val="dk1"/>
            </a:lnRef>
            <a:fillRef idx="1">
              <a:schemeClr val="lt1"/>
            </a:fillRef>
            <a:effectRef idx="0">
              <a:schemeClr val="dk1"/>
            </a:effectRef>
            <a:fontRef idx="minor">
              <a:schemeClr val="dk1"/>
            </a:fontRef>
          </p:style>
          <p:txBody>
            <a:bodyPr wrap="square" rtlCol="0"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b="1" dirty="0">
                  <a:latin typeface="Times New Roman" pitchFamily="18" charset="0"/>
                  <a:ea typeface="Times New Roman" pitchFamily="18" charset="0"/>
                  <a:cs typeface="Times New Roman" pitchFamily="18" charset="0"/>
                </a:rPr>
                <a:t>Hệ thống quy trình đảm bảo</a:t>
              </a:r>
              <a:endParaRPr kumimoji="1" lang="vi-VN" altLang="ja-JP" sz="1200" b="1" dirty="0">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ja-JP" sz="960" b="1" dirty="0" err="1">
                  <a:latin typeface="Times New Roman" pitchFamily="18" charset="0"/>
                  <a:ea typeface="Times New Roman" pitchFamily="18" charset="0"/>
                  <a:cs typeface="Times New Roman" pitchFamily="18" charset="0"/>
                </a:rPr>
                <a:t>HostPC</a:t>
              </a:r>
              <a:endParaRPr kumimoji="1" lang="vi-VN" altLang="en-US" sz="1200" b="1" dirty="0">
                <a:latin typeface="Times New Roman" pitchFamily="18" charset="0"/>
                <a:ea typeface="Times New Roman" pitchFamily="18" charset="0"/>
                <a:cs typeface="Times New Roman" pitchFamily="18" charset="0"/>
              </a:endParaRPr>
            </a:p>
          </p:txBody>
        </p:sp>
      </p:grpSp>
      <p:sp>
        <p:nvSpPr>
          <p:cNvPr id="3" name="右矢印 2"/>
          <p:cNvSpPr/>
          <p:nvPr/>
        </p:nvSpPr>
        <p:spPr>
          <a:xfrm>
            <a:off x="2123017" y="2122653"/>
            <a:ext cx="650651" cy="230588"/>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kumimoji="1" lang="ja-JP" altLang="en-US" sz="1350" dirty="0"/>
          </a:p>
        </p:txBody>
      </p:sp>
      <p:sp>
        <p:nvSpPr>
          <p:cNvPr id="53" name="右矢印 52"/>
          <p:cNvSpPr/>
          <p:nvPr/>
        </p:nvSpPr>
        <p:spPr>
          <a:xfrm rot="10800000">
            <a:off x="2125435" y="2555692"/>
            <a:ext cx="650651" cy="2310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dirty="0"/>
          </a:p>
        </p:txBody>
      </p:sp>
      <p:cxnSp>
        <p:nvCxnSpPr>
          <p:cNvPr id="59" name="直線コネクタ 58"/>
          <p:cNvCxnSpPr/>
          <p:nvPr/>
        </p:nvCxnSpPr>
        <p:spPr>
          <a:xfrm>
            <a:off x="7114556" y="3138213"/>
            <a:ext cx="8830" cy="207796"/>
          </a:xfrm>
          <a:prstGeom prst="line">
            <a:avLst/>
          </a:prstGeom>
          <a:ln w="44450" cmpd="sng">
            <a:prstDash val="sysDot"/>
          </a:ln>
        </p:spPr>
        <p:style>
          <a:lnRef idx="3">
            <a:schemeClr val="dk1"/>
          </a:lnRef>
          <a:fillRef idx="0">
            <a:schemeClr val="dk1"/>
          </a:fillRef>
          <a:effectRef idx="2">
            <a:schemeClr val="dk1"/>
          </a:effectRef>
          <a:fontRef idx="minor">
            <a:schemeClr val="tx1"/>
          </a:fontRef>
        </p:style>
      </p:cxnSp>
      <p:pic>
        <p:nvPicPr>
          <p:cNvPr id="63" name="図 62">
            <a:extLst>
              <a:ext uri="{FF2B5EF4-FFF2-40B4-BE49-F238E27FC236}">
                <a16:creationId xmlns:a16="http://schemas.microsoft.com/office/drawing/2014/main" id="{61418422-C701-4DB5-BC30-95B736101E85}"/>
              </a:ext>
            </a:extLst>
          </p:cNvPr>
          <p:cNvPicPr>
            <a:picLocks noChangeAspect="1"/>
          </p:cNvPicPr>
          <p:nvPr/>
        </p:nvPicPr>
        <p:blipFill>
          <a:blip r:embed="rId7"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6748622">
            <a:off x="4719224" y="2099231"/>
            <a:ext cx="358038" cy="259035"/>
          </a:xfrm>
          <a:prstGeom prst="rect">
            <a:avLst/>
          </a:prstGeom>
        </p:spPr>
      </p:pic>
      <p:pic>
        <p:nvPicPr>
          <p:cNvPr id="64" name="図 63">
            <a:extLst>
              <a:ext uri="{FF2B5EF4-FFF2-40B4-BE49-F238E27FC236}">
                <a16:creationId xmlns:a16="http://schemas.microsoft.com/office/drawing/2014/main" id="{61418422-C701-4DB5-BC30-95B736101E85}"/>
              </a:ext>
            </a:extLst>
          </p:cNvPr>
          <p:cNvPicPr>
            <a:picLocks noChangeAspect="1"/>
          </p:cNvPicPr>
          <p:nvPr/>
        </p:nvPicPr>
        <p:blipFill>
          <a:blip r:embed="rId7"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6748622">
            <a:off x="4719224" y="2654279"/>
            <a:ext cx="358038" cy="259035"/>
          </a:xfrm>
          <a:prstGeom prst="rect">
            <a:avLst/>
          </a:prstGeom>
        </p:spPr>
      </p:pic>
      <p:pic>
        <p:nvPicPr>
          <p:cNvPr id="66" name="図 65">
            <a:extLst>
              <a:ext uri="{FF2B5EF4-FFF2-40B4-BE49-F238E27FC236}">
                <a16:creationId xmlns:a16="http://schemas.microsoft.com/office/drawing/2014/main" id="{61418422-C701-4DB5-BC30-95B736101E85}"/>
              </a:ext>
            </a:extLst>
          </p:cNvPr>
          <p:cNvPicPr>
            <a:picLocks noChangeAspect="1"/>
          </p:cNvPicPr>
          <p:nvPr/>
        </p:nvPicPr>
        <p:blipFill>
          <a:blip r:embed="rId7"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6748622">
            <a:off x="4737696" y="3370117"/>
            <a:ext cx="358038" cy="259035"/>
          </a:xfrm>
          <a:prstGeom prst="rect">
            <a:avLst/>
          </a:prstGeom>
        </p:spPr>
      </p:pic>
      <p:pic>
        <p:nvPicPr>
          <p:cNvPr id="67" name="図 66">
            <a:extLst>
              <a:ext uri="{FF2B5EF4-FFF2-40B4-BE49-F238E27FC236}">
                <a16:creationId xmlns:a16="http://schemas.microsoft.com/office/drawing/2014/main" id="{61418422-C701-4DB5-BC30-95B736101E85}"/>
              </a:ext>
            </a:extLst>
          </p:cNvPr>
          <p:cNvPicPr>
            <a:picLocks noChangeAspect="1"/>
          </p:cNvPicPr>
          <p:nvPr/>
        </p:nvPicPr>
        <p:blipFill>
          <a:blip r:embed="rId7"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6790182">
            <a:off x="3549181" y="2275214"/>
            <a:ext cx="358038" cy="259035"/>
          </a:xfrm>
          <a:prstGeom prst="rect">
            <a:avLst/>
          </a:prstGeom>
        </p:spPr>
      </p:pic>
      <p:cxnSp>
        <p:nvCxnSpPr>
          <p:cNvPr id="70" name="直線コネクタ 69"/>
          <p:cNvCxnSpPr>
            <a:stCxn id="67" idx="0"/>
            <a:endCxn id="63" idx="0"/>
          </p:cNvCxnSpPr>
          <p:nvPr/>
        </p:nvCxnSpPr>
        <p:spPr>
          <a:xfrm flipV="1">
            <a:off x="3847271" y="2208167"/>
            <a:ext cx="923100" cy="247524"/>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71" name="直線コネクタ 70"/>
          <p:cNvCxnSpPr>
            <a:stCxn id="67" idx="0"/>
            <a:endCxn id="64" idx="0"/>
          </p:cNvCxnSpPr>
          <p:nvPr/>
        </p:nvCxnSpPr>
        <p:spPr>
          <a:xfrm>
            <a:off x="3847271" y="2455691"/>
            <a:ext cx="923101" cy="307524"/>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73" name="直線コネクタ 72"/>
          <p:cNvCxnSpPr>
            <a:stCxn id="67" idx="0"/>
            <a:endCxn id="66" idx="0"/>
          </p:cNvCxnSpPr>
          <p:nvPr/>
        </p:nvCxnSpPr>
        <p:spPr>
          <a:xfrm>
            <a:off x="3847270" y="2455691"/>
            <a:ext cx="941573" cy="1023362"/>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9" name="フッター プレースホルダー 8"/>
          <p:cNvSpPr>
            <a:spLocks noGrp="1"/>
          </p:cNvSpPr>
          <p:nvPr>
            <p:ph type="ftr" sz="quarter" idx="3"/>
          </p:nvPr>
        </p:nvSpPr>
        <p:spPr>
          <a:xfrm>
            <a:off x="5888506" y="4891197"/>
            <a:ext cx="2878123" cy="216000"/>
          </a:xfrm>
          <a:prstGeom prst="rect">
            <a:avLst/>
          </a:prstGeom>
        </p:spPr>
        <p:txBody>
          <a:bodyPr vert="horz" lIns="27432" tIns="18288" rIns="27432" bIns="18288" rtlCol="0" anchor="t" anchorCtr="0" wrap="square">
            <a:normAutofit/>
          </a:bodyPr>
          <a:lstStyle>
            <a:defPPr>
              <a:defRPr lang="en-US"/>
            </a:defPPr>
            <a:lvl1pPr marL="0" algn="r" defTabSz="457200" rtl="0" eaLnBrk="1" latinLnBrk="0" hangingPunct="1">
              <a:defRPr sz="7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lang="vi-VN" altLang="ja-JP">
                <a:latin typeface="Times New Roman" pitchFamily="18" charset="0"/>
                <a:ea typeface="Times New Roman" pitchFamily="18" charset="0"/>
                <a:cs typeface="Times New Roman" pitchFamily="18" charset="0"/>
              </a:rPr>
              <a:t>©2021 KYOCERA Document Solutions Inc.</a:t>
            </a:r>
            <a:endParaRPr lang="vi-VN" dirty="0">
              <a:latin typeface="Times New Roman" pitchFamily="18" charset="0"/>
              <a:ea typeface="Times New Roman" pitchFamily="18" charset="0"/>
              <a:cs typeface="Times New Roman" pitchFamily="18" charset="0"/>
            </a:endParaRPr>
          </a:p>
        </p:txBody>
      </p:sp>
      <p:sp>
        <p:nvSpPr>
          <p:cNvPr id="10" name="スライド番号プレースホルダー 9"/>
          <p:cNvSpPr>
            <a:spLocks noGrp="1"/>
          </p:cNvSpPr>
          <p:nvPr>
            <p:ph type="sldNum" sz="quarter" idx="4"/>
          </p:nvPr>
        </p:nvSpPr>
        <p:spPr>
          <a:xfrm>
            <a:off x="7530413" y="4618859"/>
            <a:ext cx="1236216" cy="374975"/>
          </a:xfrm>
          <a:prstGeom prst="rect">
            <a:avLst/>
          </a:prstGeom>
        </p:spPr>
        <p:txBody>
          <a:bodyPr vert="horz" lIns="27432" tIns="18288" rIns="27432" bIns="18288" rtlCol="0" anchor="t" anchorCtr="0" wrap="square">
            <a:normAutofit/>
          </a:bodyPr>
          <a:lstStyle>
            <a:defPPr>
              <a:defRPr lang="en-US"/>
            </a:defPPr>
            <a:lvl1pPr marL="0" algn="r"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fld id="{A3381702-59A5-4643-AE93-D7BF7F78153B}" type="slidenum">
              <a:rPr lang="en-GB" smtClean="0"/>
              <a:pPr/>
              <a:t>14</a:t>
            </a:fld>
            <a:endParaRPr lang="vi-VN" dirty="0">
              <a:latin typeface="Times New Roman" pitchFamily="18" charset="0"/>
              <a:ea typeface="Times New Roman" pitchFamily="18" charset="0"/>
              <a:cs typeface="Times New Roman" pitchFamily="18" charset="0"/>
            </a:endParaRPr>
          </a:p>
        </p:txBody>
      </p:sp>
      <p:sp>
        <p:nvSpPr>
          <p:cNvPr id="6" name="楕円 5"/>
          <p:cNvSpPr/>
          <p:nvPr/>
        </p:nvSpPr>
        <p:spPr>
          <a:xfrm>
            <a:off x="1272144" y="1165497"/>
            <a:ext cx="371213" cy="371213"/>
          </a:xfrm>
          <a:prstGeom prst="ellipse">
            <a:avLst/>
          </a:prstGeom>
        </p:spPr>
        <p:style>
          <a:lnRef idx="2">
            <a:schemeClr val="accent5"/>
          </a:lnRef>
          <a:fillRef idx="1">
            <a:schemeClr val="lt1"/>
          </a:fillRef>
          <a:effectRef idx="0">
            <a:schemeClr val="accent5"/>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b="1" dirty="0">
                <a:latin typeface="Times New Roman" pitchFamily="18" charset="0"/>
                <a:ea typeface="Times New Roman" pitchFamily="18" charset="0"/>
                <a:cs typeface="Times New Roman" pitchFamily="18" charset="0"/>
              </a:rPr>
              <a:t>1</a:t>
            </a:r>
            <a:endParaRPr kumimoji="1" lang="vi-VN" altLang="en-US" b="1" dirty="0">
              <a:latin typeface="Times New Roman" pitchFamily="18" charset="0"/>
              <a:ea typeface="Times New Roman" pitchFamily="18" charset="0"/>
              <a:cs typeface="Times New Roman" pitchFamily="18" charset="0"/>
            </a:endParaRPr>
          </a:p>
        </p:txBody>
      </p:sp>
      <p:sp>
        <p:nvSpPr>
          <p:cNvPr id="62" name="楕円 61"/>
          <p:cNvSpPr/>
          <p:nvPr/>
        </p:nvSpPr>
        <p:spPr>
          <a:xfrm>
            <a:off x="1272144" y="3107840"/>
            <a:ext cx="371213" cy="371213"/>
          </a:xfrm>
          <a:prstGeom prst="ellipse">
            <a:avLst/>
          </a:prstGeom>
        </p:spPr>
        <p:style>
          <a:lnRef idx="2">
            <a:schemeClr val="accent1"/>
          </a:lnRef>
          <a:fillRef idx="1">
            <a:schemeClr val="lt1"/>
          </a:fillRef>
          <a:effectRef idx="0">
            <a:schemeClr val="accent1"/>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b="1" dirty="0">
                <a:latin typeface="Times New Roman" pitchFamily="18" charset="0"/>
                <a:ea typeface="Times New Roman" pitchFamily="18" charset="0"/>
                <a:cs typeface="Times New Roman" pitchFamily="18" charset="0"/>
              </a:rPr>
              <a:t>２</a:t>
            </a:r>
            <a:endParaRPr lang="vi-VN">
              <a:latin typeface="Times New Roman" pitchFamily="18" charset="0"/>
              <a:ea typeface="Times New Roman" pitchFamily="18" charset="0"/>
              <a:cs typeface="Times New Roman" pitchFamily="18" charset="0"/>
            </a:endParaRPr>
          </a:p>
        </p:txBody>
      </p:sp>
      <p:sp>
        <p:nvSpPr>
          <p:cNvPr id="69" name="楕円 68"/>
          <p:cNvSpPr/>
          <p:nvPr/>
        </p:nvSpPr>
        <p:spPr>
          <a:xfrm>
            <a:off x="3445873" y="862598"/>
            <a:ext cx="371213" cy="371213"/>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b="1" dirty="0">
                <a:latin typeface="Times New Roman" pitchFamily="18" charset="0"/>
                <a:ea typeface="Times New Roman" pitchFamily="18" charset="0"/>
                <a:cs typeface="Times New Roman" pitchFamily="18" charset="0"/>
              </a:rPr>
              <a:t>3</a:t>
            </a:r>
            <a:endParaRPr kumimoji="1" lang="vi-VN" altLang="en-US" b="1" dirty="0">
              <a:latin typeface="Times New Roman" pitchFamily="18" charset="0"/>
              <a:ea typeface="Times New Roman" pitchFamily="18" charset="0"/>
              <a:cs typeface="Times New Roman" pitchFamily="18" charset="0"/>
            </a:endParaRPr>
          </a:p>
        </p:txBody>
      </p:sp>
      <p:sp>
        <p:nvSpPr>
          <p:cNvPr id="74" name="楕円 73"/>
          <p:cNvSpPr/>
          <p:nvPr/>
        </p:nvSpPr>
        <p:spPr>
          <a:xfrm>
            <a:off x="5533991" y="862598"/>
            <a:ext cx="371213" cy="371213"/>
          </a:xfrm>
          <a:prstGeom prst="ellipse">
            <a:avLst/>
          </a:prstGeom>
        </p:spPr>
        <p:style>
          <a:lnRef idx="2">
            <a:schemeClr val="accent3"/>
          </a:lnRef>
          <a:fillRef idx="1">
            <a:schemeClr val="lt1"/>
          </a:fillRef>
          <a:effectRef idx="0">
            <a:schemeClr val="accent3"/>
          </a:effectRef>
          <a:fontRef idx="minor">
            <a:schemeClr val="dk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b="1" dirty="0">
                <a:latin typeface="Times New Roman" pitchFamily="18" charset="0"/>
                <a:ea typeface="Times New Roman" pitchFamily="18" charset="0"/>
                <a:cs typeface="Times New Roman" pitchFamily="18" charset="0"/>
              </a:rPr>
              <a:t>4</a:t>
            </a:r>
            <a:endParaRPr kumimoji="1" lang="vi-VN" altLang="en-US" b="1" dirty="0">
              <a:latin typeface="Times New Roman" pitchFamily="18" charset="0"/>
              <a:ea typeface="Times New Roman" pitchFamily="18" charset="0"/>
              <a:cs typeface="Times New Roman" pitchFamily="18" charset="0"/>
            </a:endParaRPr>
          </a:p>
        </p:txBody>
      </p:sp>
      <p:pic>
        <p:nvPicPr>
          <p:cNvPr id="7" name="Picture 2" descr="ソース画像を表示">
            <a:extLst>
              <a:ext uri="{FF2B5EF4-FFF2-40B4-BE49-F238E27FC236}">
                <a16:creationId xmlns:a16="http://schemas.microsoft.com/office/drawing/2014/main" id="{0B64FF90-71DB-37D6-DB2B-50259F17F8E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872054" y="2446995"/>
            <a:ext cx="732953" cy="572888"/>
          </a:xfrm>
          <a:prstGeom prst="rect">
            <a:avLst/>
          </a:prstGeom>
          <a:noFill/>
          <a:extLst>
            <a:ext uri="{909E8E84-426E-40DD-AFC4-6F175D3DCCD1}">
              <a14:hiddenFill xmlns:a14="http://schemas.microsoft.com/office/drawing/2010/main">
                <a:solidFill>
                  <a:srgbClr val="FFFFFF"/>
                </a:solidFill>
              </a14:hiddenFill>
            </a:ext>
          </a:extLst>
        </p:spPr>
      </p:pic>
      <p:sp>
        <p:nvSpPr>
          <p:cNvPr id="8" name="四角形: 角を丸くする 7">
            <a:extLst>
              <a:ext uri="{FF2B5EF4-FFF2-40B4-BE49-F238E27FC236}">
                <a16:creationId xmlns:a16="http://schemas.microsoft.com/office/drawing/2014/main" id="{D83548D3-07EF-B00F-BAFF-F77CA318A21B}"/>
              </a:ext>
            </a:extLst>
          </p:cNvPr>
          <p:cNvSpPr/>
          <p:nvPr/>
        </p:nvSpPr>
        <p:spPr>
          <a:xfrm>
            <a:off x="5580000" y="2474985"/>
            <a:ext cx="1368847" cy="259615"/>
          </a:xfrm>
          <a:prstGeom prst="round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dirty="0">
                <a:solidFill>
                  <a:srgbClr val="FF0000"/>
                </a:solidFill>
                <a:latin typeface="Times New Roman" pitchFamily="18" charset="0"/>
                <a:ea typeface="Times New Roman" pitchFamily="18" charset="0"/>
                <a:cs typeface="Times New Roman" pitchFamily="18" charset="0"/>
              </a:rPr>
              <a:t>Di chuyển cùng sản phẩm</a:t>
            </a:r>
            <a:endParaRPr lang="vi-VN">
              <a:latin typeface="Times New Roman" pitchFamily="18" charset="0"/>
              <a:ea typeface="Times New Roman" pitchFamily="18" charset="0"/>
              <a:cs typeface="Times New Roman" pitchFamily="18" charset="0"/>
            </a:endParaRPr>
          </a:p>
        </p:txBody>
      </p:sp>
      <p:sp>
        <p:nvSpPr>
          <p:cNvPr id="93" name="TextBox 92"/>
          <p:cNvSpPr txBox="1"/>
          <p:nvPr/>
        </p:nvSpPr>
        <p:spPr>
          <a:xfrm>
            <a:off x="7198849" y="1966212"/>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Thể dục</a:t>
            </a:r>
            <a:endParaRPr lang="vi-VN">
              <a:latin typeface="Times New Roman" pitchFamily="18" charset="0"/>
              <a:ea typeface="Times New Roman" pitchFamily="18" charset="0"/>
              <a:cs typeface="Times New Roman" pitchFamily="18" charset="0"/>
            </a:endParaRPr>
          </a:p>
        </p:txBody>
      </p:sp>
      <p:sp>
        <p:nvSpPr>
          <p:cNvPr id="94" name="TextBox 93"/>
          <p:cNvSpPr txBox="1"/>
          <p:nvPr/>
        </p:nvSpPr>
        <p:spPr>
          <a:xfrm>
            <a:off x="7066878" y="2343796"/>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ba</a:t>
            </a:r>
            <a:endParaRPr lang="vi-VN">
              <a:latin typeface="Times New Roman" pitchFamily="18" charset="0"/>
              <a:ea typeface="Times New Roman" pitchFamily="18" charset="0"/>
              <a:cs typeface="Times New Roman" pitchFamily="18" charset="0"/>
            </a:endParaRPr>
          </a:p>
        </p:txBody>
      </p:sp>
      <p:sp>
        <p:nvSpPr>
          <p:cNvPr id="95" name="TextBox 94"/>
          <p:cNvSpPr txBox="1"/>
          <p:nvPr/>
        </p:nvSpPr>
        <p:spPr>
          <a:xfrm>
            <a:off x="7171462" y="2593543"/>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Thể dục</a:t>
            </a:r>
            <a:endParaRPr lang="vi-VN">
              <a:latin typeface="Times New Roman" pitchFamily="18" charset="0"/>
              <a:ea typeface="Times New Roman" pitchFamily="18" charset="0"/>
              <a:cs typeface="Times New Roman" pitchFamily="18" charset="0"/>
            </a:endParaRPr>
          </a:p>
        </p:txBody>
      </p:sp>
      <p:sp>
        <p:nvSpPr>
          <p:cNvPr id="96" name="TextBox 95"/>
          <p:cNvSpPr txBox="1"/>
          <p:nvPr/>
        </p:nvSpPr>
        <p:spPr>
          <a:xfrm>
            <a:off x="7039491" y="2971127"/>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ba</a:t>
            </a:r>
            <a:endParaRPr lang="vi-VN">
              <a:latin typeface="Times New Roman" pitchFamily="18" charset="0"/>
              <a:ea typeface="Times New Roman" pitchFamily="18" charset="0"/>
              <a:cs typeface="Times New Roman" pitchFamily="18" charset="0"/>
            </a:endParaRPr>
          </a:p>
        </p:txBody>
      </p:sp>
      <p:sp>
        <p:nvSpPr>
          <p:cNvPr id="97" name="TextBox 96"/>
          <p:cNvSpPr txBox="1"/>
          <p:nvPr/>
        </p:nvSpPr>
        <p:spPr>
          <a:xfrm>
            <a:off x="2107899" y="3508411"/>
            <a:ext cx="269501" cy="228747"/>
          </a:xfrm>
          <a:prstGeom prst="rect">
            <a:avLst/>
          </a:prstGeom>
          <a:noFill/>
        </p:spPr>
        <p:txBody>
          <a:bodyPr wrap="square" lIns="0" rIns="0" tIns="0" bIns="0">
            <a:spAutoFit/>
          </a:bodyPr>
          <a:lstStyle/>
          <a:p>
            <a:pPr algn="l">
              <a:defRPr sz="1296"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xoắn</a:t>
            </a:r>
            <a:endParaRPr lang="vi-VN">
              <a:latin typeface="Times New Roman" pitchFamily="18" charset="0"/>
              <a:ea typeface="Times New Roman" pitchFamily="18" charset="0"/>
              <a:cs typeface="Times New Roman" pitchFamily="18" charset="0"/>
            </a:endParaRPr>
          </a:p>
        </p:txBody>
      </p:sp>
      <p:sp>
        <p:nvSpPr>
          <p:cNvPr id="98" name="TextBox 97"/>
          <p:cNvSpPr txBox="1"/>
          <p:nvPr/>
        </p:nvSpPr>
        <p:spPr>
          <a:xfrm>
            <a:off x="7198849" y="3408060"/>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Thể dục</a:t>
            </a:r>
            <a:endParaRPr lang="vi-VN">
              <a:latin typeface="Times New Roman" pitchFamily="18" charset="0"/>
              <a:ea typeface="Times New Roman" pitchFamily="18" charset="0"/>
              <a:cs typeface="Times New Roman" pitchFamily="18" charset="0"/>
            </a:endParaRPr>
          </a:p>
        </p:txBody>
      </p:sp>
      <p:sp>
        <p:nvSpPr>
          <p:cNvPr id="99" name="TextBox 98"/>
          <p:cNvSpPr txBox="1"/>
          <p:nvPr/>
        </p:nvSpPr>
        <p:spPr>
          <a:xfrm>
            <a:off x="7066878" y="3785644"/>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ba</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3296740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3CDD981-43A8-344B-9E8F-6D7AAB27ECBB}"/>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730B3994-256E-2D2E-14D2-0E0AB80AFBA5}"/>
              </a:ext>
            </a:extLst>
          </p:cNvPr>
          <p:cNvPicPr>
            <a:picLocks noChangeAspect="1"/>
          </p:cNvPicPr>
          <p:nvPr/>
        </p:nvPicPr>
        <p:blipFill>
          <a:blip r:embed="rId2"/>
          <a:srcRect t="2841"/>
          <a:stretch/>
        </p:blipFill>
        <p:spPr>
          <a:xfrm>
            <a:off x="1897761" y="493084"/>
            <a:ext cx="4867416" cy="2956878"/>
          </a:xfrm>
          <a:prstGeom prst="rect">
            <a:avLst/>
          </a:prstGeom>
        </p:spPr>
      </p:pic>
      <p:sp>
        <p:nvSpPr>
          <p:cNvPr id="2" name="タイトル 1">
            <a:extLst>
              <a:ext uri="{FF2B5EF4-FFF2-40B4-BE49-F238E27FC236}">
                <a16:creationId xmlns:a16="http://schemas.microsoft.com/office/drawing/2014/main" id="{EF45B500-1EBF-342C-1F3B-DD706835BDA5}"/>
              </a:ext>
            </a:extLst>
          </p:cNvPr>
          <p:cNvSpPr txBox="1">
            <a:spLocks/>
          </p:cNvSpPr>
          <p:nvPr/>
        </p:nvSpPr>
        <p:spPr>
          <a:xfrm>
            <a:off x="1440872" y="211931"/>
            <a:ext cx="6265069" cy="238125"/>
          </a:xfrm>
          <a:prstGeom prst="rect">
            <a:avLst/>
          </a:prstGeom>
        </p:spPr>
        <p:txBody>
          <a:bodyPr vert="horz" wrap="square" lIns="27432" tIns="18288" rIns="27432" bIns="18288" rtlCol="0" anchor="ctr" anchorCtr="0">
            <a:norm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pPr>
              <a:defRPr lang="vi-VN">
                <a:latin typeface="Times New Roman" pitchFamily="18" charset="0"/>
                <a:ea typeface="Times New Roman" pitchFamily="18" charset="0"/>
                <a:cs typeface="Times New Roman" pitchFamily="18" charset="0"/>
              </a:defRPr>
            </a:pPr>
            <a:r>
              <a:rPr lang="vi-VN" altLang="en-US" sz="1440" dirty="0">
                <a:latin typeface="Times New Roman" pitchFamily="18" charset="0"/>
                <a:ea typeface="Times New Roman" pitchFamily="18" charset="0"/>
                <a:cs typeface="Times New Roman" pitchFamily="18" charset="0"/>
              </a:rPr>
              <a:t>Giới thiệu về hệ thống -Tablet-</a:t>
            </a:r>
            <a:r>
              <a:rPr lang="vi-VN" altLang="ja-JP" sz="1440" dirty="0">
                <a:latin typeface="Times New Roman" pitchFamily="18" charset="0"/>
                <a:ea typeface="Times New Roman" pitchFamily="18" charset="0"/>
                <a:cs typeface="Times New Roman" pitchFamily="18" charset="0"/>
              </a:rPr>
              <a:t/>
            </a:r>
            <a:r>
              <a:rPr lang="vi-VN" altLang="en-US" sz="1440" dirty="0">
                <a:latin typeface="Times New Roman" pitchFamily="18" charset="0"/>
                <a:ea typeface="Times New Roman" pitchFamily="18" charset="0"/>
                <a:cs typeface="Times New Roman" pitchFamily="18" charset="0"/>
              </a:rPr>
              <a:t/>
            </a:r>
            <a:r>
              <a:rPr lang="vi-VN" altLang="ja-JP" sz="1440" dirty="0">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p:txBody>
      </p:sp>
      <p:sp>
        <p:nvSpPr>
          <p:cNvPr id="5" name="正方形/長方形 4">
            <a:extLst>
              <a:ext uri="{FF2B5EF4-FFF2-40B4-BE49-F238E27FC236}">
                <a16:creationId xmlns:a16="http://schemas.microsoft.com/office/drawing/2014/main" id="{5972507A-3DD1-C326-3002-247344EAADFC}"/>
              </a:ext>
            </a:extLst>
          </p:cNvPr>
          <p:cNvSpPr/>
          <p:nvPr/>
        </p:nvSpPr>
        <p:spPr>
          <a:xfrm>
            <a:off x="5755278" y="2900404"/>
            <a:ext cx="1369841" cy="36461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b="1" dirty="0">
                <a:solidFill>
                  <a:schemeClr val="tx1"/>
                </a:solidFill>
                <a:latin typeface="Times New Roman" pitchFamily="18" charset="0"/>
                <a:ea typeface="Times New Roman" pitchFamily="18" charset="0"/>
                <a:cs typeface="Times New Roman" pitchFamily="18" charset="0"/>
              </a:rPr>
              <a:t>Nhập kết quả thực hiện (OK/NG)</a:t>
            </a:r>
            <a:r>
              <a:rPr kumimoji="1" lang="vi-VN" altLang="ja-JP" sz="1000" b="1" dirty="0">
                <a:solidFill>
                  <a:schemeClr val="tx1"/>
                </a:solidFill>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p:txBody>
      </p:sp>
      <p:sp>
        <p:nvSpPr>
          <p:cNvPr id="6" name="正方形/長方形 5">
            <a:extLst>
              <a:ext uri="{FF2B5EF4-FFF2-40B4-BE49-F238E27FC236}">
                <a16:creationId xmlns:a16="http://schemas.microsoft.com/office/drawing/2014/main" id="{E2B581B6-5E05-EA6E-3315-EAAE7D026C48}"/>
              </a:ext>
            </a:extLst>
          </p:cNvPr>
          <p:cNvSpPr/>
          <p:nvPr/>
        </p:nvSpPr>
        <p:spPr>
          <a:xfrm>
            <a:off x="6231194" y="2171095"/>
            <a:ext cx="2050026" cy="36461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b="1" dirty="0">
                <a:solidFill>
                  <a:schemeClr val="tx1"/>
                </a:solidFill>
                <a:latin typeface="Times New Roman" pitchFamily="18" charset="0"/>
                <a:ea typeface="Times New Roman" pitchFamily="18" charset="0"/>
                <a:cs typeface="Times New Roman" pitchFamily="18" charset="0"/>
              </a:rPr>
              <a:t>Hiển thị hình ảnh màn hình</a:t>
            </a:r>
            <a:endParaRPr kumimoji="1" lang="vi-VN" altLang="ja-JP" sz="1000" b="1" dirty="0">
              <a:solidFill>
                <a:schemeClr val="tx1"/>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000" dirty="0">
                <a:solidFill>
                  <a:schemeClr val="tx1"/>
                </a:solidFill>
                <a:latin typeface="Times New Roman" pitchFamily="18" charset="0"/>
                <a:ea typeface="Times New Roman" pitchFamily="18" charset="0"/>
                <a:cs typeface="Times New Roman" pitchFamily="18" charset="0"/>
              </a:rPr>
              <a:t>Hình ảnh màn hình được lấy từ hướng dẫn công việc.</a:t>
            </a:r>
            <a:endParaRPr kumimoji="1" lang="vi-VN" altLang="ja-JP" sz="1000" dirty="0">
              <a:solidFill>
                <a:schemeClr val="tx1"/>
              </a:solidFill>
              <a:latin typeface="Times New Roman" pitchFamily="18" charset="0"/>
              <a:ea typeface="Times New Roman" pitchFamily="18" charset="0"/>
              <a:cs typeface="Times New Roman" pitchFamily="18" charset="0"/>
            </a:endParaRPr>
          </a:p>
        </p:txBody>
      </p:sp>
      <p:sp>
        <p:nvSpPr>
          <p:cNvPr id="7" name="正方形/長方形 6">
            <a:extLst>
              <a:ext uri="{FF2B5EF4-FFF2-40B4-BE49-F238E27FC236}">
                <a16:creationId xmlns:a16="http://schemas.microsoft.com/office/drawing/2014/main" id="{0846B3DF-6BA5-044D-86AC-60EAD2B39C16}"/>
              </a:ext>
            </a:extLst>
          </p:cNvPr>
          <p:cNvSpPr/>
          <p:nvPr/>
        </p:nvSpPr>
        <p:spPr>
          <a:xfrm>
            <a:off x="6122926" y="1074840"/>
            <a:ext cx="1644445" cy="36461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b="1" dirty="0">
                <a:solidFill>
                  <a:schemeClr val="tx1"/>
                </a:solidFill>
                <a:latin typeface="Times New Roman" pitchFamily="18" charset="0"/>
                <a:ea typeface="Times New Roman" pitchFamily="18" charset="0"/>
                <a:cs typeface="Times New Roman" pitchFamily="18" charset="0"/>
              </a:rPr>
              <a:t>công việc của công nhân</a:t>
            </a:r>
            <a:endParaRPr kumimoji="1" lang="vi-VN" altLang="ja-JP" sz="1000" b="1" dirty="0">
              <a:solidFill>
                <a:schemeClr val="tx1"/>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000" dirty="0">
                <a:solidFill>
                  <a:schemeClr val="tx1"/>
                </a:solidFill>
                <a:latin typeface="Times New Roman" pitchFamily="18" charset="0"/>
                <a:ea typeface="Times New Roman" pitchFamily="18" charset="0"/>
                <a:cs typeface="Times New Roman" pitchFamily="18" charset="0"/>
              </a:rPr>
              <a:t>　Bản gốc tiếng Anh + bản dịch tiếng Trung</a:t>
            </a:r>
            <a:endParaRPr kumimoji="1" lang="vi-VN" altLang="ja-JP" sz="1000" dirty="0">
              <a:solidFill>
                <a:schemeClr val="tx1"/>
              </a:solidFill>
              <a:latin typeface="Times New Roman" pitchFamily="18" charset="0"/>
              <a:ea typeface="Times New Roman" pitchFamily="18" charset="0"/>
              <a:cs typeface="Times New Roman" pitchFamily="18" charset="0"/>
            </a:endParaRPr>
          </a:p>
        </p:txBody>
      </p:sp>
      <p:pic>
        <p:nvPicPr>
          <p:cNvPr id="10" name="Picture 10" descr="コンピューター icon">
            <a:extLst>
              <a:ext uri="{FF2B5EF4-FFF2-40B4-BE49-F238E27FC236}">
                <a16:creationId xmlns:a16="http://schemas.microsoft.com/office/drawing/2014/main" id="{7FF183CC-E00B-03B3-6A5C-4C02857B71E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6765" y="3878833"/>
            <a:ext cx="527597" cy="527597"/>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直線矢印コネクタ 12">
            <a:extLst>
              <a:ext uri="{FF2B5EF4-FFF2-40B4-BE49-F238E27FC236}">
                <a16:creationId xmlns:a16="http://schemas.microsoft.com/office/drawing/2014/main" id="{3CD2A4E9-426B-D2EB-64BC-A734935F5DDF}"/>
              </a:ext>
            </a:extLst>
          </p:cNvPr>
          <p:cNvCxnSpPr>
            <a:cxnSpLocks/>
          </p:cNvCxnSpPr>
          <p:nvPr/>
        </p:nvCxnSpPr>
        <p:spPr>
          <a:xfrm flipH="1">
            <a:off x="2910108" y="4356099"/>
            <a:ext cx="2887729"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14" name="正方形/長方形 13">
            <a:extLst>
              <a:ext uri="{FF2B5EF4-FFF2-40B4-BE49-F238E27FC236}">
                <a16:creationId xmlns:a16="http://schemas.microsoft.com/office/drawing/2014/main" id="{5B241F98-8DFA-D6E8-FCA0-8EB1F20DE304}"/>
              </a:ext>
            </a:extLst>
          </p:cNvPr>
          <p:cNvSpPr/>
          <p:nvPr/>
        </p:nvSpPr>
        <p:spPr>
          <a:xfrm>
            <a:off x="3312734" y="3554813"/>
            <a:ext cx="2037471" cy="362600"/>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b="1" dirty="0">
                <a:solidFill>
                  <a:schemeClr val="tx1"/>
                </a:solidFill>
                <a:latin typeface="Times New Roman" pitchFamily="18" charset="0"/>
                <a:ea typeface="Times New Roman" pitchFamily="18" charset="0"/>
                <a:cs typeface="Times New Roman" pitchFamily="18" charset="0"/>
              </a:rPr>
              <a:t>① Hỏi thông tin chi tiết công việc</a:t>
            </a:r>
            <a:endParaRPr kumimoji="1" lang="vi-VN" altLang="ja-JP" sz="1000" b="1" dirty="0">
              <a:solidFill>
                <a:schemeClr val="tx1"/>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000" b="1" dirty="0">
                <a:solidFill>
                  <a:schemeClr val="tx1"/>
                </a:solidFill>
                <a:latin typeface="Times New Roman" pitchFamily="18" charset="0"/>
                <a:ea typeface="Times New Roman" pitchFamily="18" charset="0"/>
                <a:cs typeface="Times New Roman" pitchFamily="18" charset="0"/>
              </a:rPr>
              <a:t>②Nhận thông tin chi tiết công việc</a:t>
            </a:r>
            <a:endParaRPr kumimoji="1" lang="vi-VN" altLang="ja-JP" sz="1000" b="1" dirty="0">
              <a:solidFill>
                <a:schemeClr val="tx1"/>
              </a:solidFill>
              <a:latin typeface="Times New Roman" pitchFamily="18" charset="0"/>
              <a:ea typeface="Times New Roman" pitchFamily="18" charset="0"/>
              <a:cs typeface="Times New Roman" pitchFamily="18" charset="0"/>
            </a:endParaRPr>
          </a:p>
        </p:txBody>
      </p:sp>
      <p:sp>
        <p:nvSpPr>
          <p:cNvPr id="15" name="正方形/長方形 14">
            <a:extLst>
              <a:ext uri="{FF2B5EF4-FFF2-40B4-BE49-F238E27FC236}">
                <a16:creationId xmlns:a16="http://schemas.microsoft.com/office/drawing/2014/main" id="{EB8AB1F2-AE8F-5F26-C18F-EA3A5993A96E}"/>
              </a:ext>
            </a:extLst>
          </p:cNvPr>
          <p:cNvSpPr/>
          <p:nvPr/>
        </p:nvSpPr>
        <p:spPr>
          <a:xfrm>
            <a:off x="3330591" y="4410175"/>
            <a:ext cx="2019614" cy="23812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b="1" dirty="0">
                <a:solidFill>
                  <a:schemeClr val="tx1"/>
                </a:solidFill>
                <a:latin typeface="Times New Roman" pitchFamily="18" charset="0"/>
                <a:ea typeface="Times New Roman" pitchFamily="18" charset="0"/>
                <a:cs typeface="Times New Roman" pitchFamily="18" charset="0"/>
              </a:rPr>
              <a:t>③ Gửi kết quả công việc　</a:t>
            </a:r>
            <a:endParaRPr kumimoji="1" lang="vi-VN" altLang="ja-JP" sz="1000" b="1" dirty="0">
              <a:solidFill>
                <a:schemeClr val="tx1"/>
              </a:solidFill>
              <a:latin typeface="Times New Roman" pitchFamily="18" charset="0"/>
              <a:ea typeface="Times New Roman" pitchFamily="18" charset="0"/>
              <a:cs typeface="Times New Roman" pitchFamily="18" charset="0"/>
            </a:endParaRPr>
          </a:p>
        </p:txBody>
      </p:sp>
      <p:sp>
        <p:nvSpPr>
          <p:cNvPr id="18" name="正方形/長方形 17">
            <a:extLst>
              <a:ext uri="{FF2B5EF4-FFF2-40B4-BE49-F238E27FC236}">
                <a16:creationId xmlns:a16="http://schemas.microsoft.com/office/drawing/2014/main" id="{29D021CF-2E91-3259-640C-1F5313DA2C92}"/>
              </a:ext>
            </a:extLst>
          </p:cNvPr>
          <p:cNvSpPr/>
          <p:nvPr/>
        </p:nvSpPr>
        <p:spPr>
          <a:xfrm>
            <a:off x="5846504" y="4363908"/>
            <a:ext cx="748117"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050" b="1" dirty="0" err="1">
                <a:solidFill>
                  <a:schemeClr val="tx1"/>
                </a:solidFill>
                <a:latin typeface="Times New Roman" pitchFamily="18" charset="0"/>
                <a:ea typeface="Times New Roman" pitchFamily="18" charset="0"/>
                <a:cs typeface="Times New Roman" pitchFamily="18" charset="0"/>
              </a:rPr>
              <a:t>HostPC</a:t>
            </a:r>
            <a:endParaRPr kumimoji="1" lang="vi-VN" altLang="en-US" sz="1050" b="1" dirty="0">
              <a:solidFill>
                <a:srgbClr val="FF0000"/>
              </a:solidFill>
              <a:latin typeface="Times New Roman" pitchFamily="18" charset="0"/>
              <a:ea typeface="Times New Roman" pitchFamily="18" charset="0"/>
              <a:cs typeface="Times New Roman" pitchFamily="18" charset="0"/>
            </a:endParaRPr>
          </a:p>
        </p:txBody>
      </p:sp>
      <p:sp>
        <p:nvSpPr>
          <p:cNvPr id="19" name="正方形/長方形 18">
            <a:extLst>
              <a:ext uri="{FF2B5EF4-FFF2-40B4-BE49-F238E27FC236}">
                <a16:creationId xmlns:a16="http://schemas.microsoft.com/office/drawing/2014/main" id="{BAA5B984-4C4E-7055-0F1C-A14B1A3B7C4D}"/>
              </a:ext>
            </a:extLst>
          </p:cNvPr>
          <p:cNvSpPr/>
          <p:nvPr/>
        </p:nvSpPr>
        <p:spPr>
          <a:xfrm>
            <a:off x="1971256" y="4354370"/>
            <a:ext cx="977116"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050" b="1" dirty="0">
                <a:solidFill>
                  <a:schemeClr val="tx1"/>
                </a:solidFill>
                <a:latin typeface="Times New Roman" pitchFamily="18" charset="0"/>
                <a:ea typeface="Times New Roman" pitchFamily="18" charset="0"/>
                <a:cs typeface="Times New Roman" pitchFamily="18" charset="0"/>
              </a:rPr>
              <a:t>Tablet</a:t>
            </a:r>
            <a:endParaRPr kumimoji="1" lang="vi-VN" altLang="en-US" sz="1050" b="1" dirty="0">
              <a:solidFill>
                <a:srgbClr val="FF0000"/>
              </a:solidFill>
              <a:latin typeface="Times New Roman" pitchFamily="18" charset="0"/>
              <a:ea typeface="Times New Roman" pitchFamily="18" charset="0"/>
              <a:cs typeface="Times New Roman" pitchFamily="18" charset="0"/>
            </a:endParaRPr>
          </a:p>
        </p:txBody>
      </p:sp>
      <p:sp>
        <p:nvSpPr>
          <p:cNvPr id="20" name="正方形/長方形 19">
            <a:extLst>
              <a:ext uri="{FF2B5EF4-FFF2-40B4-BE49-F238E27FC236}">
                <a16:creationId xmlns:a16="http://schemas.microsoft.com/office/drawing/2014/main" id="{BB87F0D5-84CD-9005-1799-E95A35257A4D}"/>
              </a:ext>
            </a:extLst>
          </p:cNvPr>
          <p:cNvSpPr/>
          <p:nvPr/>
        </p:nvSpPr>
        <p:spPr>
          <a:xfrm>
            <a:off x="353961" y="3734176"/>
            <a:ext cx="1285512"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b="1" dirty="0">
                <a:solidFill>
                  <a:schemeClr val="tx1"/>
                </a:solidFill>
                <a:latin typeface="Times New Roman" pitchFamily="18" charset="0"/>
                <a:ea typeface="Times New Roman" pitchFamily="18" charset="0"/>
                <a:cs typeface="Times New Roman" pitchFamily="18" charset="0"/>
              </a:rPr>
              <a:t>■Trình tự xử lý</a:t>
            </a:r>
            <a:endParaRPr kumimoji="1" lang="vi-VN" altLang="en-US" sz="1200" b="1" dirty="0">
              <a:solidFill>
                <a:srgbClr val="FF0000"/>
              </a:solidFill>
              <a:latin typeface="Times New Roman" pitchFamily="18" charset="0"/>
              <a:ea typeface="Times New Roman" pitchFamily="18" charset="0"/>
              <a:cs typeface="Times New Roman" pitchFamily="18" charset="0"/>
            </a:endParaRPr>
          </a:p>
        </p:txBody>
      </p:sp>
      <p:pic>
        <p:nvPicPr>
          <p:cNvPr id="21" name="Picture 4" descr="タブレット icon">
            <a:extLst>
              <a:ext uri="{FF2B5EF4-FFF2-40B4-BE49-F238E27FC236}">
                <a16:creationId xmlns:a16="http://schemas.microsoft.com/office/drawing/2014/main" id="{A8066D93-15DB-1B64-4573-7EB01269716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15243" y="4004187"/>
            <a:ext cx="321720" cy="321720"/>
          </a:xfrm>
          <a:prstGeom prst="rect">
            <a:avLst/>
          </a:prstGeom>
          <a:noFill/>
          <a:extLst>
            <a:ext uri="{909E8E84-426E-40DD-AFC4-6F175D3DCCD1}">
              <a14:hiddenFill xmlns:a14="http://schemas.microsoft.com/office/drawing/2010/main">
                <a:solidFill>
                  <a:srgbClr val="FFFFFF"/>
                </a:solidFill>
              </a14:hiddenFill>
            </a:ext>
          </a:extLst>
        </p:spPr>
      </p:pic>
      <p:sp>
        <p:nvSpPr>
          <p:cNvPr id="4" name="正方形/長方形 3">
            <a:extLst>
              <a:ext uri="{FF2B5EF4-FFF2-40B4-BE49-F238E27FC236}">
                <a16:creationId xmlns:a16="http://schemas.microsoft.com/office/drawing/2014/main" id="{A1EC98B5-0780-ED6E-6651-4B4A4BF8814C}"/>
              </a:ext>
            </a:extLst>
          </p:cNvPr>
          <p:cNvSpPr/>
          <p:nvPr/>
        </p:nvSpPr>
        <p:spPr>
          <a:xfrm>
            <a:off x="6337277" y="487212"/>
            <a:ext cx="2201288" cy="36461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b="1" dirty="0">
                <a:solidFill>
                  <a:schemeClr val="tx1"/>
                </a:solidFill>
                <a:latin typeface="Times New Roman" pitchFamily="18" charset="0"/>
                <a:ea typeface="Times New Roman" pitchFamily="18" charset="0"/>
                <a:cs typeface="Times New Roman" pitchFamily="18" charset="0"/>
              </a:rPr>
              <a:t>・Công đoạn / Quy trình（1人3台持ち）</a:t>
            </a:r>
            <a:r>
              <a:rPr kumimoji="1" lang="vi-VN" altLang="ja-JP" sz="1000" b="1" dirty="0">
                <a:solidFill>
                  <a:schemeClr val="tx1"/>
                </a:solidFill>
                <a:latin typeface="Times New Roman" pitchFamily="18" charset="0"/>
                <a:ea typeface="Times New Roman" pitchFamily="18" charset="0"/>
                <a:cs typeface="Times New Roman" pitchFamily="18" charset="0"/>
              </a:rPr>
              <a:t/>
            </a:r>
            <a:r>
              <a:rPr kumimoji="1" lang="vi-VN" altLang="en-US" sz="1000" b="1" dirty="0">
                <a:solidFill>
                  <a:schemeClr val="tx1"/>
                </a:solidFill>
                <a:latin typeface="Times New Roman" pitchFamily="18" charset="0"/>
                <a:ea typeface="Times New Roman" pitchFamily="18" charset="0"/>
                <a:cs typeface="Times New Roman" pitchFamily="18" charset="0"/>
              </a:rPr>
              <a:t/>
            </a:r>
            <a:r>
              <a:rPr kumimoji="1" lang="vi-VN" altLang="ja-JP" sz="1000" b="1" dirty="0">
                <a:solidFill>
                  <a:schemeClr val="tx1"/>
                </a:solidFill>
                <a:latin typeface="Times New Roman" pitchFamily="18" charset="0"/>
                <a:ea typeface="Times New Roman" pitchFamily="18" charset="0"/>
                <a:cs typeface="Times New Roman" pitchFamily="18" charset="0"/>
              </a:rPr>
              <a:t/>
            </a:r>
            <a:r>
              <a:rPr kumimoji="1" lang="vi-VN" altLang="en-US" sz="1000" b="1" dirty="0">
                <a:solidFill>
                  <a:schemeClr val="tx1"/>
                </a:solidFill>
                <a:latin typeface="Times New Roman" pitchFamily="18" charset="0"/>
                <a:ea typeface="Times New Roman" pitchFamily="18" charset="0"/>
                <a:cs typeface="Times New Roman" pitchFamily="18" charset="0"/>
              </a:rPr>
              <a:t/>
            </a:r>
            <a:endParaRPr kumimoji="1" lang="vi-VN" altLang="ja-JP" sz="1000" b="1" dirty="0">
              <a:solidFill>
                <a:schemeClr val="tx1"/>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000" b="1" dirty="0">
                <a:solidFill>
                  <a:schemeClr val="tx1"/>
                </a:solidFill>
                <a:latin typeface="Times New Roman" pitchFamily="18" charset="0"/>
                <a:ea typeface="Times New Roman" pitchFamily="18" charset="0"/>
                <a:cs typeface="Times New Roman" pitchFamily="18" charset="0"/>
              </a:rPr>
              <a:t>・製品シリアル＋Raspberry Pi No</a:t>
            </a:r>
            <a:r>
              <a:rPr kumimoji="1" lang="vi-VN" altLang="ja-JP" sz="1000" b="1" dirty="0">
                <a:solidFill>
                  <a:schemeClr val="tx1"/>
                </a:solidFill>
                <a:latin typeface="Times New Roman" pitchFamily="18" charset="0"/>
                <a:ea typeface="Times New Roman" pitchFamily="18" charset="0"/>
                <a:cs typeface="Times New Roman" pitchFamily="18" charset="0"/>
              </a:rPr>
              <a:t/>
            </a:r>
            <a:endParaRPr kumimoji="1" lang="vi-VN" altLang="ja-JP" sz="1000" dirty="0">
              <a:solidFill>
                <a:schemeClr val="tx1"/>
              </a:solidFill>
              <a:latin typeface="Times New Roman" pitchFamily="18" charset="0"/>
              <a:ea typeface="Times New Roman" pitchFamily="18" charset="0"/>
              <a:cs typeface="Times New Roman" pitchFamily="18" charset="0"/>
            </a:endParaRPr>
          </a:p>
        </p:txBody>
      </p:sp>
      <p:sp>
        <p:nvSpPr>
          <p:cNvPr id="11" name="スライド番号プレースホルダー 10">
            <a:extLst>
              <a:ext uri="{FF2B5EF4-FFF2-40B4-BE49-F238E27FC236}">
                <a16:creationId xmlns:a16="http://schemas.microsoft.com/office/drawing/2014/main" id="{C72C6B61-096E-1844-CA72-E4EFD4C00484}"/>
              </a:ext>
            </a:extLst>
          </p:cNvPr>
          <p:cNvSpPr>
            <a:spLocks noGrp="1"/>
          </p:cNvSpPr>
          <p:nvPr>
            <p:ph type="sldNum" sz="quarter" idx="12"/>
          </p:nvPr>
        </p:nvSpPr>
        <p:spPr/>
        <p:txBody>
          <a:bodyPr wrap="square" lIns="27432" rIns="27432" tIns="18288" bIns="18288">
            <a:normAutofit/>
          </a:bodyPr>
          <a:lstStyle/>
          <a:p>
            <a:pPr>
              <a:defRPr lang="vi-VN">
                <a:latin typeface="Times New Roman" pitchFamily="18" charset="0"/>
                <a:ea typeface="Times New Roman" pitchFamily="18" charset="0"/>
                <a:cs typeface="Times New Roman" pitchFamily="18" charset="0"/>
              </a:defRPr>
            </a:pPr>
            <a:fld id="{75BB8461-A4F8-4BBC-AB2D-5D80B8F30C85}" type="slidenum">
              <a:rPr kumimoji="1" lang="ja-JP" altLang="en-US" smtClean="0"/>
              <a:t>15</a:t>
            </a:fld>
            <a:endParaRPr kumimoji="1" lang="vi-VN" altLang="en-US">
              <a:latin typeface="Times New Roman" pitchFamily="18" charset="0"/>
              <a:ea typeface="Times New Roman" pitchFamily="18" charset="0"/>
              <a:cs typeface="Times New Roman" pitchFamily="18" charset="0"/>
            </a:endParaRPr>
          </a:p>
        </p:txBody>
      </p:sp>
      <p:cxnSp>
        <p:nvCxnSpPr>
          <p:cNvPr id="8" name="直線矢印コネクタ 7">
            <a:extLst>
              <a:ext uri="{FF2B5EF4-FFF2-40B4-BE49-F238E27FC236}">
                <a16:creationId xmlns:a16="http://schemas.microsoft.com/office/drawing/2014/main" id="{C2D78920-A4ED-9779-9037-984DC7993ED8}"/>
              </a:ext>
            </a:extLst>
          </p:cNvPr>
          <p:cNvCxnSpPr>
            <a:cxnSpLocks/>
          </p:cNvCxnSpPr>
          <p:nvPr/>
        </p:nvCxnSpPr>
        <p:spPr>
          <a:xfrm flipH="1">
            <a:off x="2910108" y="4022392"/>
            <a:ext cx="2887729" cy="0"/>
          </a:xfrm>
          <a:prstGeom prst="straightConnector1">
            <a:avLst/>
          </a:prstGeom>
          <a:ln>
            <a:prstDash val="solid"/>
            <a:tailEnd type="triangle"/>
          </a:ln>
        </p:spPr>
        <p:style>
          <a:lnRef idx="1">
            <a:schemeClr val="dk1"/>
          </a:lnRef>
          <a:fillRef idx="0">
            <a:schemeClr val="dk1"/>
          </a:fillRef>
          <a:effectRef idx="0">
            <a:schemeClr val="dk1"/>
          </a:effectRef>
          <a:fontRef idx="minor">
            <a:schemeClr val="tx1"/>
          </a:fontRef>
        </p:style>
      </p:cxnSp>
      <p:cxnSp>
        <p:nvCxnSpPr>
          <p:cNvPr id="12" name="直線矢印コネクタ 11">
            <a:extLst>
              <a:ext uri="{FF2B5EF4-FFF2-40B4-BE49-F238E27FC236}">
                <a16:creationId xmlns:a16="http://schemas.microsoft.com/office/drawing/2014/main" id="{46758D4B-28EA-2E1E-0CD2-272DDF23B549}"/>
              </a:ext>
            </a:extLst>
          </p:cNvPr>
          <p:cNvCxnSpPr>
            <a:cxnSpLocks/>
          </p:cNvCxnSpPr>
          <p:nvPr/>
        </p:nvCxnSpPr>
        <p:spPr>
          <a:xfrm>
            <a:off x="2948372" y="4168980"/>
            <a:ext cx="2887729"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2229190" y="735632"/>
            <a:ext cx="3278006" cy="378361"/>
          </a:xfrm>
          <a:prstGeom prst="rect">
            <a:avLst/>
          </a:prstGeom>
          <a:noFill/>
        </p:spPr>
        <p:txBody>
          <a:bodyPr wrap="square" lIns="0" rIns="0" tIns="0" bIns="0">
            <a:spAutoFit/>
          </a:bodyPr>
          <a:lstStyle/>
          <a:p>
            <a:pPr algn="l">
              <a:defRPr sz="2145"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Sau khi hoàn tất quá trình chỉnh sửa, máy để lại bản gốc, rút ​​con trỏ và rút bản nháp để tham khảo.</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3299334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8D91E291-903D-F917-7078-3A27FEDAAD43}"/>
              </a:ext>
            </a:extLst>
          </p:cNvPr>
          <p:cNvSpPr>
            <a:spLocks noGrp="1"/>
          </p:cNvSpPr>
          <p:nvPr>
            <p:ph type="sldNum" sz="quarter" idx="12"/>
          </p:nvPr>
        </p:nvSpPr>
        <p:spPr/>
        <p:txBody>
          <a:bodyPr wrap="square" lIns="27432" rIns="27432" tIns="18288" bIns="18288">
            <a:normAutofit/>
          </a:bodyPr>
          <a:lstStyle/>
          <a:p>
            <a:pPr>
              <a:defRPr lang="vi-VN">
                <a:latin typeface="Times New Roman" pitchFamily="18" charset="0"/>
                <a:ea typeface="Times New Roman" pitchFamily="18" charset="0"/>
                <a:cs typeface="Times New Roman" pitchFamily="18" charset="0"/>
              </a:defRPr>
            </a:pPr>
            <a:fld id="{75BB8461-A4F8-4BBC-AB2D-5D80B8F30C85}" type="slidenum">
              <a:rPr kumimoji="1" lang="ja-JP" altLang="en-US" smtClean="0"/>
              <a:t>16</a:t>
            </a:fld>
            <a:endParaRPr kumimoji="1" lang="vi-VN" altLang="en-US">
              <a:latin typeface="Times New Roman" pitchFamily="18" charset="0"/>
              <a:ea typeface="Times New Roman" pitchFamily="18" charset="0"/>
              <a:cs typeface="Times New Roman" pitchFamily="18" charset="0"/>
            </a:endParaRPr>
          </a:p>
        </p:txBody>
      </p:sp>
      <p:pic>
        <p:nvPicPr>
          <p:cNvPr id="11" name="図 10">
            <a:extLst>
              <a:ext uri="{FF2B5EF4-FFF2-40B4-BE49-F238E27FC236}">
                <a16:creationId xmlns:a16="http://schemas.microsoft.com/office/drawing/2014/main" id="{9F4794F9-DF84-E031-2B5B-E40608F5A6FE}"/>
              </a:ext>
            </a:extLst>
          </p:cNvPr>
          <p:cNvPicPr>
            <a:picLocks noChangeAspect="1"/>
          </p:cNvPicPr>
          <p:nvPr/>
        </p:nvPicPr>
        <p:blipFill>
          <a:blip r:embed="rId2"/>
          <a:stretch>
            <a:fillRect/>
          </a:stretch>
        </p:blipFill>
        <p:spPr>
          <a:xfrm>
            <a:off x="682677" y="752939"/>
            <a:ext cx="7778646" cy="2792564"/>
          </a:xfrm>
          <a:prstGeom prst="rect">
            <a:avLst/>
          </a:prstGeom>
        </p:spPr>
      </p:pic>
      <p:sp>
        <p:nvSpPr>
          <p:cNvPr id="3" name="タイトル 1">
            <a:extLst>
              <a:ext uri="{FF2B5EF4-FFF2-40B4-BE49-F238E27FC236}">
                <a16:creationId xmlns:a16="http://schemas.microsoft.com/office/drawing/2014/main" id="{08C11BC4-15AD-FD70-B076-CF9805B08024}"/>
              </a:ext>
            </a:extLst>
          </p:cNvPr>
          <p:cNvSpPr txBox="1">
            <a:spLocks/>
          </p:cNvSpPr>
          <p:nvPr/>
        </p:nvSpPr>
        <p:spPr>
          <a:xfrm>
            <a:off x="1440872" y="211931"/>
            <a:ext cx="6265069" cy="238125"/>
          </a:xfrm>
          <a:prstGeom prst="rect">
            <a:avLst/>
          </a:prstGeom>
        </p:spPr>
        <p:txBody>
          <a:bodyPr vert="horz" wrap="square" lIns="27432" tIns="18288" rIns="27432" bIns="18288" rtlCol="0" anchor="ctr" anchorCtr="0">
            <a:norm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pPr>
              <a:defRPr lang="vi-VN">
                <a:latin typeface="Times New Roman" pitchFamily="18" charset="0"/>
                <a:ea typeface="Times New Roman" pitchFamily="18" charset="0"/>
                <a:cs typeface="Times New Roman" pitchFamily="18" charset="0"/>
              </a:defRPr>
            </a:pPr>
            <a:r>
              <a:rPr lang="vi-VN" altLang="en-US" sz="1580" dirty="0">
                <a:latin typeface="Times New Roman" pitchFamily="18" charset="0"/>
                <a:ea typeface="Times New Roman" pitchFamily="18" charset="0"/>
                <a:cs typeface="Times New Roman" pitchFamily="18" charset="0"/>
              </a:rPr>
              <a:t>Giới thiệu về hệ thống -DashBoard-</a:t>
            </a:r>
            <a:r>
              <a:rPr lang="vi-VN" altLang="ja-JP" sz="1580" dirty="0">
                <a:latin typeface="Times New Roman" pitchFamily="18" charset="0"/>
                <a:ea typeface="Times New Roman" pitchFamily="18" charset="0"/>
                <a:cs typeface="Times New Roman" pitchFamily="18" charset="0"/>
              </a:rPr>
              <a:t/>
            </a:r>
            <a:r>
              <a:rPr lang="vi-VN" altLang="ja-JP" sz="1580" dirty="0" err="1">
                <a:latin typeface="Times New Roman" pitchFamily="18" charset="0"/>
                <a:ea typeface="Times New Roman" pitchFamily="18" charset="0"/>
                <a:cs typeface="Times New Roman" pitchFamily="18" charset="0"/>
              </a:rPr>
              <a:t/>
            </a:r>
            <a:r>
              <a:rPr lang="vi-VN" altLang="ja-JP" sz="1580" dirty="0">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p:txBody>
      </p:sp>
      <p:sp>
        <p:nvSpPr>
          <p:cNvPr id="4" name="正方形/長方形 3">
            <a:extLst>
              <a:ext uri="{FF2B5EF4-FFF2-40B4-BE49-F238E27FC236}">
                <a16:creationId xmlns:a16="http://schemas.microsoft.com/office/drawing/2014/main" id="{FE513622-CF49-DC53-38B1-621BC2B211C6}"/>
              </a:ext>
            </a:extLst>
          </p:cNvPr>
          <p:cNvSpPr/>
          <p:nvPr/>
        </p:nvSpPr>
        <p:spPr>
          <a:xfrm>
            <a:off x="2822790" y="854176"/>
            <a:ext cx="979888" cy="238126"/>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b="1" dirty="0">
                <a:solidFill>
                  <a:schemeClr val="tx1"/>
                </a:solidFill>
                <a:latin typeface="Times New Roman" pitchFamily="18" charset="0"/>
                <a:ea typeface="Times New Roman" pitchFamily="18" charset="0"/>
                <a:cs typeface="Times New Roman" pitchFamily="18" charset="0"/>
              </a:rPr>
              <a:t>Mục/điểm đến</a:t>
            </a:r>
            <a:endParaRPr kumimoji="1" lang="vi-VN" altLang="ja-JP" sz="1000" b="1" dirty="0">
              <a:solidFill>
                <a:schemeClr val="tx1"/>
              </a:solidFill>
              <a:latin typeface="Times New Roman" pitchFamily="18" charset="0"/>
              <a:ea typeface="Times New Roman" pitchFamily="18" charset="0"/>
              <a:cs typeface="Times New Roman" pitchFamily="18" charset="0"/>
            </a:endParaRPr>
          </a:p>
        </p:txBody>
      </p:sp>
      <p:sp>
        <p:nvSpPr>
          <p:cNvPr id="10" name="正方形/長方形 9">
            <a:extLst>
              <a:ext uri="{FF2B5EF4-FFF2-40B4-BE49-F238E27FC236}">
                <a16:creationId xmlns:a16="http://schemas.microsoft.com/office/drawing/2014/main" id="{087CB3C5-B908-CC36-AD27-43037521DA8D}"/>
              </a:ext>
            </a:extLst>
          </p:cNvPr>
          <p:cNvSpPr/>
          <p:nvPr/>
        </p:nvSpPr>
        <p:spPr>
          <a:xfrm>
            <a:off x="5170184" y="875976"/>
            <a:ext cx="696419" cy="238126"/>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b="1" dirty="0">
                <a:solidFill>
                  <a:schemeClr val="tx1"/>
                </a:solidFill>
                <a:latin typeface="Times New Roman" pitchFamily="18" charset="0"/>
                <a:ea typeface="Times New Roman" pitchFamily="18" charset="0"/>
                <a:cs typeface="Times New Roman" pitchFamily="18" charset="0"/>
              </a:rPr>
              <a:t>Tên quy trình</a:t>
            </a:r>
            <a:endParaRPr kumimoji="1" lang="vi-VN" altLang="ja-JP" sz="1000" b="1" dirty="0">
              <a:solidFill>
                <a:schemeClr val="tx1"/>
              </a:solidFill>
              <a:latin typeface="Times New Roman" pitchFamily="18" charset="0"/>
              <a:ea typeface="Times New Roman" pitchFamily="18" charset="0"/>
              <a:cs typeface="Times New Roman" pitchFamily="18" charset="0"/>
            </a:endParaRPr>
          </a:p>
        </p:txBody>
      </p:sp>
      <p:sp>
        <p:nvSpPr>
          <p:cNvPr id="12" name="正方形/長方形 11">
            <a:extLst>
              <a:ext uri="{FF2B5EF4-FFF2-40B4-BE49-F238E27FC236}">
                <a16:creationId xmlns:a16="http://schemas.microsoft.com/office/drawing/2014/main" id="{DD02B832-FACB-E3D8-2203-B22B4E82C85D}"/>
              </a:ext>
            </a:extLst>
          </p:cNvPr>
          <p:cNvSpPr/>
          <p:nvPr/>
        </p:nvSpPr>
        <p:spPr>
          <a:xfrm>
            <a:off x="4223790" y="875976"/>
            <a:ext cx="696419" cy="238126"/>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b="1" dirty="0">
                <a:solidFill>
                  <a:schemeClr val="tx1"/>
                </a:solidFill>
                <a:latin typeface="Times New Roman" pitchFamily="18" charset="0"/>
                <a:ea typeface="Times New Roman" pitchFamily="18" charset="0"/>
                <a:cs typeface="Times New Roman" pitchFamily="18" charset="0"/>
              </a:rPr>
              <a:t>số quy trình</a:t>
            </a:r>
            <a:endParaRPr kumimoji="1" lang="vi-VN" altLang="ja-JP" sz="1000" b="1" dirty="0">
              <a:solidFill>
                <a:schemeClr val="tx1"/>
              </a:solidFill>
              <a:latin typeface="Times New Roman" pitchFamily="18" charset="0"/>
              <a:ea typeface="Times New Roman" pitchFamily="18" charset="0"/>
              <a:cs typeface="Times New Roman" pitchFamily="18" charset="0"/>
            </a:endParaRPr>
          </a:p>
        </p:txBody>
      </p:sp>
      <p:pic>
        <p:nvPicPr>
          <p:cNvPr id="14" name="Picture 10" descr="コンピューター icon">
            <a:extLst>
              <a:ext uri="{FF2B5EF4-FFF2-40B4-BE49-F238E27FC236}">
                <a16:creationId xmlns:a16="http://schemas.microsoft.com/office/drawing/2014/main" id="{2EA2BAEE-3266-412E-2AE1-0C218BE31C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6765" y="3878833"/>
            <a:ext cx="527597" cy="527597"/>
          </a:xfrm>
          <a:prstGeom prst="rect">
            <a:avLst/>
          </a:prstGeom>
          <a:noFill/>
          <a:extLst>
            <a:ext uri="{909E8E84-426E-40DD-AFC4-6F175D3DCCD1}">
              <a14:hiddenFill xmlns:a14="http://schemas.microsoft.com/office/drawing/2010/main">
                <a:solidFill>
                  <a:srgbClr val="FFFFFF"/>
                </a:solidFill>
              </a14:hiddenFill>
            </a:ext>
          </a:extLst>
        </p:spPr>
      </p:pic>
      <p:pic>
        <p:nvPicPr>
          <p:cNvPr id="15" name="図 14">
            <a:extLst>
              <a:ext uri="{FF2B5EF4-FFF2-40B4-BE49-F238E27FC236}">
                <a16:creationId xmlns:a16="http://schemas.microsoft.com/office/drawing/2014/main" id="{A47CFAB2-064D-3940-A03F-974AE30A108A}"/>
              </a:ext>
            </a:extLst>
          </p:cNvPr>
          <p:cNvPicPr>
            <a:picLocks noChangeAspect="1"/>
          </p:cNvPicPr>
          <p:nvPr/>
        </p:nvPicPr>
        <p:blipFill>
          <a:blip r:embed="rId4"/>
          <a:stretch>
            <a:fillRect/>
          </a:stretch>
        </p:blipFill>
        <p:spPr>
          <a:xfrm>
            <a:off x="2228175" y="3894704"/>
            <a:ext cx="495857" cy="495857"/>
          </a:xfrm>
          <a:prstGeom prst="rect">
            <a:avLst/>
          </a:prstGeom>
        </p:spPr>
      </p:pic>
      <p:cxnSp>
        <p:nvCxnSpPr>
          <p:cNvPr id="17" name="直線矢印コネクタ 16">
            <a:extLst>
              <a:ext uri="{FF2B5EF4-FFF2-40B4-BE49-F238E27FC236}">
                <a16:creationId xmlns:a16="http://schemas.microsoft.com/office/drawing/2014/main" id="{FAC0184F-20B2-50EE-9D6E-6D940A8B36FB}"/>
              </a:ext>
            </a:extLst>
          </p:cNvPr>
          <p:cNvCxnSpPr>
            <a:cxnSpLocks/>
          </p:cNvCxnSpPr>
          <p:nvPr/>
        </p:nvCxnSpPr>
        <p:spPr>
          <a:xfrm>
            <a:off x="2915761" y="4004187"/>
            <a:ext cx="2887729" cy="0"/>
          </a:xfrm>
          <a:prstGeom prst="straightConnector1">
            <a:avLst/>
          </a:prstGeom>
          <a:ln>
            <a:prstDash val="solid"/>
            <a:tailEnd type="triangle"/>
          </a:ln>
        </p:spPr>
        <p:style>
          <a:lnRef idx="1">
            <a:schemeClr val="dk1"/>
          </a:lnRef>
          <a:fillRef idx="0">
            <a:schemeClr val="dk1"/>
          </a:fillRef>
          <a:effectRef idx="0">
            <a:schemeClr val="dk1"/>
          </a:effectRef>
          <a:fontRef idx="minor">
            <a:schemeClr val="tx1"/>
          </a:fontRef>
        </p:style>
      </p:cxnSp>
      <p:cxnSp>
        <p:nvCxnSpPr>
          <p:cNvPr id="18" name="直線矢印コネクタ 17">
            <a:extLst>
              <a:ext uri="{FF2B5EF4-FFF2-40B4-BE49-F238E27FC236}">
                <a16:creationId xmlns:a16="http://schemas.microsoft.com/office/drawing/2014/main" id="{14D80613-D31C-4AA4-F6EF-A7CD3A2B8C61}"/>
              </a:ext>
            </a:extLst>
          </p:cNvPr>
          <p:cNvCxnSpPr>
            <a:cxnSpLocks/>
          </p:cNvCxnSpPr>
          <p:nvPr/>
        </p:nvCxnSpPr>
        <p:spPr>
          <a:xfrm flipH="1">
            <a:off x="2915761" y="4289323"/>
            <a:ext cx="2887729"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21" name="正方形/長方形 20">
            <a:extLst>
              <a:ext uri="{FF2B5EF4-FFF2-40B4-BE49-F238E27FC236}">
                <a16:creationId xmlns:a16="http://schemas.microsoft.com/office/drawing/2014/main" id="{687299B8-7BC4-6907-2108-8444C7CF9A53}"/>
              </a:ext>
            </a:extLst>
          </p:cNvPr>
          <p:cNvSpPr/>
          <p:nvPr/>
        </p:nvSpPr>
        <p:spPr>
          <a:xfrm>
            <a:off x="3312734" y="3679287"/>
            <a:ext cx="2037471" cy="23812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b="1" dirty="0">
                <a:solidFill>
                  <a:schemeClr val="tx1"/>
                </a:solidFill>
                <a:latin typeface="Times New Roman" pitchFamily="18" charset="0"/>
                <a:ea typeface="Times New Roman" pitchFamily="18" charset="0"/>
                <a:cs typeface="Times New Roman" pitchFamily="18" charset="0"/>
              </a:rPr>
              <a:t>①Xử lý yêu cầu thông tin　</a:t>
            </a:r>
            <a:endParaRPr kumimoji="1" lang="vi-VN" altLang="ja-JP" sz="1000" b="1" dirty="0">
              <a:solidFill>
                <a:schemeClr val="tx1"/>
              </a:solidFill>
              <a:latin typeface="Times New Roman" pitchFamily="18" charset="0"/>
              <a:ea typeface="Times New Roman" pitchFamily="18" charset="0"/>
              <a:cs typeface="Times New Roman" pitchFamily="18" charset="0"/>
            </a:endParaRPr>
          </a:p>
        </p:txBody>
      </p:sp>
      <p:sp>
        <p:nvSpPr>
          <p:cNvPr id="22" name="正方形/長方形 21">
            <a:extLst>
              <a:ext uri="{FF2B5EF4-FFF2-40B4-BE49-F238E27FC236}">
                <a16:creationId xmlns:a16="http://schemas.microsoft.com/office/drawing/2014/main" id="{E9317ED5-EFB9-1BC9-65A0-513DAE8C9E4E}"/>
              </a:ext>
            </a:extLst>
          </p:cNvPr>
          <p:cNvSpPr/>
          <p:nvPr/>
        </p:nvSpPr>
        <p:spPr>
          <a:xfrm>
            <a:off x="3330591" y="4343809"/>
            <a:ext cx="2019614" cy="23812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1000" b="1" dirty="0">
                <a:solidFill>
                  <a:schemeClr val="tx1"/>
                </a:solidFill>
                <a:latin typeface="Times New Roman" pitchFamily="18" charset="0"/>
                <a:ea typeface="Times New Roman" pitchFamily="18" charset="0"/>
                <a:cs typeface="Times New Roman" pitchFamily="18" charset="0"/>
              </a:rPr>
              <a:t>②Xử lý việc truyền tải thông tin</a:t>
            </a:r>
            <a:endParaRPr kumimoji="1" lang="vi-VN" altLang="ja-JP" sz="1000" b="1" dirty="0">
              <a:solidFill>
                <a:schemeClr val="tx1"/>
              </a:solidFill>
              <a:latin typeface="Times New Roman" pitchFamily="18" charset="0"/>
              <a:ea typeface="Times New Roman" pitchFamily="18" charset="0"/>
              <a:cs typeface="Times New Roman" pitchFamily="18" charset="0"/>
            </a:endParaRPr>
          </a:p>
        </p:txBody>
      </p:sp>
      <p:sp>
        <p:nvSpPr>
          <p:cNvPr id="23" name="正方形/長方形 22">
            <a:extLst>
              <a:ext uri="{FF2B5EF4-FFF2-40B4-BE49-F238E27FC236}">
                <a16:creationId xmlns:a16="http://schemas.microsoft.com/office/drawing/2014/main" id="{AA9C72D2-9730-4852-BFD4-EBAD5C947F91}"/>
              </a:ext>
            </a:extLst>
          </p:cNvPr>
          <p:cNvSpPr/>
          <p:nvPr/>
        </p:nvSpPr>
        <p:spPr>
          <a:xfrm>
            <a:off x="6626493" y="3824783"/>
            <a:ext cx="997253" cy="539118"/>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000" b="1" dirty="0">
                <a:solidFill>
                  <a:schemeClr val="tx1"/>
                </a:solidFill>
                <a:latin typeface="Times New Roman" pitchFamily="18" charset="0"/>
                <a:ea typeface="Times New Roman" pitchFamily="18" charset="0"/>
                <a:cs typeface="Times New Roman" pitchFamily="18" charset="0"/>
              </a:rPr>
              <a:t>Tại DB</a:t>
            </a:r>
            <a:r>
              <a:rPr kumimoji="1" lang="vi-VN" altLang="en-US" sz="1000" b="1" dirty="0">
                <a:solidFill>
                  <a:schemeClr val="tx1"/>
                </a:solidFill>
                <a:latin typeface="Times New Roman" pitchFamily="18" charset="0"/>
                <a:ea typeface="Times New Roman" pitchFamily="18" charset="0"/>
                <a:cs typeface="Times New Roman" pitchFamily="18" charset="0"/>
              </a:rPr>
              <a:t/>
            </a:r>
            <a:endParaRPr kumimoji="1" lang="vi-VN" altLang="ja-JP" sz="1000" b="1" dirty="0">
              <a:solidFill>
                <a:schemeClr val="tx1"/>
              </a:solidFill>
              <a:latin typeface="Times New Roman" pitchFamily="18" charset="0"/>
              <a:ea typeface="Times New Roman" pitchFamily="18" charset="0"/>
              <a:cs typeface="Times New Roman" pitchFamily="18" charset="0"/>
            </a:endParaRPr>
          </a:p>
          <a:p>
            <a:pPr algn="ctr">
              <a:defRPr lang="vi-VN">
                <a:latin typeface="Times New Roman" pitchFamily="18" charset="0"/>
                <a:ea typeface="Times New Roman" pitchFamily="18" charset="0"/>
                <a:cs typeface="Times New Roman" pitchFamily="18" charset="0"/>
              </a:defRPr>
            </a:pPr>
            <a:r>
              <a:rPr kumimoji="1" lang="vi-VN" altLang="en-US" sz="1000" b="1" dirty="0">
                <a:solidFill>
                  <a:schemeClr val="tx1"/>
                </a:solidFill>
                <a:latin typeface="Times New Roman" pitchFamily="18" charset="0"/>
                <a:ea typeface="Times New Roman" pitchFamily="18" charset="0"/>
                <a:cs typeface="Times New Roman" pitchFamily="18" charset="0"/>
              </a:rPr>
              <a:t>Quản lý trạng thái quy trình</a:t>
            </a:r>
            <a:endParaRPr kumimoji="1" lang="vi-VN" altLang="ja-JP" sz="1000" b="1" dirty="0">
              <a:solidFill>
                <a:schemeClr val="tx1"/>
              </a:solidFill>
              <a:latin typeface="Times New Roman" pitchFamily="18" charset="0"/>
              <a:ea typeface="Times New Roman" pitchFamily="18" charset="0"/>
              <a:cs typeface="Times New Roman" pitchFamily="18" charset="0"/>
            </a:endParaRPr>
          </a:p>
        </p:txBody>
      </p:sp>
      <p:pic>
        <p:nvPicPr>
          <p:cNvPr id="24" name="Picture 2" descr="https://image.flaticon.com/icons/png/512/136/136525.png">
            <a:extLst>
              <a:ext uri="{FF2B5EF4-FFF2-40B4-BE49-F238E27FC236}">
                <a16:creationId xmlns:a16="http://schemas.microsoft.com/office/drawing/2014/main" id="{7CAB88BD-BC72-45BD-3F26-F20F7CA66E9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11057" y="4241540"/>
            <a:ext cx="410214" cy="423833"/>
          </a:xfrm>
          <a:prstGeom prst="rect">
            <a:avLst/>
          </a:prstGeom>
          <a:noFill/>
          <a:extLst>
            <a:ext uri="{909E8E84-426E-40DD-AFC4-6F175D3DCCD1}">
              <a14:hiddenFill xmlns:a14="http://schemas.microsoft.com/office/drawing/2010/main">
                <a:solidFill>
                  <a:srgbClr val="FFFFFF"/>
                </a:solidFill>
              </a14:hiddenFill>
            </a:ext>
          </a:extLst>
        </p:spPr>
      </p:pic>
      <p:sp>
        <p:nvSpPr>
          <p:cNvPr id="25" name="正方形/長方形 24">
            <a:extLst>
              <a:ext uri="{FF2B5EF4-FFF2-40B4-BE49-F238E27FC236}">
                <a16:creationId xmlns:a16="http://schemas.microsoft.com/office/drawing/2014/main" id="{05B0B8F6-F2FA-8F8C-E290-67C00F8E225D}"/>
              </a:ext>
            </a:extLst>
          </p:cNvPr>
          <p:cNvSpPr/>
          <p:nvPr/>
        </p:nvSpPr>
        <p:spPr>
          <a:xfrm>
            <a:off x="5846504" y="4363908"/>
            <a:ext cx="748117"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050" b="1" dirty="0" err="1">
                <a:solidFill>
                  <a:schemeClr val="tx1"/>
                </a:solidFill>
                <a:latin typeface="Times New Roman" pitchFamily="18" charset="0"/>
                <a:ea typeface="Times New Roman" pitchFamily="18" charset="0"/>
                <a:cs typeface="Times New Roman" pitchFamily="18" charset="0"/>
              </a:rPr>
              <a:t>HostPC</a:t>
            </a:r>
            <a:endParaRPr kumimoji="1" lang="vi-VN" altLang="en-US" sz="1050" b="1" dirty="0">
              <a:solidFill>
                <a:srgbClr val="FF0000"/>
              </a:solidFill>
              <a:latin typeface="Times New Roman" pitchFamily="18" charset="0"/>
              <a:ea typeface="Times New Roman" pitchFamily="18" charset="0"/>
              <a:cs typeface="Times New Roman" pitchFamily="18" charset="0"/>
            </a:endParaRPr>
          </a:p>
        </p:txBody>
      </p:sp>
      <p:sp>
        <p:nvSpPr>
          <p:cNvPr id="26" name="正方形/長方形 25">
            <a:extLst>
              <a:ext uri="{FF2B5EF4-FFF2-40B4-BE49-F238E27FC236}">
                <a16:creationId xmlns:a16="http://schemas.microsoft.com/office/drawing/2014/main" id="{12EECDFE-8260-83B4-B010-AD34A821F683}"/>
              </a:ext>
            </a:extLst>
          </p:cNvPr>
          <p:cNvSpPr/>
          <p:nvPr/>
        </p:nvSpPr>
        <p:spPr>
          <a:xfrm>
            <a:off x="1971256" y="4354370"/>
            <a:ext cx="977116"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ja-JP" sz="1050" b="1" dirty="0" err="1">
                <a:solidFill>
                  <a:schemeClr val="tx1"/>
                </a:solidFill>
                <a:latin typeface="Times New Roman" pitchFamily="18" charset="0"/>
                <a:ea typeface="Times New Roman" pitchFamily="18" charset="0"/>
                <a:cs typeface="Times New Roman" pitchFamily="18" charset="0"/>
              </a:rPr>
              <a:t>DashBoard</a:t>
            </a:r>
            <a:endParaRPr kumimoji="1" lang="vi-VN" altLang="en-US" sz="1050" b="1" dirty="0">
              <a:solidFill>
                <a:srgbClr val="FF0000"/>
              </a:solidFill>
              <a:latin typeface="Times New Roman" pitchFamily="18" charset="0"/>
              <a:ea typeface="Times New Roman" pitchFamily="18" charset="0"/>
              <a:cs typeface="Times New Roman" pitchFamily="18" charset="0"/>
            </a:endParaRPr>
          </a:p>
        </p:txBody>
      </p:sp>
      <p:sp>
        <p:nvSpPr>
          <p:cNvPr id="27" name="正方形/長方形 26">
            <a:extLst>
              <a:ext uri="{FF2B5EF4-FFF2-40B4-BE49-F238E27FC236}">
                <a16:creationId xmlns:a16="http://schemas.microsoft.com/office/drawing/2014/main" id="{C38915A6-3CB7-07E7-FA61-232DC8BE7935}"/>
              </a:ext>
            </a:extLst>
          </p:cNvPr>
          <p:cNvSpPr/>
          <p:nvPr/>
        </p:nvSpPr>
        <p:spPr>
          <a:xfrm>
            <a:off x="353961" y="3734176"/>
            <a:ext cx="1285512"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wrap="square"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kumimoji="1" lang="vi-VN" altLang="en-US" sz="960" b="1" dirty="0">
                <a:solidFill>
                  <a:schemeClr val="tx1"/>
                </a:solidFill>
                <a:latin typeface="Times New Roman" pitchFamily="18" charset="0"/>
                <a:ea typeface="Times New Roman" pitchFamily="18" charset="0"/>
                <a:cs typeface="Times New Roman" pitchFamily="18" charset="0"/>
              </a:rPr>
              <a:t>■Trình tự xử lý</a:t>
            </a:r>
            <a:endParaRPr kumimoji="1" lang="vi-VN" altLang="en-US" sz="1200" b="1" dirty="0">
              <a:solidFill>
                <a:srgbClr val="FF0000"/>
              </a:solidFill>
              <a:latin typeface="Times New Roman" pitchFamily="18" charset="0"/>
              <a:ea typeface="Times New Roman" pitchFamily="18" charset="0"/>
              <a:cs typeface="Times New Roman" pitchFamily="18" charset="0"/>
            </a:endParaRPr>
          </a:p>
        </p:txBody>
      </p:sp>
      <p:sp>
        <p:nvSpPr>
          <p:cNvPr id="28" name="TextBox 27"/>
          <p:cNvSpPr txBox="1"/>
          <p:nvPr/>
        </p:nvSpPr>
        <p:spPr>
          <a:xfrm>
            <a:off x="777689" y="1079996"/>
            <a:ext cx="325315" cy="256254"/>
          </a:xfrm>
          <a:prstGeom prst="rect">
            <a:avLst/>
          </a:prstGeom>
          <a:noFill/>
        </p:spPr>
        <p:txBody>
          <a:bodyPr wrap="square" lIns="0" rIns="0" tIns="0" bIns="0">
            <a:spAutoFit/>
          </a:bodyPr>
          <a:lstStyle/>
          <a:p>
            <a:pPr algn="l">
              <a:defRPr sz="1452"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LÀM</a:t>
            </a:r>
            <a:endParaRPr lang="vi-VN">
              <a:latin typeface="Times New Roman" pitchFamily="18" charset="0"/>
              <a:ea typeface="Times New Roman" pitchFamily="18" charset="0"/>
              <a:cs typeface="Times New Roman" pitchFamily="18" charset="0"/>
            </a:endParaRPr>
          </a:p>
        </p:txBody>
      </p:sp>
      <p:sp>
        <p:nvSpPr>
          <p:cNvPr id="29" name="TextBox 28"/>
          <p:cNvSpPr txBox="1"/>
          <p:nvPr/>
        </p:nvSpPr>
        <p:spPr>
          <a:xfrm>
            <a:off x="2087212" y="2413382"/>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miệng</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784988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D34079B-6F5F-6B52-3F0E-47ECD9C86B28}"/>
              </a:ext>
            </a:extLst>
          </p:cNvPr>
          <p:cNvSpPr>
            <a:spLocks noGrp="1"/>
          </p:cNvSpPr>
          <p:nvPr>
            <p:ph type="sldNum" sz="quarter" idx="12"/>
          </p:nvPr>
        </p:nvSpPr>
        <p:spPr/>
        <p:txBody>
          <a:bodyPr wrap="square" lIns="27432" rIns="27432" tIns="18288" bIns="18288">
            <a:normAutofit/>
          </a:bodyPr>
          <a:lstStyle/>
          <a:p>
            <a:pPr>
              <a:defRPr lang="vi-VN">
                <a:latin typeface="Times New Roman" pitchFamily="18" charset="0"/>
                <a:ea typeface="Times New Roman" pitchFamily="18" charset="0"/>
                <a:cs typeface="Times New Roman" pitchFamily="18" charset="0"/>
              </a:defRPr>
            </a:pPr>
            <a:fld id="{75BB8461-A4F8-4BBC-AB2D-5D80B8F30C85}" type="slidenum">
              <a:rPr kumimoji="1" lang="ja-JP" altLang="en-US" smtClean="0"/>
              <a:t>17</a:t>
            </a:fld>
            <a:endParaRPr kumimoji="1" lang="vi-VN" altLang="en-US">
              <a:latin typeface="Times New Roman" pitchFamily="18" charset="0"/>
              <a:ea typeface="Times New Roman" pitchFamily="18" charset="0"/>
              <a:cs typeface="Times New Roman" pitchFamily="18" charset="0"/>
            </a:endParaRPr>
          </a:p>
        </p:txBody>
      </p:sp>
      <p:pic>
        <p:nvPicPr>
          <p:cNvPr id="6" name="図 5">
            <a:extLst>
              <a:ext uri="{FF2B5EF4-FFF2-40B4-BE49-F238E27FC236}">
                <a16:creationId xmlns:a16="http://schemas.microsoft.com/office/drawing/2014/main" id="{08EA122C-9B92-AF75-37A0-91D22918B632}"/>
              </a:ext>
            </a:extLst>
          </p:cNvPr>
          <p:cNvPicPr>
            <a:picLocks noChangeAspect="1"/>
          </p:cNvPicPr>
          <p:nvPr/>
        </p:nvPicPr>
        <p:blipFill>
          <a:blip r:embed="rId2"/>
          <a:srcRect t="6211"/>
          <a:stretch/>
        </p:blipFill>
        <p:spPr>
          <a:xfrm>
            <a:off x="4218615" y="763573"/>
            <a:ext cx="4170032" cy="1387335"/>
          </a:xfrm>
          <a:prstGeom prst="rect">
            <a:avLst/>
          </a:prstGeom>
        </p:spPr>
      </p:pic>
      <p:sp>
        <p:nvSpPr>
          <p:cNvPr id="7" name="タイトル 1">
            <a:extLst>
              <a:ext uri="{FF2B5EF4-FFF2-40B4-BE49-F238E27FC236}">
                <a16:creationId xmlns:a16="http://schemas.microsoft.com/office/drawing/2014/main" id="{6345EC52-CF07-D9C4-5559-AAF2E924A87A}"/>
              </a:ext>
            </a:extLst>
          </p:cNvPr>
          <p:cNvSpPr txBox="1">
            <a:spLocks/>
          </p:cNvSpPr>
          <p:nvPr/>
        </p:nvSpPr>
        <p:spPr>
          <a:xfrm>
            <a:off x="1440872" y="211931"/>
            <a:ext cx="6265069" cy="238125"/>
          </a:xfrm>
          <a:prstGeom prst="rect">
            <a:avLst/>
          </a:prstGeom>
        </p:spPr>
        <p:txBody>
          <a:bodyPr vert="horz" wrap="square" lIns="27432" tIns="18288" rIns="27432" bIns="18288" rtlCol="0" anchor="ctr" anchorCtr="0">
            <a:norm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pPr>
              <a:defRPr lang="vi-VN">
                <a:latin typeface="Times New Roman" pitchFamily="18" charset="0"/>
                <a:ea typeface="Times New Roman" pitchFamily="18" charset="0"/>
                <a:cs typeface="Times New Roman" pitchFamily="18" charset="0"/>
              </a:defRPr>
            </a:pPr>
            <a:r>
              <a:rPr lang="vi-VN" altLang="en-US" sz="1580" dirty="0">
                <a:latin typeface="Times New Roman" pitchFamily="18" charset="0"/>
                <a:ea typeface="Times New Roman" pitchFamily="18" charset="0"/>
                <a:cs typeface="Times New Roman" pitchFamily="18" charset="0"/>
              </a:rPr>
              <a:t>Giới thiệu về hệ thống -Raspberry Pi-</a:t>
            </a:r>
            <a:r>
              <a:rPr lang="vi-VN" altLang="ja-JP" sz="1580" dirty="0">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p:txBody>
      </p:sp>
      <p:sp>
        <p:nvSpPr>
          <p:cNvPr id="8" name="正方形/長方形 7">
            <a:extLst>
              <a:ext uri="{FF2B5EF4-FFF2-40B4-BE49-F238E27FC236}">
                <a16:creationId xmlns:a16="http://schemas.microsoft.com/office/drawing/2014/main" id="{F4A94E51-F32A-4E52-6BC4-015EB1495E39}"/>
              </a:ext>
            </a:extLst>
          </p:cNvPr>
          <p:cNvSpPr/>
          <p:nvPr/>
        </p:nvSpPr>
        <p:spPr>
          <a:xfrm>
            <a:off x="286435" y="511748"/>
            <a:ext cx="5612138" cy="23584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wrap="square" lIns="27432" rIns="27432" tIns="18288" bIns="18288">
            <a:normAutofit/>
          </a:bodyPr>
          <a:lstStyle/>
          <a:p>
            <a:pPr>
              <a:defRPr lang="vi-VN">
                <a:latin typeface="Times New Roman" pitchFamily="18" charset="0"/>
                <a:ea typeface="Times New Roman" pitchFamily="18" charset="0"/>
                <a:cs typeface="Times New Roman" pitchFamily="18" charset="0"/>
              </a:defRPr>
            </a:pPr>
            <a:r>
              <a:rPr kumimoji="1" lang="vi-VN" altLang="en-US" sz="1100" dirty="0">
                <a:solidFill>
                  <a:schemeClr val="tx1"/>
                </a:solidFill>
                <a:latin typeface="Times New Roman" pitchFamily="18" charset="0"/>
                <a:ea typeface="Times New Roman" pitchFamily="18" charset="0"/>
                <a:cs typeface="Times New Roman" pitchFamily="18" charset="0"/>
              </a:rPr>
              <a:t>・当初、製品はAGVに載せて移動させる計画</a:t>
            </a:r>
            <a:r>
              <a:rPr kumimoji="1" lang="vi-VN" altLang="ja-JP" sz="1100" dirty="0">
                <a:solidFill>
                  <a:schemeClr val="tx1"/>
                </a:solidFill>
                <a:latin typeface="Times New Roman" pitchFamily="18" charset="0"/>
                <a:ea typeface="Times New Roman" pitchFamily="18" charset="0"/>
                <a:cs typeface="Times New Roman" pitchFamily="18" charset="0"/>
              </a:rPr>
              <a:t/>
            </a:r>
            <a:r>
              <a:rPr kumimoji="1" lang="vi-VN" altLang="en-US" sz="1100" dirty="0">
                <a:solidFill>
                  <a:schemeClr val="tx1"/>
                </a:solidFill>
                <a:latin typeface="Times New Roman" pitchFamily="18" charset="0"/>
                <a:ea typeface="Times New Roman" pitchFamily="18" charset="0"/>
                <a:cs typeface="Times New Roman" pitchFamily="18" charset="0"/>
              </a:rPr>
              <a:t/>
            </a:r>
            <a:endParaRPr kumimoji="1" lang="vi-VN" altLang="ja-JP" sz="1100"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solidFill>
                  <a:schemeClr val="tx1"/>
                </a:solidFill>
                <a:latin typeface="Times New Roman" pitchFamily="18" charset="0"/>
                <a:ea typeface="Times New Roman" pitchFamily="18" charset="0"/>
                <a:cs typeface="Times New Roman" pitchFamily="18" charset="0"/>
              </a:rPr>
              <a:t>・Raspberry Pi も AGVから電源供給予定</a:t>
            </a:r>
            <a:r>
              <a:rPr kumimoji="1" lang="vi-VN" altLang="ja-JP" sz="1100" dirty="0">
                <a:solidFill>
                  <a:schemeClr val="tx1"/>
                </a:solidFill>
                <a:latin typeface="Times New Roman" pitchFamily="18" charset="0"/>
                <a:ea typeface="Times New Roman" pitchFamily="18" charset="0"/>
                <a:cs typeface="Times New Roman" pitchFamily="18" charset="0"/>
              </a:rPr>
              <a:t/>
            </a:r>
            <a:r>
              <a:rPr kumimoji="1" lang="vi-VN" altLang="en-US" sz="1100" dirty="0">
                <a:solidFill>
                  <a:schemeClr val="tx1"/>
                </a:solidFill>
                <a:latin typeface="Times New Roman" pitchFamily="18" charset="0"/>
                <a:ea typeface="Times New Roman" pitchFamily="18" charset="0"/>
                <a:cs typeface="Times New Roman" pitchFamily="18" charset="0"/>
              </a:rPr>
              <a:t/>
            </a:r>
            <a:r>
              <a:rPr kumimoji="1" lang="vi-VN" altLang="ja-JP" sz="1100" dirty="0">
                <a:solidFill>
                  <a:schemeClr val="tx1"/>
                </a:solidFill>
                <a:latin typeface="Times New Roman" pitchFamily="18" charset="0"/>
                <a:ea typeface="Times New Roman" pitchFamily="18" charset="0"/>
                <a:cs typeface="Times New Roman" pitchFamily="18" charset="0"/>
              </a:rPr>
              <a:t/>
            </a:r>
            <a:r>
              <a:rPr kumimoji="1" lang="vi-VN" altLang="en-US" sz="1100" dirty="0">
                <a:solidFill>
                  <a:schemeClr val="tx1"/>
                </a:solidFill>
                <a:latin typeface="Times New Roman" pitchFamily="18" charset="0"/>
                <a:ea typeface="Times New Roman" pitchFamily="18" charset="0"/>
                <a:cs typeface="Times New Roman" pitchFamily="18" charset="0"/>
              </a:rPr>
              <a:t/>
            </a:r>
            <a:endParaRPr kumimoji="1" lang="vi-VN" altLang="ja-JP" sz="1100"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solidFill>
                  <a:schemeClr val="tx1"/>
                </a:solidFill>
                <a:latin typeface="Times New Roman" pitchFamily="18" charset="0"/>
                <a:ea typeface="Times New Roman" pitchFamily="18" charset="0"/>
                <a:cs typeface="Times New Roman" pitchFamily="18" charset="0"/>
              </a:rPr>
              <a:t>　→ Hiện tại AGV chưa được cài đặt...Cần đảm bảo nguồn điện cho Raspberry Pi</a:t>
            </a:r>
            <a:r>
              <a:rPr kumimoji="1" lang="vi-VN" altLang="ja-JP" sz="1100" dirty="0">
                <a:solidFill>
                  <a:schemeClr val="tx1"/>
                </a:solidFill>
                <a:latin typeface="Times New Roman" pitchFamily="18" charset="0"/>
                <a:ea typeface="Times New Roman" pitchFamily="18" charset="0"/>
                <a:cs typeface="Times New Roman" pitchFamily="18" charset="0"/>
              </a:rPr>
              <a:t/>
            </a:r>
            <a:r>
              <a:rPr kumimoji="1" lang="vi-VN" altLang="en-US" sz="1100" dirty="0">
                <a:solidFill>
                  <a:schemeClr val="tx1"/>
                </a:solidFill>
                <a:latin typeface="Times New Roman" pitchFamily="18" charset="0"/>
                <a:ea typeface="Times New Roman" pitchFamily="18" charset="0"/>
                <a:cs typeface="Times New Roman" pitchFamily="18" charset="0"/>
              </a:rPr>
              <a:t/>
            </a:r>
            <a:r>
              <a:rPr kumimoji="1" lang="vi-VN" altLang="en-US" sz="1100" b="1" dirty="0">
                <a:solidFill>
                  <a:srgbClr val="FF0000"/>
                </a:solidFill>
                <a:latin typeface="Times New Roman" pitchFamily="18" charset="0"/>
                <a:ea typeface="Times New Roman" pitchFamily="18" charset="0"/>
                <a:cs typeface="Times New Roman" pitchFamily="18" charset="0"/>
              </a:rPr>
              <a:t/>
            </a:r>
            <a:r>
              <a:rPr kumimoji="1" lang="vi-VN" altLang="ja-JP" sz="1100" b="1" dirty="0">
                <a:solidFill>
                  <a:srgbClr val="FF0000"/>
                </a:solidFill>
                <a:latin typeface="Times New Roman" pitchFamily="18" charset="0"/>
                <a:ea typeface="Times New Roman" pitchFamily="18" charset="0"/>
                <a:cs typeface="Times New Roman" pitchFamily="18" charset="0"/>
              </a:rPr>
              <a:t/>
            </a:r>
            <a:r>
              <a:rPr kumimoji="1" lang="vi-VN" altLang="en-US" sz="1100" b="1" dirty="0">
                <a:solidFill>
                  <a:srgbClr val="FF0000"/>
                </a:solidFill>
                <a:latin typeface="Times New Roman" pitchFamily="18" charset="0"/>
                <a:ea typeface="Times New Roman" pitchFamily="18" charset="0"/>
                <a:cs typeface="Times New Roman" pitchFamily="18" charset="0"/>
              </a:rPr>
              <a:t/>
            </a:r>
            <a:endParaRPr kumimoji="1" lang="vi-VN" altLang="ja-JP" sz="1100" b="1" dirty="0">
              <a:solidFill>
                <a:srgbClr val="FF0000"/>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endParaRPr kumimoji="1" lang="vi-VN" altLang="ja-JP" sz="1100" dirty="0">
              <a:solidFill>
                <a:schemeClr val="tx1"/>
              </a:solidFill>
              <a:latin typeface="Times New Roman" pitchFamily="18" charset="0"/>
              <a:ea typeface="Times New Roman" pitchFamily="18" charset="0"/>
              <a:cs typeface="Times New Roman" pitchFamily="18" charset="0"/>
            </a:endParaRPr>
          </a:p>
          <a:p>
            <a:pPr marL="171450" indent="-171450">
              <a:buFont typeface="Wingdings" panose="05000000000000000000" pitchFamily="2" charset="2"/>
              <a:buChar char="u"/>
              <a:defRPr lang="vi-VN">
                <a:latin typeface="Times New Roman" pitchFamily="18" charset="0"/>
                <a:ea typeface="Times New Roman" pitchFamily="18" charset="0"/>
                <a:cs typeface="Times New Roman" pitchFamily="18" charset="0"/>
              </a:defRPr>
            </a:pPr>
            <a:r>
              <a:rPr kumimoji="1" lang="vi-VN" altLang="en-US" sz="1100" b="1" dirty="0">
                <a:solidFill>
                  <a:schemeClr val="tx1"/>
                </a:solidFill>
                <a:latin typeface="Times New Roman" pitchFamily="18" charset="0"/>
                <a:ea typeface="Times New Roman" pitchFamily="18" charset="0"/>
                <a:cs typeface="Times New Roman" pitchFamily="18" charset="0"/>
              </a:rPr>
              <a:t>pin di động</a:t>
            </a:r>
            <a:endParaRPr kumimoji="1" lang="vi-VN" altLang="ja-JP" sz="1100" b="1"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solidFill>
                  <a:schemeClr val="tx1"/>
                </a:solidFill>
                <a:highlight>
                  <a:srgbClr val="FFFF00"/>
                </a:highlight>
                <a:latin typeface="Times New Roman" pitchFamily="18" charset="0"/>
                <a:ea typeface="Times New Roman" pitchFamily="18" charset="0"/>
                <a:cs typeface="Times New Roman" pitchFamily="18" charset="0"/>
              </a:rPr>
              <a:t>●Lý do đầu tư:</a:t>
            </a:r>
            <a:endParaRPr kumimoji="1" lang="vi-VN" altLang="ja-JP" sz="1100" dirty="0">
              <a:solidFill>
                <a:schemeClr val="tx1"/>
              </a:solidFill>
              <a:highlight>
                <a:srgbClr val="FFFF00"/>
              </a:highlight>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solidFill>
                  <a:schemeClr val="tx1"/>
                </a:solidFill>
                <a:latin typeface="Times New Roman" pitchFamily="18" charset="0"/>
                <a:ea typeface="Times New Roman" pitchFamily="18" charset="0"/>
                <a:cs typeface="Times New Roman" pitchFamily="18" charset="0"/>
              </a:rPr>
              <a:t>・出荷設定まで、 Raspberry Piの電源は常にON</a:t>
            </a:r>
            <a:r>
              <a:rPr kumimoji="1" lang="vi-VN" altLang="ja-JP" sz="1100" dirty="0">
                <a:solidFill>
                  <a:schemeClr val="tx1"/>
                </a:solidFill>
                <a:latin typeface="Times New Roman" pitchFamily="18" charset="0"/>
                <a:ea typeface="Times New Roman" pitchFamily="18" charset="0"/>
                <a:cs typeface="Times New Roman" pitchFamily="18" charset="0"/>
              </a:rPr>
              <a:t/>
            </a:r>
            <a:r>
              <a:rPr kumimoji="1" lang="vi-VN" altLang="en-US" sz="1100" dirty="0">
                <a:solidFill>
                  <a:schemeClr val="tx1"/>
                </a:solidFill>
                <a:latin typeface="Times New Roman" pitchFamily="18" charset="0"/>
                <a:ea typeface="Times New Roman" pitchFamily="18" charset="0"/>
                <a:cs typeface="Times New Roman" pitchFamily="18" charset="0"/>
              </a:rPr>
              <a:t/>
            </a:r>
            <a:r>
              <a:rPr kumimoji="1" lang="vi-VN" altLang="ja-JP" sz="1100" dirty="0">
                <a:solidFill>
                  <a:schemeClr val="tx1"/>
                </a:solidFill>
                <a:latin typeface="Times New Roman" pitchFamily="18" charset="0"/>
                <a:ea typeface="Times New Roman" pitchFamily="18" charset="0"/>
                <a:cs typeface="Times New Roman" pitchFamily="18" charset="0"/>
              </a:rPr>
              <a:t/>
            </a:r>
            <a:endParaRPr lang="vi-VN">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solidFill>
                  <a:schemeClr val="tx1"/>
                </a:solidFill>
                <a:latin typeface="Times New Roman" pitchFamily="18" charset="0"/>
                <a:ea typeface="Times New Roman" pitchFamily="18" charset="0"/>
                <a:cs typeface="Times New Roman" pitchFamily="18" charset="0"/>
              </a:rPr>
              <a:t>・AGVを投入しないため、Raspberry Piに恒久給電装置がない</a:t>
            </a:r>
            <a:r>
              <a:rPr kumimoji="1" lang="vi-VN" altLang="ja-JP" sz="1100" dirty="0">
                <a:solidFill>
                  <a:schemeClr val="tx1"/>
                </a:solidFill>
                <a:latin typeface="Times New Roman" pitchFamily="18" charset="0"/>
                <a:ea typeface="Times New Roman" pitchFamily="18" charset="0"/>
                <a:cs typeface="Times New Roman" pitchFamily="18" charset="0"/>
              </a:rPr>
              <a:t/>
            </a:r>
            <a:r>
              <a:rPr kumimoji="1" lang="vi-VN" altLang="en-US" sz="1100" dirty="0">
                <a:solidFill>
                  <a:schemeClr val="tx1"/>
                </a:solidFill>
                <a:latin typeface="Times New Roman" pitchFamily="18" charset="0"/>
                <a:ea typeface="Times New Roman" pitchFamily="18" charset="0"/>
                <a:cs typeface="Times New Roman" pitchFamily="18" charset="0"/>
              </a:rPr>
              <a:t/>
            </a:r>
            <a:r>
              <a:rPr kumimoji="1" lang="vi-VN" altLang="ja-JP" sz="1100" dirty="0">
                <a:solidFill>
                  <a:schemeClr val="tx1"/>
                </a:solidFill>
                <a:latin typeface="Times New Roman" pitchFamily="18" charset="0"/>
                <a:ea typeface="Times New Roman" pitchFamily="18" charset="0"/>
                <a:cs typeface="Times New Roman" pitchFamily="18" charset="0"/>
              </a:rPr>
              <a:t/>
            </a:r>
            <a:r>
              <a:rPr kumimoji="1" lang="vi-VN" altLang="en-US" sz="1100" dirty="0">
                <a:solidFill>
                  <a:schemeClr val="tx1"/>
                </a:solidFill>
                <a:latin typeface="Times New Roman" pitchFamily="18" charset="0"/>
                <a:ea typeface="Times New Roman" pitchFamily="18" charset="0"/>
                <a:cs typeface="Times New Roman" pitchFamily="18" charset="0"/>
              </a:rPr>
              <a:t/>
            </a:r>
            <a:endParaRPr kumimoji="1" lang="vi-VN" altLang="ja-JP" sz="1100"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endParaRPr kumimoji="1" lang="vi-VN" altLang="ja-JP" sz="1100" dirty="0">
              <a:solidFill>
                <a:schemeClr val="tx1"/>
              </a:solidFill>
              <a:highlight>
                <a:srgbClr val="FFFF00"/>
              </a:highlight>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solidFill>
                  <a:schemeClr val="tx1"/>
                </a:solidFill>
                <a:highlight>
                  <a:srgbClr val="FFFF00"/>
                </a:highlight>
                <a:latin typeface="Times New Roman" pitchFamily="18" charset="0"/>
                <a:ea typeface="Times New Roman" pitchFamily="18" charset="0"/>
                <a:cs typeface="Times New Roman" pitchFamily="18" charset="0"/>
              </a:rPr>
              <a:t>●Thông số kỹ thuật:</a:t>
            </a:r>
            <a:endParaRPr kumimoji="1" lang="vi-VN" altLang="ja-JP" sz="1100" dirty="0">
              <a:solidFill>
                <a:schemeClr val="tx1"/>
              </a:solidFill>
              <a:highlight>
                <a:srgbClr val="FFFF00"/>
              </a:highlight>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solidFill>
                  <a:schemeClr val="tx1"/>
                </a:solidFill>
                <a:latin typeface="Times New Roman" pitchFamily="18" charset="0"/>
                <a:ea typeface="Times New Roman" pitchFamily="18" charset="0"/>
                <a:cs typeface="Times New Roman" pitchFamily="18" charset="0"/>
              </a:rPr>
              <a:t>・容量：20000mA（充電100%の状態で11時間使用可能）</a:t>
            </a:r>
            <a:r>
              <a:rPr kumimoji="1" lang="vi-VN" altLang="ja-JP" sz="1100" dirty="0">
                <a:solidFill>
                  <a:schemeClr val="tx1"/>
                </a:solidFill>
                <a:latin typeface="Times New Roman" pitchFamily="18" charset="0"/>
                <a:ea typeface="Times New Roman" pitchFamily="18" charset="0"/>
                <a:cs typeface="Times New Roman" pitchFamily="18" charset="0"/>
              </a:rPr>
              <a:t/>
            </a:r>
            <a:r>
              <a:rPr kumimoji="1" lang="vi-VN" altLang="en-US" sz="1100" dirty="0">
                <a:solidFill>
                  <a:schemeClr val="tx1"/>
                </a:solidFill>
                <a:latin typeface="Times New Roman" pitchFamily="18" charset="0"/>
                <a:ea typeface="Times New Roman" pitchFamily="18" charset="0"/>
                <a:cs typeface="Times New Roman" pitchFamily="18" charset="0"/>
              </a:rPr>
              <a:t/>
            </a:r>
            <a:r>
              <a:rPr kumimoji="1" lang="vi-VN" altLang="ja-JP" sz="1100" dirty="0">
                <a:solidFill>
                  <a:schemeClr val="tx1"/>
                </a:solidFill>
                <a:latin typeface="Times New Roman" pitchFamily="18" charset="0"/>
                <a:ea typeface="Times New Roman" pitchFamily="18" charset="0"/>
                <a:cs typeface="Times New Roman" pitchFamily="18" charset="0"/>
              </a:rPr>
              <a:t/>
            </a:r>
            <a:r>
              <a:rPr kumimoji="1" lang="vi-VN" altLang="en-US" sz="1100" dirty="0">
                <a:solidFill>
                  <a:schemeClr val="tx1"/>
                </a:solidFill>
                <a:latin typeface="Times New Roman" pitchFamily="18" charset="0"/>
                <a:ea typeface="Times New Roman" pitchFamily="18" charset="0"/>
                <a:cs typeface="Times New Roman" pitchFamily="18" charset="0"/>
              </a:rPr>
              <a:t/>
            </a:r>
            <a:r>
              <a:rPr kumimoji="1" lang="vi-VN" altLang="ja-JP" sz="1100" dirty="0">
                <a:solidFill>
                  <a:schemeClr val="tx1"/>
                </a:solidFill>
                <a:latin typeface="Times New Roman" pitchFamily="18" charset="0"/>
                <a:ea typeface="Times New Roman" pitchFamily="18" charset="0"/>
                <a:cs typeface="Times New Roman" pitchFamily="18" charset="0"/>
              </a:rPr>
              <a:t/>
            </a:r>
            <a:r>
              <a:rPr kumimoji="1" lang="vi-VN" altLang="en-US" sz="1100" dirty="0">
                <a:solidFill>
                  <a:schemeClr val="tx1"/>
                </a:solidFill>
                <a:latin typeface="Times New Roman" pitchFamily="18" charset="0"/>
                <a:ea typeface="Times New Roman" pitchFamily="18" charset="0"/>
                <a:cs typeface="Times New Roman" pitchFamily="18" charset="0"/>
              </a:rPr>
              <a:t/>
            </a:r>
            <a:endParaRPr kumimoji="1" lang="vi-VN" altLang="ja-JP" sz="1100"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solidFill>
                  <a:schemeClr val="tx1"/>
                </a:solidFill>
                <a:latin typeface="Times New Roman" pitchFamily="18" charset="0"/>
                <a:ea typeface="Times New Roman" pitchFamily="18" charset="0"/>
                <a:cs typeface="Times New Roman" pitchFamily="18" charset="0"/>
              </a:rPr>
              <a:t>・3C認証取得済</a:t>
            </a:r>
            <a:r>
              <a:rPr kumimoji="1" lang="vi-VN" altLang="ja-JP" sz="1100" dirty="0">
                <a:solidFill>
                  <a:schemeClr val="tx1"/>
                </a:solidFill>
                <a:latin typeface="Times New Roman" pitchFamily="18" charset="0"/>
                <a:ea typeface="Times New Roman" pitchFamily="18" charset="0"/>
                <a:cs typeface="Times New Roman" pitchFamily="18" charset="0"/>
              </a:rPr>
              <a:t/>
            </a:r>
            <a:r>
              <a:rPr kumimoji="1" lang="vi-VN" altLang="en-US" sz="1100" dirty="0">
                <a:solidFill>
                  <a:schemeClr val="tx1"/>
                </a:solidFill>
                <a:latin typeface="Times New Roman" pitchFamily="18" charset="0"/>
                <a:ea typeface="Times New Roman" pitchFamily="18" charset="0"/>
                <a:cs typeface="Times New Roman" pitchFamily="18" charset="0"/>
              </a:rPr>
              <a:t/>
            </a:r>
            <a:endParaRPr kumimoji="1" lang="vi-VN" altLang="ja-JP" sz="1100"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solidFill>
                  <a:schemeClr val="tx1"/>
                </a:solidFill>
                <a:latin typeface="Times New Roman" pitchFamily="18" charset="0"/>
                <a:ea typeface="Times New Roman" pitchFamily="18" charset="0"/>
                <a:cs typeface="Times New Roman" pitchFamily="18" charset="0"/>
              </a:rPr>
              <a:t>・480元（ 9,500元 × 20円/元 × 38個 = 364,800円）</a:t>
            </a:r>
            <a:r>
              <a:rPr kumimoji="1" lang="vi-VN" altLang="ja-JP" sz="1100" dirty="0">
                <a:solidFill>
                  <a:schemeClr val="tx1"/>
                </a:solidFill>
                <a:latin typeface="Times New Roman" pitchFamily="18" charset="0"/>
                <a:ea typeface="Times New Roman" pitchFamily="18" charset="0"/>
                <a:cs typeface="Times New Roman" pitchFamily="18" charset="0"/>
              </a:rPr>
              <a:t/>
            </a:r>
            <a:r>
              <a:rPr kumimoji="1" lang="vi-VN" altLang="en-US" sz="1100" dirty="0">
                <a:solidFill>
                  <a:schemeClr val="tx1"/>
                </a:solidFill>
                <a:latin typeface="Times New Roman" pitchFamily="18" charset="0"/>
                <a:ea typeface="Times New Roman" pitchFamily="18" charset="0"/>
                <a:cs typeface="Times New Roman" pitchFamily="18" charset="0"/>
              </a:rPr>
              <a:t/>
            </a:r>
            <a:r>
              <a:rPr lang="vi-VN" altLang="ja-JP"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ja-JP"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ja-JP"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ja-JP"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00" dirty="0">
                <a:solidFill>
                  <a:srgbClr val="000000"/>
                </a:solidFill>
                <a:latin typeface="Times New Roman" panose="020B0604030504040204" pitchFamily="18" charset="0"/>
                <a:ea typeface="Times New Roman" panose="020B0604030504040204" pitchFamily="18" charset="0"/>
                <a:cs typeface="Times New Roman" pitchFamily="18" charset="0"/>
              </a:rPr>
              <a:t/>
            </a:r>
            <a:r>
              <a:rPr lang="vi-VN" altLang="ja-JP" sz="1100" dirty="0">
                <a:solidFill>
                  <a:srgbClr val="000000"/>
                </a:solidFill>
                <a:latin typeface="Times New Roman" panose="020B0604030504040204" pitchFamily="18" charset="0"/>
                <a:ea typeface="Times New Roman" panose="020B0604030504040204" pitchFamily="18" charset="0"/>
                <a:cs typeface="Times New Roman" pitchFamily="18" charset="0"/>
              </a:rPr>
              <a:t/>
            </a:r>
            <a:r>
              <a:rPr lang="vi-VN" altLang="en-US" sz="1100" dirty="0">
                <a:solidFill>
                  <a:srgbClr val="000000"/>
                </a:solidFill>
                <a:latin typeface="Times New Roman" panose="020B0604030504040204" pitchFamily="18" charset="0"/>
                <a:ea typeface="Times New Roman" panose="020B0604030504040204" pitchFamily="18" charset="0"/>
                <a:cs typeface="Times New Roman" pitchFamily="18" charset="0"/>
              </a:rPr>
              <a:t/>
            </a:r>
            <a:r>
              <a:rPr lang="vi-VN" altLang="ja-JP"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kumimoji="1" lang="vi-VN" altLang="ja-JP" sz="1100" dirty="0">
                <a:solidFill>
                  <a:schemeClr val="tx1"/>
                </a:solidFill>
                <a:latin typeface="Times New Roman" pitchFamily="18" charset="0"/>
                <a:ea typeface="Times New Roman" pitchFamily="18" charset="0"/>
                <a:cs typeface="Times New Roman" pitchFamily="18" charset="0"/>
              </a:rPr>
              <a:t/>
            </a:r>
            <a:r>
              <a:rPr kumimoji="1" lang="vi-VN" altLang="en-US" sz="1100" dirty="0">
                <a:solidFill>
                  <a:schemeClr val="tx1"/>
                </a:solidFill>
                <a:latin typeface="Times New Roman" pitchFamily="18" charset="0"/>
                <a:ea typeface="Times New Roman" pitchFamily="18" charset="0"/>
                <a:cs typeface="Times New Roman" pitchFamily="18" charset="0"/>
              </a:rPr>
              <a:t/>
            </a:r>
            <a:endParaRPr kumimoji="1" lang="vi-VN" altLang="ja-JP" sz="1100" dirty="0">
              <a:solidFill>
                <a:schemeClr val="tx1"/>
              </a:solidFill>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endParaRPr kumimoji="1" lang="vi-VN" altLang="ja-JP" sz="1050" dirty="0">
              <a:solidFill>
                <a:schemeClr val="tx1"/>
              </a:solidFill>
              <a:latin typeface="Times New Roman" pitchFamily="18" charset="0"/>
              <a:ea typeface="Times New Roman" pitchFamily="18" charset="0"/>
              <a:cs typeface="Times New Roman" pitchFamily="18" charset="0"/>
            </a:endParaRPr>
          </a:p>
        </p:txBody>
      </p:sp>
      <p:sp>
        <p:nvSpPr>
          <p:cNvPr id="10" name="テキスト ボックス 22">
            <a:extLst>
              <a:ext uri="{FF2B5EF4-FFF2-40B4-BE49-F238E27FC236}">
                <a16:creationId xmlns:a16="http://schemas.microsoft.com/office/drawing/2014/main" id="{AFDA9E9D-9F15-4FEF-88B9-927200627A9E}"/>
              </a:ext>
            </a:extLst>
          </p:cNvPr>
          <p:cNvSpPr txBox="1"/>
          <p:nvPr/>
        </p:nvSpPr>
        <p:spPr>
          <a:xfrm>
            <a:off x="286435" y="3004404"/>
            <a:ext cx="4105791" cy="1446550"/>
          </a:xfrm>
          <a:prstGeom prst="rect">
            <a:avLst/>
          </a:prstGeom>
          <a:noFill/>
        </p:spPr>
        <p:txBody>
          <a:bodyPr wrap="square" rtlCol="0"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1450" indent="-171450">
              <a:buFont typeface="Wingdings" panose="05000000000000000000" pitchFamily="2" charset="2"/>
              <a:buChar char="u"/>
              <a:defRPr lang="vi-VN">
                <a:latin typeface="Times New Roman" pitchFamily="18" charset="0"/>
                <a:ea typeface="Times New Roman" pitchFamily="18" charset="0"/>
                <a:cs typeface="Times New Roman" pitchFamily="18" charset="0"/>
              </a:defRPr>
            </a:pPr>
            <a:r>
              <a:rPr kumimoji="1" lang="vi-VN" altLang="en-US" sz="1100" b="1" dirty="0">
                <a:latin typeface="Times New Roman" pitchFamily="18" charset="0"/>
                <a:ea typeface="Times New Roman" pitchFamily="18" charset="0"/>
                <a:cs typeface="Times New Roman" pitchFamily="18" charset="0"/>
              </a:rPr>
              <a:t>hộp sạc</a:t>
            </a:r>
            <a:endParaRPr kumimoji="1" lang="vi-VN" altLang="ja-JP" sz="1100" b="1"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highlight>
                  <a:srgbClr val="FFFF00"/>
                </a:highlight>
                <a:latin typeface="Times New Roman" pitchFamily="18" charset="0"/>
                <a:ea typeface="Times New Roman" pitchFamily="18" charset="0"/>
                <a:cs typeface="Times New Roman" pitchFamily="18" charset="0"/>
              </a:rPr>
              <a:t>●Lý do đầu tư:</a:t>
            </a:r>
            <a:endParaRPr kumimoji="1" lang="vi-VN" altLang="ja-JP" sz="1100" dirty="0">
              <a:highlight>
                <a:srgbClr val="FFFF00"/>
              </a:highlight>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latin typeface="Times New Roman" pitchFamily="18" charset="0"/>
                <a:ea typeface="Times New Roman" pitchFamily="18" charset="0"/>
                <a:cs typeface="Times New Roman" pitchFamily="18" charset="0"/>
              </a:rPr>
              <a:t>・モバイルバッテリー充電用</a:t>
            </a:r>
            <a:endParaRPr kumimoji="1" lang="vi-VN" altLang="ja-JP" sz="1100"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endParaRPr kumimoji="1" lang="vi-VN" altLang="ja-JP" sz="1100" dirty="0">
              <a:highlight>
                <a:srgbClr val="FFFF00"/>
              </a:highlight>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highlight>
                  <a:srgbClr val="FFFF00"/>
                </a:highlight>
                <a:latin typeface="Times New Roman" pitchFamily="18" charset="0"/>
                <a:ea typeface="Times New Roman" pitchFamily="18" charset="0"/>
                <a:cs typeface="Times New Roman" pitchFamily="18" charset="0"/>
              </a:rPr>
              <a:t>●Thông số kỹ thuật:</a:t>
            </a:r>
            <a:endParaRPr kumimoji="1" lang="vi-VN" altLang="ja-JP" sz="1100" dirty="0">
              <a:highlight>
                <a:srgbClr val="FFFF00"/>
              </a:highlight>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latin typeface="Times New Roman" pitchFamily="18" charset="0"/>
                <a:ea typeface="Times New Roman" pitchFamily="18" charset="0"/>
                <a:cs typeface="Times New Roman" pitchFamily="18" charset="0"/>
              </a:rPr>
              <a:t>・20個モバイルバッテリー同時充電可能</a:t>
            </a:r>
            <a:r>
              <a:rPr kumimoji="1" lang="vi-VN" altLang="ja-JP" sz="1100" dirty="0">
                <a:latin typeface="Times New Roman" pitchFamily="18" charset="0"/>
                <a:ea typeface="Times New Roman" pitchFamily="18" charset="0"/>
                <a:cs typeface="Times New Roman" pitchFamily="18" charset="0"/>
              </a:rPr>
              <a:t/>
            </a:r>
            <a:r>
              <a:rPr kumimoji="1" lang="vi-VN" altLang="en-US" sz="1100" dirty="0">
                <a:latin typeface="Times New Roman" pitchFamily="18" charset="0"/>
                <a:ea typeface="Times New Roman" pitchFamily="18" charset="0"/>
                <a:cs typeface="Times New Roman" pitchFamily="18" charset="0"/>
              </a:rPr>
              <a:t/>
            </a:r>
            <a:endParaRPr kumimoji="1" lang="vi-VN" altLang="ja-JP" sz="1100"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latin typeface="Times New Roman" pitchFamily="18" charset="0"/>
                <a:ea typeface="Times New Roman" pitchFamily="18" charset="0"/>
                <a:cs typeface="Times New Roman" pitchFamily="18" charset="0"/>
              </a:rPr>
              <a:t>・充電時間設定可能</a:t>
            </a:r>
            <a:endParaRPr kumimoji="1" lang="vi-VN" altLang="ja-JP" sz="1100" dirty="0">
              <a:latin typeface="Times New Roman" pitchFamily="18" charset="0"/>
              <a:ea typeface="Times New Roman" pitchFamily="18" charset="0"/>
              <a:cs typeface="Times New Roman" pitchFamily="18" charset="0"/>
            </a:endParaRPr>
          </a:p>
          <a:p>
            <a:pPr>
              <a:defRPr lang="vi-VN">
                <a:latin typeface="Times New Roman" pitchFamily="18" charset="0"/>
                <a:ea typeface="Times New Roman" pitchFamily="18" charset="0"/>
                <a:cs typeface="Times New Roman" pitchFamily="18" charset="0"/>
              </a:defRPr>
            </a:pPr>
            <a:r>
              <a:rPr kumimoji="1" lang="vi-VN" altLang="en-US" sz="1100" dirty="0">
                <a:latin typeface="Times New Roman" pitchFamily="18" charset="0"/>
                <a:ea typeface="Times New Roman" pitchFamily="18" charset="0"/>
                <a:cs typeface="Times New Roman" pitchFamily="18" charset="0"/>
              </a:rPr>
              <a:t>・9,500元（9,500元 × 20円/元 = 190,000円）</a:t>
            </a:r>
            <a:r>
              <a:rPr kumimoji="1" lang="vi-VN" altLang="ja-JP" sz="1100" dirty="0">
                <a:latin typeface="Times New Roman" pitchFamily="18" charset="0"/>
                <a:ea typeface="Times New Roman" pitchFamily="18" charset="0"/>
                <a:cs typeface="Times New Roman" pitchFamily="18" charset="0"/>
              </a:rPr>
              <a:t/>
            </a:r>
            <a:r>
              <a:rPr kumimoji="1" lang="vi-VN" altLang="en-US" sz="1100" dirty="0">
                <a:latin typeface="Times New Roman" pitchFamily="18" charset="0"/>
                <a:ea typeface="Times New Roman" pitchFamily="18" charset="0"/>
                <a:cs typeface="Times New Roman" pitchFamily="18" charset="0"/>
              </a:rPr>
              <a:t/>
            </a:r>
            <a:r>
              <a:rPr lang="vi-VN" altLang="ja-JP"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ja-JP"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ja-JP"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ja-JP"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00" b="0" i="0"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kumimoji="1" lang="vi-VN" altLang="en-US" sz="1100" dirty="0">
                <a:latin typeface="Times New Roman" pitchFamily="18" charset="0"/>
                <a:ea typeface="Times New Roman" pitchFamily="18" charset="0"/>
                <a:cs typeface="Times New Roman" pitchFamily="18" charset="0"/>
              </a:rPr>
              <a:t/>
            </a:r>
            <a:endParaRPr kumimoji="1" lang="vi-VN" altLang="ja-JP" sz="1100" dirty="0">
              <a:latin typeface="Times New Roman" pitchFamily="18" charset="0"/>
              <a:ea typeface="Times New Roman" pitchFamily="18" charset="0"/>
              <a:cs typeface="Times New Roman" pitchFamily="18" charset="0"/>
            </a:endParaRPr>
          </a:p>
        </p:txBody>
      </p:sp>
      <p:pic>
        <p:nvPicPr>
          <p:cNvPr id="11" name="图片 16">
            <a:extLst>
              <a:ext uri="{FF2B5EF4-FFF2-40B4-BE49-F238E27FC236}">
                <a16:creationId xmlns:a16="http://schemas.microsoft.com/office/drawing/2014/main" id="{00000000-0008-0000-0100-000004000000}"/>
              </a:ext>
            </a:extLst>
          </p:cNvPr>
          <p:cNvPicPr>
            <a:picLocks noChangeAspect="1"/>
          </p:cNvPicPr>
          <p:nvPr/>
        </p:nvPicPr>
        <p:blipFill rotWithShape="1">
          <a:blip r:embed="rId3"/>
          <a:srcRect r="9257"/>
          <a:stretch/>
        </p:blipFill>
        <p:spPr>
          <a:xfrm>
            <a:off x="3624484" y="2878981"/>
            <a:ext cx="1224929" cy="1791614"/>
          </a:xfrm>
          <a:prstGeom prst="rect">
            <a:avLst/>
          </a:prstGeom>
        </p:spPr>
      </p:pic>
      <p:sp>
        <p:nvSpPr>
          <p:cNvPr id="13" name="吹き出し: 四角形 12">
            <a:extLst>
              <a:ext uri="{FF2B5EF4-FFF2-40B4-BE49-F238E27FC236}">
                <a16:creationId xmlns:a16="http://schemas.microsoft.com/office/drawing/2014/main" id="{30EFE61F-0268-F9C1-3EF3-D0893F507318}"/>
              </a:ext>
            </a:extLst>
          </p:cNvPr>
          <p:cNvSpPr/>
          <p:nvPr/>
        </p:nvSpPr>
        <p:spPr>
          <a:xfrm>
            <a:off x="5416647" y="2180400"/>
            <a:ext cx="3167965" cy="1384995"/>
          </a:xfrm>
          <a:prstGeom prst="wedgeRectCallout">
            <a:avLst>
              <a:gd name="adj1" fmla="val 15411"/>
              <a:gd name="adj2" fmla="val -63347"/>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12" name="図 11">
            <a:extLst>
              <a:ext uri="{FF2B5EF4-FFF2-40B4-BE49-F238E27FC236}">
                <a16:creationId xmlns:a16="http://schemas.microsoft.com/office/drawing/2014/main" id="{6B9469A5-893D-7CFE-023A-826C3BA14DDA}"/>
              </a:ext>
            </a:extLst>
          </p:cNvPr>
          <p:cNvPicPr>
            <a:picLocks noChangeAspect="1"/>
          </p:cNvPicPr>
          <p:nvPr/>
        </p:nvPicPr>
        <p:blipFill>
          <a:blip r:embed="rId4"/>
          <a:srcRect l="10093" t="35651" r="13518" b="2341"/>
          <a:stretch/>
        </p:blipFill>
        <p:spPr>
          <a:xfrm>
            <a:off x="5529217" y="2292208"/>
            <a:ext cx="3005667" cy="1224126"/>
          </a:xfrm>
          <a:prstGeom prst="rect">
            <a:avLst/>
          </a:prstGeom>
        </p:spPr>
      </p:pic>
      <p:sp>
        <p:nvSpPr>
          <p:cNvPr id="14" name="テキスト ボックス 22">
            <a:extLst>
              <a:ext uri="{FF2B5EF4-FFF2-40B4-BE49-F238E27FC236}">
                <a16:creationId xmlns:a16="http://schemas.microsoft.com/office/drawing/2014/main" id="{0FD57C5A-4880-0A3B-C5D3-5B4FA529337A}"/>
              </a:ext>
            </a:extLst>
          </p:cNvPr>
          <p:cNvSpPr txBox="1"/>
          <p:nvPr/>
        </p:nvSpPr>
        <p:spPr>
          <a:xfrm>
            <a:off x="5416647" y="3565395"/>
            <a:ext cx="2223246" cy="276999"/>
          </a:xfrm>
          <a:prstGeom prst="rect">
            <a:avLst/>
          </a:prstGeom>
          <a:noFill/>
        </p:spPr>
        <p:txBody>
          <a:bodyPr wrap="square" rtlCol="0"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960" dirty="0">
                <a:latin typeface="Times New Roman" pitchFamily="18" charset="0"/>
                <a:ea typeface="Times New Roman" pitchFamily="18" charset="0"/>
                <a:cs typeface="Times New Roman" pitchFamily="18" charset="0"/>
              </a:rPr>
              <a:t>Những gì thực sự được sử dụng trên đường dây</a:t>
            </a:r>
            <a:endParaRPr kumimoji="1" lang="vi-VN" altLang="ja-JP" sz="1200" dirty="0">
              <a:latin typeface="Times New Roman" pitchFamily="18" charset="0"/>
              <a:ea typeface="Times New Roman" pitchFamily="18" charset="0"/>
              <a:cs typeface="Times New Roman" pitchFamily="18" charset="0"/>
            </a:endParaRPr>
          </a:p>
        </p:txBody>
      </p:sp>
      <p:sp>
        <p:nvSpPr>
          <p:cNvPr id="3" name="テキスト ボックス 22">
            <a:extLst>
              <a:ext uri="{FF2B5EF4-FFF2-40B4-BE49-F238E27FC236}">
                <a16:creationId xmlns:a16="http://schemas.microsoft.com/office/drawing/2014/main" id="{7713A801-0126-74B5-4BBF-601E303987A9}"/>
              </a:ext>
            </a:extLst>
          </p:cNvPr>
          <p:cNvSpPr txBox="1"/>
          <p:nvPr/>
        </p:nvSpPr>
        <p:spPr>
          <a:xfrm>
            <a:off x="4829958" y="4379927"/>
            <a:ext cx="1598551" cy="261610"/>
          </a:xfrm>
          <a:prstGeom prst="rect">
            <a:avLst/>
          </a:prstGeom>
          <a:noFill/>
        </p:spPr>
        <p:txBody>
          <a:bodyPr wrap="square" rtlCol="0"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1050" dirty="0">
                <a:latin typeface="Times New Roman" pitchFamily="18" charset="0"/>
                <a:ea typeface="Times New Roman" pitchFamily="18" charset="0"/>
                <a:cs typeface="Times New Roman" pitchFamily="18" charset="0"/>
              </a:rPr>
              <a:t>hộp sạc pin di động</a:t>
            </a:r>
            <a:endParaRPr kumimoji="1" lang="vi-VN" altLang="ja-JP" sz="1050" dirty="0">
              <a:latin typeface="Times New Roman" pitchFamily="18" charset="0"/>
              <a:ea typeface="Times New Roman" pitchFamily="18" charset="0"/>
              <a:cs typeface="Times New Roman" pitchFamily="18" charset="0"/>
            </a:endParaRPr>
          </a:p>
        </p:txBody>
      </p:sp>
      <p:sp>
        <p:nvSpPr>
          <p:cNvPr id="4" name="テキスト ボックス 22">
            <a:extLst>
              <a:ext uri="{FF2B5EF4-FFF2-40B4-BE49-F238E27FC236}">
                <a16:creationId xmlns:a16="http://schemas.microsoft.com/office/drawing/2014/main" id="{40AD4129-19EE-7426-CF3B-9562C92A2126}"/>
              </a:ext>
            </a:extLst>
          </p:cNvPr>
          <p:cNvSpPr txBox="1"/>
          <p:nvPr/>
        </p:nvSpPr>
        <p:spPr>
          <a:xfrm>
            <a:off x="5608449" y="618022"/>
            <a:ext cx="1598551" cy="253916"/>
          </a:xfrm>
          <a:prstGeom prst="rect">
            <a:avLst/>
          </a:prstGeom>
          <a:noFill/>
        </p:spPr>
        <p:txBody>
          <a:bodyPr wrap="square" rtlCol="0"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kumimoji="1" lang="vi-VN" altLang="en-US" sz="1050" dirty="0">
                <a:latin typeface="Times New Roman" pitchFamily="18" charset="0"/>
                <a:ea typeface="Times New Roman" pitchFamily="18" charset="0"/>
                <a:cs typeface="Times New Roman" pitchFamily="18" charset="0"/>
              </a:rPr>
              <a:t>Tạo jig nhận cạnh máy</a:t>
            </a:r>
            <a:endParaRPr kumimoji="1" lang="vi-VN" altLang="ja-JP" sz="1050" dirty="0">
              <a:latin typeface="Times New Roman" pitchFamily="18" charset="0"/>
              <a:ea typeface="Times New Roman" pitchFamily="18" charset="0"/>
              <a:cs typeface="Times New Roman" pitchFamily="18" charset="0"/>
            </a:endParaRPr>
          </a:p>
        </p:txBody>
      </p:sp>
      <p:sp>
        <p:nvSpPr>
          <p:cNvPr id="15" name="TextBox 14"/>
          <p:cNvSpPr txBox="1"/>
          <p:nvPr/>
        </p:nvSpPr>
        <p:spPr>
          <a:xfrm>
            <a:off x="6804215" y="671700"/>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tấn</a:t>
            </a:r>
            <a:endParaRPr lang="vi-VN">
              <a:latin typeface="Times New Roman" pitchFamily="18" charset="0"/>
              <a:ea typeface="Times New Roman" pitchFamily="18" charset="0"/>
              <a:cs typeface="Times New Roman" pitchFamily="18" charset="0"/>
            </a:endParaRPr>
          </a:p>
        </p:txBody>
      </p:sp>
      <p:sp>
        <p:nvSpPr>
          <p:cNvPr id="16" name="TextBox 15"/>
          <p:cNvSpPr txBox="1"/>
          <p:nvPr/>
        </p:nvSpPr>
        <p:spPr>
          <a:xfrm>
            <a:off x="4405018" y="803986"/>
            <a:ext cx="458493" cy="172874"/>
          </a:xfrm>
          <a:prstGeom prst="rect">
            <a:avLst/>
          </a:prstGeom>
          <a:noFill/>
        </p:spPr>
        <p:txBody>
          <a:bodyPr wrap="square" lIns="0" rIns="0" tIns="0" bIns="0">
            <a:spAutoFit/>
          </a:bodyPr>
          <a:lstStyle/>
          <a:p>
            <a:pPr algn="l">
              <a:defRPr sz="98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Mới</a:t>
            </a:r>
            <a:endParaRPr lang="vi-VN">
              <a:latin typeface="Times New Roman" pitchFamily="18" charset="0"/>
              <a:ea typeface="Times New Roman" pitchFamily="18" charset="0"/>
              <a:cs typeface="Times New Roman" pitchFamily="18" charset="0"/>
            </a:endParaRPr>
          </a:p>
        </p:txBody>
      </p:sp>
      <p:sp>
        <p:nvSpPr>
          <p:cNvPr id="17" name="TextBox 16"/>
          <p:cNvSpPr txBox="1"/>
          <p:nvPr/>
        </p:nvSpPr>
        <p:spPr>
          <a:xfrm>
            <a:off x="4534298" y="891175"/>
            <a:ext cx="488558" cy="141757"/>
          </a:xfrm>
          <a:prstGeom prst="rect">
            <a:avLst/>
          </a:prstGeom>
          <a:noFill/>
        </p:spPr>
        <p:txBody>
          <a:bodyPr wrap="square" lIns="0" rIns="0" tIns="0" bIns="0">
            <a:spAutoFit/>
          </a:bodyPr>
          <a:lstStyle/>
          <a:p>
            <a:pPr algn="l">
              <a:defRPr sz="803"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a:t>
            </a:r>
            <a:endParaRPr lang="vi-VN">
              <a:latin typeface="Times New Roman" pitchFamily="18" charset="0"/>
              <a:ea typeface="Times New Roman" pitchFamily="18" charset="0"/>
              <a:cs typeface="Times New Roman" pitchFamily="18" charset="0"/>
            </a:endParaRPr>
          </a:p>
        </p:txBody>
      </p:sp>
      <p:sp>
        <p:nvSpPr>
          <p:cNvPr id="18" name="TextBox 17"/>
          <p:cNvSpPr txBox="1"/>
          <p:nvPr/>
        </p:nvSpPr>
        <p:spPr>
          <a:xfrm>
            <a:off x="7958715" y="1369212"/>
            <a:ext cx="180000" cy="892034"/>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-Tôi</a:t>
            </a:r>
            <a:endParaRPr lang="vi-VN">
              <a:latin typeface="Times New Roman" pitchFamily="18" charset="0"/>
              <a:ea typeface="Times New Roman" pitchFamily="18" charset="0"/>
              <a:cs typeface="Times New Roman" pitchFamily="18" charset="0"/>
            </a:endParaRPr>
          </a:p>
        </p:txBody>
      </p:sp>
      <p:sp>
        <p:nvSpPr>
          <p:cNvPr id="19" name="TextBox 18"/>
          <p:cNvSpPr txBox="1"/>
          <p:nvPr/>
        </p:nvSpPr>
        <p:spPr>
          <a:xfrm>
            <a:off x="4414038" y="1883327"/>
            <a:ext cx="315683" cy="1400287"/>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xử lý thiết bị</a:t>
            </a:r>
            <a:endParaRPr lang="vi-VN">
              <a:latin typeface="Times New Roman" pitchFamily="18" charset="0"/>
              <a:ea typeface="Times New Roman" pitchFamily="18" charset="0"/>
              <a:cs typeface="Times New Roman" pitchFamily="18" charset="0"/>
            </a:endParaRPr>
          </a:p>
        </p:txBody>
      </p:sp>
      <p:sp>
        <p:nvSpPr>
          <p:cNvPr id="20" name="TextBox 19"/>
          <p:cNvSpPr txBox="1"/>
          <p:nvPr/>
        </p:nvSpPr>
        <p:spPr>
          <a:xfrm>
            <a:off x="4081125" y="3628812"/>
            <a:ext cx="1041417" cy="2311560"/>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người Delarre</a:t>
            </a:r>
            <a:endParaRPr lang="vi-VN">
              <a:latin typeface="Times New Roman" pitchFamily="18" charset="0"/>
              <a:ea typeface="Times New Roman" pitchFamily="18" charset="0"/>
              <a:cs typeface="Times New Roman" pitchFamily="18" charset="0"/>
            </a:endParaRPr>
          </a:p>
        </p:txBody>
      </p:sp>
      <p:sp>
        <p:nvSpPr>
          <p:cNvPr id="21" name="TextBox 20"/>
          <p:cNvSpPr txBox="1"/>
          <p:nvPr/>
        </p:nvSpPr>
        <p:spPr>
          <a:xfrm>
            <a:off x="5665146" y="2996356"/>
            <a:ext cx="4229448" cy="1619142"/>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Nó tốt, nó tốt</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4204115076"/>
      </p:ext>
    </p:extLst>
  </p:cSld>
  <p:clrMapOvr>
    <a:masterClrMapping/>
  </p:clrMapOvr>
</p:sld>
</file>

<file path=ppt/theme/theme1.xml><?xml version="1.0" encoding="utf-8"?>
<a:theme xmlns:a="http://schemas.openxmlformats.org/drawingml/2006/main" name="1_Kyocera">
  <a:themeElements>
    <a:clrScheme name="Saffron(Branding)">
      <a:dk1>
        <a:sysClr val="windowText" lastClr="000000"/>
      </a:dk1>
      <a:lt1>
        <a:sysClr val="window" lastClr="FFFFFF"/>
      </a:lt1>
      <a:dk2>
        <a:srgbClr val="282828"/>
      </a:dk2>
      <a:lt2>
        <a:srgbClr val="F2F2F2"/>
      </a:lt2>
      <a:accent1>
        <a:srgbClr val="6E3CBE"/>
      </a:accent1>
      <a:accent2>
        <a:srgbClr val="F5B400"/>
      </a:accent2>
      <a:accent3>
        <a:srgbClr val="0A9BCD"/>
      </a:accent3>
      <a:accent4>
        <a:srgbClr val="F06400"/>
      </a:accent4>
      <a:accent5>
        <a:srgbClr val="26AF72"/>
      </a:accent5>
      <a:accent6>
        <a:srgbClr val="A9A9A9"/>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yocera_PPT_Template_Japan(MeiryoUI)4x3_201811.potx" id="{EBBBF10A-5D16-4655-BB44-36D0C07C1D5E}" vid="{04B8678D-C13C-4913-9230-62439671662E}"/>
    </a:ext>
  </a:extLst>
</a:theme>
</file>

<file path=ppt/theme/theme2.xml><?xml version="1.0" encoding="utf-8"?>
<a:theme xmlns:a="http://schemas.openxmlformats.org/drawingml/2006/main" name="Kyocera_Japan(4x3_MeiryoUI)">
  <a:themeElements>
    <a:clrScheme name="Saffron(Branding)">
      <a:dk1>
        <a:sysClr val="windowText" lastClr="000000"/>
      </a:dk1>
      <a:lt1>
        <a:sysClr val="window" lastClr="FFFFFF"/>
      </a:lt1>
      <a:dk2>
        <a:srgbClr val="282828"/>
      </a:dk2>
      <a:lt2>
        <a:srgbClr val="F2F2F2"/>
      </a:lt2>
      <a:accent1>
        <a:srgbClr val="6E3CBE"/>
      </a:accent1>
      <a:accent2>
        <a:srgbClr val="F5B400"/>
      </a:accent2>
      <a:accent3>
        <a:srgbClr val="0A9BCD"/>
      </a:accent3>
      <a:accent4>
        <a:srgbClr val="F06400"/>
      </a:accent4>
      <a:accent5>
        <a:srgbClr val="26AF72"/>
      </a:accent5>
      <a:accent6>
        <a:srgbClr val="A9A9A9"/>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3" id="{19D18298-A2B6-4E10-89F1-9E3DDF730DE7}" vid="{07362564-ABFF-4EB9-9308-DB64CB3CDB16}"/>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D3CA083B8DB51741A8DB47DA6A11AEE6" ma:contentTypeVersion="2" ma:contentTypeDescription="新しいドキュメントを作成します。" ma:contentTypeScope="" ma:versionID="f23c45ffc2438e122c6e98466a90a4a8">
  <xsd:schema xmlns:xsd="http://www.w3.org/2001/XMLSchema" xmlns:p="http://schemas.microsoft.com/office/2006/metadata/properties" xmlns:ns2="78095035-884a-425b-938a-8844bacb68cc" targetNamespace="http://schemas.microsoft.com/office/2006/metadata/properties" ma:root="true" ma:fieldsID="39af7f0f1b73ecf7ac5f3b5e80dc415d" ns2:_="">
    <xsd:import namespace="78095035-884a-425b-938a-8844bacb68cc"/>
    <xsd:element name="properties">
      <xsd:complexType>
        <xsd:sequence>
          <xsd:element name="documentManagement">
            <xsd:complexType>
              <xsd:all>
                <xsd:element ref="ns2:_x8cc7__x6599__x540d_" minOccurs="0"/>
              </xsd:all>
            </xsd:complexType>
          </xsd:element>
        </xsd:sequence>
      </xsd:complexType>
    </xsd:element>
  </xsd:schema>
  <xsd:schema xmlns:xsd="http://www.w3.org/2001/XMLSchema" xmlns:dms="http://schemas.microsoft.com/office/2006/documentManagement/types" targetNamespace="78095035-884a-425b-938a-8844bacb68cc" elementFormDefault="qualified">
    <xsd:import namespace="http://schemas.microsoft.com/office/2006/documentManagement/types"/>
    <xsd:element name="_x8cc7__x6599__x540d_" ma:index="8" nillable="true" ma:displayName="資料名" ma:format="RadioButtons" ma:internalName="_x8cc7__x6599__x540d_">
      <xsd:simpleType>
        <xsd:restriction base="dms:Choice">
          <xsd:enumeration value="1.会社案内冊子（日・英）"/>
          <xsd:enumeration value="2.会社案内パワーポイント（日・英）"/>
          <xsd:enumeration value="3.会社案内VTR（日・英）"/>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ma:readOnly="true"/>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p:properties xmlns:p="http://schemas.microsoft.com/office/2006/metadata/properties" xmlns:xsi="http://www.w3.org/2001/XMLSchema-instance">
  <documentManagement>
    <_x8cc7__x6599__x540d_ xmlns="78095035-884a-425b-938a-8844bacb68cc">2.会社案内パワーポイント（日・英）</_x8cc7__x6599__x540d_>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F5FB008-50A9-4607-9436-E3B16E036D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8095035-884a-425b-938a-8844bacb68cc"/>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2435F899-08BB-4995-A46E-218D71B1190D}">
  <ds:schemaRefs>
    <ds:schemaRef ds:uri="http://schemas.openxmlformats.org/package/2006/metadata/core-properties"/>
    <ds:schemaRef ds:uri="http://purl.org/dc/dcmitype/"/>
    <ds:schemaRef ds:uri="78095035-884a-425b-938a-8844bacb68cc"/>
    <ds:schemaRef ds:uri="http://schemas.microsoft.com/office/2006/documentManagement/types"/>
    <ds:schemaRef ds:uri="http://purl.org/dc/elements/1.1/"/>
    <ds:schemaRef ds:uri="http://schemas.microsoft.com/office/2006/metadata/properties"/>
    <ds:schemaRef ds:uri="http://purl.org/dc/terms/"/>
    <ds:schemaRef ds:uri="http://www.w3.org/XML/1998/namespace"/>
  </ds:schemaRefs>
</ds:datastoreItem>
</file>

<file path=customXml/itemProps3.xml><?xml version="1.0" encoding="utf-8"?>
<ds:datastoreItem xmlns:ds="http://schemas.openxmlformats.org/officeDocument/2006/customXml" ds:itemID="{D0F47C10-6F12-4361-AFAA-94D35BF0070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32067</TotalTime>
  <Words>1725</Words>
  <Application>Microsoft Office PowerPoint</Application>
  <PresentationFormat>画面に合わせる (16:9)</PresentationFormat>
  <Paragraphs>309</Paragraphs>
  <Slides>17</Slides>
  <Notes>2</Notes>
  <HiddenSlides>8</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17</vt:i4>
      </vt:variant>
    </vt:vector>
  </HeadingPairs>
  <TitlesOfParts>
    <vt:vector size="25" baseType="lpstr">
      <vt:lpstr>CIDFont+F1</vt:lpstr>
      <vt:lpstr>Meiryo UI</vt:lpstr>
      <vt:lpstr>Meiryo</vt:lpstr>
      <vt:lpstr>游ゴシック</vt:lpstr>
      <vt:lpstr>Arial</vt:lpstr>
      <vt:lpstr>Wingdings</vt:lpstr>
      <vt:lpstr>1_Kyocera</vt:lpstr>
      <vt:lpstr>Kyocera_Japan(4x3_MeiryoUI)</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システム概要</vt:lpstr>
      <vt:lpstr>PowerPoint プレゼンテーション</vt:lpstr>
      <vt:lpstr>PowerPoint プレゼンテーション</vt:lpstr>
      <vt:lpstr>PowerPoint プレゼンテーション</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Nakata，Masaki(中田晶己)</dc:creator>
  <cp:lastModifiedBy>Goto，Tsubasa(後藤翼)</cp:lastModifiedBy>
  <cp:revision>1080</cp:revision>
  <cp:lastPrinted>2023-03-27T02:08:12Z</cp:lastPrinted>
  <dcterms:created xsi:type="dcterms:W3CDTF">2019-03-27T04:45:13Z</dcterms:created>
  <dcterms:modified xsi:type="dcterms:W3CDTF">2026-06-05T09:36:36Z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0x010100D3CA083B8DB51741A8DB47DA6A11AEE6</vt:lpwstr>
  </property>
</Properties>
</file>