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2.svg" ContentType="image/svg+xml"/>
  <Override PartName="/ppt/media/image7.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1" r:id="rId4"/>
  </p:sldMasterIdLst>
  <p:notesMasterIdLst>
    <p:notesMasterId r:id="rId11"/>
  </p:notesMasterIdLst>
  <p:handoutMasterIdLst>
    <p:handoutMasterId r:id="rId12"/>
  </p:handoutMasterIdLst>
  <p:sldIdLst>
    <p:sldId id="710" r:id="rId5"/>
    <p:sldId id="732" r:id="rId6"/>
    <p:sldId id="850" r:id="rId7"/>
    <p:sldId id="853" r:id="rId8"/>
    <p:sldId id="854" r:id="rId9"/>
    <p:sldId id="731" r:id="rId10"/>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ui Hong Li(芮红丽）" initials="RHL" lastIdx="3" clrIdx="0">
    <p:extLst>
      <p:ext uri="{19B8F6BF-5375-455C-9EA6-DF929625EA0E}">
        <p15:presenceInfo xmlns:p15="http://schemas.microsoft.com/office/powerpoint/2012/main" userId="S::hongli.rui@dtcn.kyocera.com::019f02e7-3eb4-4609-8e33-b3d6ada96a7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A9A9"/>
    <a:srgbClr val="0000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8034E78-7F5D-4C2E-B375-FC64B27BC917}" styleName="深色样式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628" autoAdjust="0"/>
    <p:restoredTop sz="96224" autoAdjust="0"/>
  </p:normalViewPr>
  <p:slideViewPr>
    <p:cSldViewPr snapToGrid="0">
      <p:cViewPr varScale="1">
        <p:scale>
          <a:sx n="70" d="100"/>
          <a:sy n="70" d="100"/>
        </p:scale>
        <p:origin x="156" y="36"/>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77" d="100"/>
          <a:sy n="77" d="100"/>
        </p:scale>
        <p:origin x="1776" y="10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commentAuthors" Target="commentAuthors.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D5CF7B6E-06F8-4EA4-9972-29E59E3DA8F7}" type="datetimeFigureOut">
              <a:rPr kumimoji="1" lang="ja-JP" altLang="en-US" smtClean="0"/>
              <a:t>2026/6/23</a:t>
            </a:fld>
            <a:endParaRPr kumimoji="1" lang="ja-JP" altLang="en-US"/>
          </a:p>
        </p:txBody>
      </p:sp>
      <p:sp>
        <p:nvSpPr>
          <p:cNvPr id="4" name="フッター プレースホルダー 3"/>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CAB48240-D91F-4129-BF79-2A71E83D0D37}" type="slidenum">
              <a:rPr kumimoji="1" lang="ja-JP" altLang="en-US" smtClean="0"/>
              <a:t>‹#›</a:t>
            </a:fld>
            <a:endParaRPr kumimoji="1" lang="ja-JP" altLang="en-US"/>
          </a:p>
        </p:txBody>
      </p:sp>
    </p:spTree>
    <p:extLst>
      <p:ext uri="{BB962C8B-B14F-4D97-AF65-F5344CB8AC3E}">
        <p14:creationId xmlns:p14="http://schemas.microsoft.com/office/powerpoint/2010/main" val="29579740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FE9E4F50-57D5-4638-8961-5783F5566392}" type="datetimeFigureOut">
              <a:rPr kumimoji="1" lang="ja-JP" altLang="en-US" smtClean="0"/>
              <a:t>2026/6/23</a:t>
            </a:fld>
            <a:endParaRPr kumimoji="1" lang="ja-JP" altLang="en-US"/>
          </a:p>
        </p:txBody>
      </p:sp>
      <p:sp>
        <p:nvSpPr>
          <p:cNvPr id="4" name="スライド イメージ プレースホルダー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0E1B736C-7E22-4286-9492-6D135922483F}" type="slidenum">
              <a:rPr kumimoji="1" lang="ja-JP" altLang="en-US" smtClean="0"/>
              <a:t>‹#›</a:t>
            </a:fld>
            <a:endParaRPr kumimoji="1" lang="ja-JP" altLang="en-US"/>
          </a:p>
        </p:txBody>
      </p:sp>
    </p:spTree>
    <p:extLst>
      <p:ext uri="{BB962C8B-B14F-4D97-AF65-F5344CB8AC3E}">
        <p14:creationId xmlns:p14="http://schemas.microsoft.com/office/powerpoint/2010/main" val="281029248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6.jpeg"/><Relationship Id="rId8" Type="http://schemas.openxmlformats.org/officeDocument/2006/relationships/image" Target="../media/image7.svg"/><Relationship Id="rId9" Type="http://schemas.openxmlformats.org/officeDocument/2006/relationships/image" Target="../media/image8.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表紙用">
    <p:spTree>
      <p:nvGrpSpPr>
        <p:cNvPr id="1" name=""/>
        <p:cNvGrpSpPr/>
        <p:nvPr/>
      </p:nvGrpSpPr>
      <p:grpSpPr>
        <a:xfrm>
          <a:off x="0" y="0"/>
          <a:ext cx="0" cy="0"/>
          <a:chOff x="0" y="0"/>
          <a:chExt cx="0" cy="0"/>
        </a:xfrm>
      </p:grpSpPr>
      <p:pic>
        <p:nvPicPr>
          <p:cNvPr id="20" name="図 19" descr="草, スポーツゲーム, フィールド が含まれている画像&#10;&#10;AI 生成コンテンツは誤りを含む可能性があります。">
            <a:extLst>
              <a:ext uri="{FF2B5EF4-FFF2-40B4-BE49-F238E27FC236}">
                <a16:creationId xmlns:a16="http://schemas.microsoft.com/office/drawing/2014/main" id="{7BBD16A2-5EE0-F5AB-5B8B-64BC0C1BC23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flipH="1">
            <a:off x="-1" y="2752078"/>
            <a:ext cx="12192000" cy="4114467"/>
          </a:xfrm>
          <a:prstGeom prst="rect">
            <a:avLst/>
          </a:prstGeom>
        </p:spPr>
      </p:pic>
      <p:sp>
        <p:nvSpPr>
          <p:cNvPr id="21" name="フリーフォーム: 図形 20">
            <a:extLst>
              <a:ext uri="{FF2B5EF4-FFF2-40B4-BE49-F238E27FC236}">
                <a16:creationId xmlns:a16="http://schemas.microsoft.com/office/drawing/2014/main" id="{1884EE6E-3E92-03A4-B8D6-58EF134C2A83}"/>
              </a:ext>
            </a:extLst>
          </p:cNvPr>
          <p:cNvSpPr/>
          <p:nvPr userDrawn="1"/>
        </p:nvSpPr>
        <p:spPr>
          <a:xfrm>
            <a:off x="-6786" y="-2379"/>
            <a:ext cx="12203469" cy="5982686"/>
          </a:xfrm>
          <a:custGeom>
            <a:avLst/>
            <a:gdLst>
              <a:gd name="csX0" fmla="*/ 146304 w 4873752"/>
              <a:gd name="csY0" fmla="*/ 2569464 h 2569464"/>
              <a:gd name="csX1" fmla="*/ 2011680 w 4873752"/>
              <a:gd name="csY1" fmla="*/ 1600200 h 2569464"/>
              <a:gd name="csX2" fmla="*/ 4873752 w 4873752"/>
              <a:gd name="csY2" fmla="*/ 1005840 h 2569464"/>
              <a:gd name="csX3" fmla="*/ 4873752 w 4873752"/>
              <a:gd name="csY3" fmla="*/ 0 h 2569464"/>
              <a:gd name="csX4" fmla="*/ 0 w 4873752"/>
              <a:gd name="csY4" fmla="*/ 0 h 2569464"/>
              <a:gd name="csX5" fmla="*/ 146304 w 4873752"/>
              <a:gd name="csY5" fmla="*/ 2569464 h 2569464"/>
              <a:gd name="csX0" fmla="*/ 146304 w 4873752"/>
              <a:gd name="csY0" fmla="*/ 2569464 h 2569464"/>
              <a:gd name="csX1" fmla="*/ 2057400 w 4873752"/>
              <a:gd name="csY1" fmla="*/ 1591056 h 2569464"/>
              <a:gd name="csX2" fmla="*/ 4873752 w 4873752"/>
              <a:gd name="csY2" fmla="*/ 1005840 h 2569464"/>
              <a:gd name="csX3" fmla="*/ 4873752 w 4873752"/>
              <a:gd name="csY3" fmla="*/ 0 h 2569464"/>
              <a:gd name="csX4" fmla="*/ 0 w 4873752"/>
              <a:gd name="csY4" fmla="*/ 0 h 2569464"/>
              <a:gd name="csX5" fmla="*/ 146304 w 4873752"/>
              <a:gd name="csY5" fmla="*/ 2569464 h 2569464"/>
              <a:gd name="csX0" fmla="*/ 146304 w 4873752"/>
              <a:gd name="csY0" fmla="*/ 2569464 h 2569464"/>
              <a:gd name="csX1" fmla="*/ 2057400 w 4873752"/>
              <a:gd name="csY1" fmla="*/ 1591056 h 2569464"/>
              <a:gd name="csX2" fmla="*/ 4873752 w 4873752"/>
              <a:gd name="csY2" fmla="*/ 1005840 h 2569464"/>
              <a:gd name="csX3" fmla="*/ 4873752 w 4873752"/>
              <a:gd name="csY3" fmla="*/ 0 h 2569464"/>
              <a:gd name="csX4" fmla="*/ 0 w 4873752"/>
              <a:gd name="csY4" fmla="*/ 0 h 2569464"/>
              <a:gd name="csX5" fmla="*/ 146304 w 4873752"/>
              <a:gd name="csY5" fmla="*/ 2569464 h 2569464"/>
              <a:gd name="csX0" fmla="*/ 146304 w 4873752"/>
              <a:gd name="csY0" fmla="*/ 2569464 h 2569464"/>
              <a:gd name="csX1" fmla="*/ 2057400 w 4873752"/>
              <a:gd name="csY1" fmla="*/ 1591056 h 2569464"/>
              <a:gd name="csX2" fmla="*/ 4873752 w 4873752"/>
              <a:gd name="csY2" fmla="*/ 1005840 h 2569464"/>
              <a:gd name="csX3" fmla="*/ 4873752 w 4873752"/>
              <a:gd name="csY3" fmla="*/ 0 h 2569464"/>
              <a:gd name="csX4" fmla="*/ 0 w 4873752"/>
              <a:gd name="csY4" fmla="*/ 0 h 2569464"/>
              <a:gd name="csX5" fmla="*/ 146304 w 4873752"/>
              <a:gd name="csY5" fmla="*/ 2569464 h 2569464"/>
              <a:gd name="csX0" fmla="*/ 146304 w 4873752"/>
              <a:gd name="csY0" fmla="*/ 2569464 h 2584262"/>
              <a:gd name="csX1" fmla="*/ 4873752 w 4873752"/>
              <a:gd name="csY1" fmla="*/ 1005840 h 2584262"/>
              <a:gd name="csX2" fmla="*/ 4873752 w 4873752"/>
              <a:gd name="csY2" fmla="*/ 0 h 2584262"/>
              <a:gd name="csX3" fmla="*/ 0 w 4873752"/>
              <a:gd name="csY3" fmla="*/ 0 h 2584262"/>
              <a:gd name="csX4" fmla="*/ 146304 w 4873752"/>
              <a:gd name="csY4" fmla="*/ 2569464 h 2584262"/>
              <a:gd name="csX0" fmla="*/ 146304 w 4873752"/>
              <a:gd name="csY0" fmla="*/ 2569464 h 2569464"/>
              <a:gd name="csX1" fmla="*/ 4873752 w 4873752"/>
              <a:gd name="csY1" fmla="*/ 1005840 h 2569464"/>
              <a:gd name="csX2" fmla="*/ 4873752 w 4873752"/>
              <a:gd name="csY2" fmla="*/ 0 h 2569464"/>
              <a:gd name="csX3" fmla="*/ 0 w 4873752"/>
              <a:gd name="csY3" fmla="*/ 0 h 2569464"/>
              <a:gd name="csX4" fmla="*/ 146304 w 4873752"/>
              <a:gd name="csY4" fmla="*/ 2569464 h 2569464"/>
              <a:gd name="csX0" fmla="*/ 146304 w 4873752"/>
              <a:gd name="csY0" fmla="*/ 2569464 h 2569464"/>
              <a:gd name="csX1" fmla="*/ 4873752 w 4873752"/>
              <a:gd name="csY1" fmla="*/ 1005840 h 2569464"/>
              <a:gd name="csX2" fmla="*/ 4873752 w 4873752"/>
              <a:gd name="csY2" fmla="*/ 0 h 2569464"/>
              <a:gd name="csX3" fmla="*/ 0 w 4873752"/>
              <a:gd name="csY3" fmla="*/ 0 h 2569464"/>
              <a:gd name="csX4" fmla="*/ 146304 w 4873752"/>
              <a:gd name="csY4" fmla="*/ 2569464 h 2569464"/>
              <a:gd name="csX0" fmla="*/ 0 w 5409173"/>
              <a:gd name="csY0" fmla="*/ 3113080 h 3113080"/>
              <a:gd name="csX1" fmla="*/ 5409173 w 5409173"/>
              <a:gd name="csY1" fmla="*/ 1005840 h 3113080"/>
              <a:gd name="csX2" fmla="*/ 5409173 w 5409173"/>
              <a:gd name="csY2" fmla="*/ 0 h 3113080"/>
              <a:gd name="csX3" fmla="*/ 535421 w 5409173"/>
              <a:gd name="csY3" fmla="*/ 0 h 3113080"/>
              <a:gd name="csX4" fmla="*/ 0 w 5409173"/>
              <a:gd name="csY4" fmla="*/ 3113080 h 3113080"/>
              <a:gd name="csX0" fmla="*/ 0 w 5409173"/>
              <a:gd name="csY0" fmla="*/ 3113080 h 3113080"/>
              <a:gd name="csX1" fmla="*/ 5409173 w 5409173"/>
              <a:gd name="csY1" fmla="*/ 1005840 h 3113080"/>
              <a:gd name="csX2" fmla="*/ 5409173 w 5409173"/>
              <a:gd name="csY2" fmla="*/ 0 h 3113080"/>
              <a:gd name="csX3" fmla="*/ 535421 w 5409173"/>
              <a:gd name="csY3" fmla="*/ 0 h 3113080"/>
              <a:gd name="csX4" fmla="*/ 0 w 5409173"/>
              <a:gd name="csY4" fmla="*/ 3113080 h 3113080"/>
              <a:gd name="csX0" fmla="*/ 0 w 5409173"/>
              <a:gd name="csY0" fmla="*/ 3113080 h 3113080"/>
              <a:gd name="csX1" fmla="*/ 5409173 w 5409173"/>
              <a:gd name="csY1" fmla="*/ 1005840 h 3113080"/>
              <a:gd name="csX2" fmla="*/ 5409173 w 5409173"/>
              <a:gd name="csY2" fmla="*/ 0 h 3113080"/>
              <a:gd name="csX3" fmla="*/ 535421 w 5409173"/>
              <a:gd name="csY3" fmla="*/ 0 h 3113080"/>
              <a:gd name="csX4" fmla="*/ 0 w 5409173"/>
              <a:gd name="csY4" fmla="*/ 3113080 h 3113080"/>
              <a:gd name="csX0" fmla="*/ 0 w 5501549"/>
              <a:gd name="csY0" fmla="*/ 2943757 h 2943757"/>
              <a:gd name="csX1" fmla="*/ 5501549 w 5501549"/>
              <a:gd name="csY1" fmla="*/ 1005840 h 2943757"/>
              <a:gd name="csX2" fmla="*/ 5501549 w 5501549"/>
              <a:gd name="csY2" fmla="*/ 0 h 2943757"/>
              <a:gd name="csX3" fmla="*/ 627797 w 5501549"/>
              <a:gd name="csY3" fmla="*/ 0 h 2943757"/>
              <a:gd name="csX4" fmla="*/ 0 w 5501549"/>
              <a:gd name="csY4" fmla="*/ 2943757 h 2943757"/>
              <a:gd name="csX0" fmla="*/ 0 w 5501549"/>
              <a:gd name="csY0" fmla="*/ 2943757 h 2943757"/>
              <a:gd name="csX1" fmla="*/ 5501549 w 5501549"/>
              <a:gd name="csY1" fmla="*/ 1005840 h 2943757"/>
              <a:gd name="csX2" fmla="*/ 5501549 w 5501549"/>
              <a:gd name="csY2" fmla="*/ 0 h 2943757"/>
              <a:gd name="csX3" fmla="*/ 627797 w 5501549"/>
              <a:gd name="csY3" fmla="*/ 0 h 2943757"/>
              <a:gd name="csX4" fmla="*/ 0 w 5501549"/>
              <a:gd name="csY4" fmla="*/ 2943757 h 2943757"/>
              <a:gd name="csX0" fmla="*/ 0 w 5501549"/>
              <a:gd name="csY0" fmla="*/ 2943757 h 2943757"/>
              <a:gd name="csX1" fmla="*/ 5501549 w 5501549"/>
              <a:gd name="csY1" fmla="*/ 1005840 h 2943757"/>
              <a:gd name="csX2" fmla="*/ 5501549 w 5501549"/>
              <a:gd name="csY2" fmla="*/ 0 h 2943757"/>
              <a:gd name="csX3" fmla="*/ 627797 w 5501549"/>
              <a:gd name="csY3" fmla="*/ 0 h 2943757"/>
              <a:gd name="csX4" fmla="*/ 0 w 5501549"/>
              <a:gd name="csY4" fmla="*/ 2943757 h 2943757"/>
              <a:gd name="csX0" fmla="*/ 0 w 5501549"/>
              <a:gd name="csY0" fmla="*/ 2943757 h 2943757"/>
              <a:gd name="csX1" fmla="*/ 5493850 w 5501549"/>
              <a:gd name="csY1" fmla="*/ 1344486 h 2943757"/>
              <a:gd name="csX2" fmla="*/ 5501549 w 5501549"/>
              <a:gd name="csY2" fmla="*/ 0 h 2943757"/>
              <a:gd name="csX3" fmla="*/ 627797 w 5501549"/>
              <a:gd name="csY3" fmla="*/ 0 h 2943757"/>
              <a:gd name="csX4" fmla="*/ 0 w 5501549"/>
              <a:gd name="csY4" fmla="*/ 2943757 h 2943757"/>
              <a:gd name="csX0" fmla="*/ 0 w 5963430"/>
              <a:gd name="csY0" fmla="*/ 3095257 h 3095257"/>
              <a:gd name="csX1" fmla="*/ 5955731 w 5963430"/>
              <a:gd name="csY1" fmla="*/ 1344486 h 3095257"/>
              <a:gd name="csX2" fmla="*/ 5963430 w 5963430"/>
              <a:gd name="csY2" fmla="*/ 0 h 3095257"/>
              <a:gd name="csX3" fmla="*/ 1089678 w 5963430"/>
              <a:gd name="csY3" fmla="*/ 0 h 3095257"/>
              <a:gd name="csX4" fmla="*/ 0 w 5963430"/>
              <a:gd name="csY4" fmla="*/ 3095257 h 3095257"/>
              <a:gd name="csX0" fmla="*/ 3829362 w 9792792"/>
              <a:gd name="csY0" fmla="*/ 3095257 h 3095257"/>
              <a:gd name="csX1" fmla="*/ 9785093 w 9792792"/>
              <a:gd name="csY1" fmla="*/ 1344486 h 3095257"/>
              <a:gd name="csX2" fmla="*/ 9792792 w 9792792"/>
              <a:gd name="csY2" fmla="*/ 0 h 3095257"/>
              <a:gd name="csX3" fmla="*/ 0 w 9792792"/>
              <a:gd name="csY3" fmla="*/ 26735 h 3095257"/>
              <a:gd name="csX4" fmla="*/ 3829362 w 9792792"/>
              <a:gd name="csY4" fmla="*/ 3095257 h 3095257"/>
              <a:gd name="csX0" fmla="*/ 3829362 w 9792792"/>
              <a:gd name="csY0" fmla="*/ 3095257 h 3095257"/>
              <a:gd name="csX1" fmla="*/ 9785093 w 9792792"/>
              <a:gd name="csY1" fmla="*/ 1344486 h 3095257"/>
              <a:gd name="csX2" fmla="*/ 9792792 w 9792792"/>
              <a:gd name="csY2" fmla="*/ 0 h 3095257"/>
              <a:gd name="csX3" fmla="*/ 0 w 9792792"/>
              <a:gd name="csY3" fmla="*/ 26735 h 3095257"/>
              <a:gd name="csX4" fmla="*/ 1779153 w 9792792"/>
              <a:gd name="csY4" fmla="*/ 1464601 h 3095257"/>
              <a:gd name="csX5" fmla="*/ 3829362 w 9792792"/>
              <a:gd name="csY5" fmla="*/ 3095257 h 3095257"/>
              <a:gd name="csX0" fmla="*/ 3829362 w 9792792"/>
              <a:gd name="csY0" fmla="*/ 3095257 h 3122184"/>
              <a:gd name="csX1" fmla="*/ 9785093 w 9792792"/>
              <a:gd name="csY1" fmla="*/ 1344486 h 3122184"/>
              <a:gd name="csX2" fmla="*/ 9792792 w 9792792"/>
              <a:gd name="csY2" fmla="*/ 0 h 3122184"/>
              <a:gd name="csX3" fmla="*/ 0 w 9792792"/>
              <a:gd name="csY3" fmla="*/ 26735 h 3122184"/>
              <a:gd name="csX4" fmla="*/ 31701 w 9792792"/>
              <a:gd name="csY4" fmla="*/ 3122184 h 3122184"/>
              <a:gd name="csX5" fmla="*/ 3829362 w 9792792"/>
              <a:gd name="csY5" fmla="*/ 3095257 h 3122184"/>
              <a:gd name="csX0" fmla="*/ 3829362 w 9792792"/>
              <a:gd name="csY0" fmla="*/ 3095257 h 3374720"/>
              <a:gd name="csX1" fmla="*/ 9785093 w 9792792"/>
              <a:gd name="csY1" fmla="*/ 1344486 h 3374720"/>
              <a:gd name="csX2" fmla="*/ 9792792 w 9792792"/>
              <a:gd name="csY2" fmla="*/ 0 h 3374720"/>
              <a:gd name="csX3" fmla="*/ 0 w 9792792"/>
              <a:gd name="csY3" fmla="*/ 26735 h 3374720"/>
              <a:gd name="csX4" fmla="*/ 31701 w 9792792"/>
              <a:gd name="csY4" fmla="*/ 3122184 h 3374720"/>
              <a:gd name="csX5" fmla="*/ 3829362 w 9792792"/>
              <a:gd name="csY5" fmla="*/ 3095257 h 3374720"/>
              <a:gd name="csX0" fmla="*/ 3829362 w 9792792"/>
              <a:gd name="csY0" fmla="*/ 3095257 h 3439949"/>
              <a:gd name="csX1" fmla="*/ 9785093 w 9792792"/>
              <a:gd name="csY1" fmla="*/ 1344486 h 3439949"/>
              <a:gd name="csX2" fmla="*/ 9792792 w 9792792"/>
              <a:gd name="csY2" fmla="*/ 0 h 3439949"/>
              <a:gd name="csX3" fmla="*/ 0 w 9792792"/>
              <a:gd name="csY3" fmla="*/ 26735 h 3439949"/>
              <a:gd name="csX4" fmla="*/ 31701 w 9792792"/>
              <a:gd name="csY4" fmla="*/ 3122184 h 3439949"/>
              <a:gd name="csX5" fmla="*/ 3829362 w 9792792"/>
              <a:gd name="csY5" fmla="*/ 3095257 h 3439949"/>
              <a:gd name="csX0" fmla="*/ 3829362 w 9792792"/>
              <a:gd name="csY0" fmla="*/ 3095257 h 3439949"/>
              <a:gd name="csX1" fmla="*/ 9785093 w 9792792"/>
              <a:gd name="csY1" fmla="*/ 1594015 h 3439949"/>
              <a:gd name="csX2" fmla="*/ 9792792 w 9792792"/>
              <a:gd name="csY2" fmla="*/ 0 h 3439949"/>
              <a:gd name="csX3" fmla="*/ 0 w 9792792"/>
              <a:gd name="csY3" fmla="*/ 26735 h 3439949"/>
              <a:gd name="csX4" fmla="*/ 31701 w 9792792"/>
              <a:gd name="csY4" fmla="*/ 3122184 h 3439949"/>
              <a:gd name="csX5" fmla="*/ 3829362 w 9792792"/>
              <a:gd name="csY5" fmla="*/ 3095257 h 3439949"/>
              <a:gd name="csX0" fmla="*/ 4175773 w 9792792"/>
              <a:gd name="csY0" fmla="*/ 3113081 h 3446408"/>
              <a:gd name="csX1" fmla="*/ 9785093 w 9792792"/>
              <a:gd name="csY1" fmla="*/ 1594015 h 3446408"/>
              <a:gd name="csX2" fmla="*/ 9792792 w 9792792"/>
              <a:gd name="csY2" fmla="*/ 0 h 3446408"/>
              <a:gd name="csX3" fmla="*/ 0 w 9792792"/>
              <a:gd name="csY3" fmla="*/ 26735 h 3446408"/>
              <a:gd name="csX4" fmla="*/ 31701 w 9792792"/>
              <a:gd name="csY4" fmla="*/ 3122184 h 3446408"/>
              <a:gd name="csX5" fmla="*/ 4175773 w 9792792"/>
              <a:gd name="csY5" fmla="*/ 3113081 h 3446408"/>
              <a:gd name="csX0" fmla="*/ 4175773 w 9792792"/>
              <a:gd name="csY0" fmla="*/ 3113081 h 3465611"/>
              <a:gd name="csX1" fmla="*/ 9785093 w 9792792"/>
              <a:gd name="csY1" fmla="*/ 1594015 h 3465611"/>
              <a:gd name="csX2" fmla="*/ 9792792 w 9792792"/>
              <a:gd name="csY2" fmla="*/ 0 h 3465611"/>
              <a:gd name="csX3" fmla="*/ 0 w 9792792"/>
              <a:gd name="csY3" fmla="*/ 26735 h 3465611"/>
              <a:gd name="csX4" fmla="*/ 31701 w 9792792"/>
              <a:gd name="csY4" fmla="*/ 3122184 h 3465611"/>
              <a:gd name="csX5" fmla="*/ 4175773 w 9792792"/>
              <a:gd name="csY5" fmla="*/ 3113081 h 3465611"/>
              <a:gd name="csX0" fmla="*/ 4175773 w 9792792"/>
              <a:gd name="csY0" fmla="*/ 3113081 h 3417739"/>
              <a:gd name="csX1" fmla="*/ 9785093 w 9792792"/>
              <a:gd name="csY1" fmla="*/ 1594015 h 3417739"/>
              <a:gd name="csX2" fmla="*/ 9792792 w 9792792"/>
              <a:gd name="csY2" fmla="*/ 0 h 3417739"/>
              <a:gd name="csX3" fmla="*/ 0 w 9792792"/>
              <a:gd name="csY3" fmla="*/ 26735 h 3417739"/>
              <a:gd name="csX4" fmla="*/ 31701 w 9792792"/>
              <a:gd name="csY4" fmla="*/ 3122184 h 3417739"/>
              <a:gd name="csX5" fmla="*/ 4175773 w 9792792"/>
              <a:gd name="csY5" fmla="*/ 3113081 h 3417739"/>
              <a:gd name="csX0" fmla="*/ 4556665 w 9792792"/>
              <a:gd name="csY0" fmla="*/ 3135769 h 3427729"/>
              <a:gd name="csX1" fmla="*/ 9785093 w 9792792"/>
              <a:gd name="csY1" fmla="*/ 1594015 h 3427729"/>
              <a:gd name="csX2" fmla="*/ 9792792 w 9792792"/>
              <a:gd name="csY2" fmla="*/ 0 h 3427729"/>
              <a:gd name="csX3" fmla="*/ 0 w 9792792"/>
              <a:gd name="csY3" fmla="*/ 26735 h 3427729"/>
              <a:gd name="csX4" fmla="*/ 31701 w 9792792"/>
              <a:gd name="csY4" fmla="*/ 3122184 h 3427729"/>
              <a:gd name="csX5" fmla="*/ 4556665 w 9792792"/>
              <a:gd name="csY5" fmla="*/ 3135769 h 3427729"/>
              <a:gd name="csX0" fmla="*/ 4556665 w 9792792"/>
              <a:gd name="csY0" fmla="*/ 3135769 h 3484767"/>
              <a:gd name="csX1" fmla="*/ 9785093 w 9792792"/>
              <a:gd name="csY1" fmla="*/ 1594015 h 3484767"/>
              <a:gd name="csX2" fmla="*/ 9792792 w 9792792"/>
              <a:gd name="csY2" fmla="*/ 0 h 3484767"/>
              <a:gd name="csX3" fmla="*/ 0 w 9792792"/>
              <a:gd name="csY3" fmla="*/ 26735 h 3484767"/>
              <a:gd name="csX4" fmla="*/ 39318 w 9792792"/>
              <a:gd name="csY4" fmla="*/ 3218606 h 3484767"/>
              <a:gd name="csX5" fmla="*/ 4556665 w 9792792"/>
              <a:gd name="csY5" fmla="*/ 3135769 h 3484767"/>
              <a:gd name="csX0" fmla="*/ 4556665 w 9792792"/>
              <a:gd name="csY0" fmla="*/ 3135769 h 3446271"/>
              <a:gd name="csX1" fmla="*/ 9785093 w 9792792"/>
              <a:gd name="csY1" fmla="*/ 1594015 h 3446271"/>
              <a:gd name="csX2" fmla="*/ 9792792 w 9792792"/>
              <a:gd name="csY2" fmla="*/ 0 h 3446271"/>
              <a:gd name="csX3" fmla="*/ 0 w 9792792"/>
              <a:gd name="csY3" fmla="*/ 26735 h 3446271"/>
              <a:gd name="csX4" fmla="*/ 39318 w 9792792"/>
              <a:gd name="csY4" fmla="*/ 3218606 h 3446271"/>
              <a:gd name="csX5" fmla="*/ 4556665 w 9792792"/>
              <a:gd name="csY5" fmla="*/ 3135769 h 3446271"/>
              <a:gd name="csX0" fmla="*/ 4556665 w 9792792"/>
              <a:gd name="csY0" fmla="*/ 3135769 h 3464683"/>
              <a:gd name="csX1" fmla="*/ 9785093 w 9792792"/>
              <a:gd name="csY1" fmla="*/ 1594015 h 3464683"/>
              <a:gd name="csX2" fmla="*/ 9792792 w 9792792"/>
              <a:gd name="csY2" fmla="*/ 0 h 3464683"/>
              <a:gd name="csX3" fmla="*/ 0 w 9792792"/>
              <a:gd name="csY3" fmla="*/ 26735 h 3464683"/>
              <a:gd name="csX4" fmla="*/ 39318 w 9792792"/>
              <a:gd name="csY4" fmla="*/ 3218606 h 3464683"/>
              <a:gd name="csX5" fmla="*/ 4556665 w 9792792"/>
              <a:gd name="csY5" fmla="*/ 3135769 h 3464683"/>
              <a:gd name="csX0" fmla="*/ 4556665 w 9792792"/>
              <a:gd name="csY0" fmla="*/ 3135769 h 3464683"/>
              <a:gd name="csX1" fmla="*/ 9785093 w 9792792"/>
              <a:gd name="csY1" fmla="*/ 1594015 h 3464683"/>
              <a:gd name="csX2" fmla="*/ 9792792 w 9792792"/>
              <a:gd name="csY2" fmla="*/ 0 h 3464683"/>
              <a:gd name="csX3" fmla="*/ 0 w 9792792"/>
              <a:gd name="csY3" fmla="*/ 26735 h 3464683"/>
              <a:gd name="csX4" fmla="*/ 39318 w 9792792"/>
              <a:gd name="csY4" fmla="*/ 3218606 h 3464683"/>
              <a:gd name="csX5" fmla="*/ 4556665 w 9792792"/>
              <a:gd name="csY5" fmla="*/ 3135769 h 3464683"/>
              <a:gd name="csX0" fmla="*/ 4532288 w 9768415"/>
              <a:gd name="csY0" fmla="*/ 3135769 h 3464683"/>
              <a:gd name="csX1" fmla="*/ 9760716 w 9768415"/>
              <a:gd name="csY1" fmla="*/ 1594015 h 3464683"/>
              <a:gd name="csX2" fmla="*/ 9768415 w 9768415"/>
              <a:gd name="csY2" fmla="*/ 0 h 3464683"/>
              <a:gd name="csX3" fmla="*/ 0 w 9768415"/>
              <a:gd name="csY3" fmla="*/ 20685 h 3464683"/>
              <a:gd name="csX4" fmla="*/ 14941 w 9768415"/>
              <a:gd name="csY4" fmla="*/ 3218606 h 3464683"/>
              <a:gd name="csX5" fmla="*/ 4532288 w 9768415"/>
              <a:gd name="csY5" fmla="*/ 3135769 h 3464683"/>
              <a:gd name="csX0" fmla="*/ 4533013 w 9769140"/>
              <a:gd name="csY0" fmla="*/ 3135769 h 3464683"/>
              <a:gd name="csX1" fmla="*/ 9761441 w 9769140"/>
              <a:gd name="csY1" fmla="*/ 1594015 h 3464683"/>
              <a:gd name="csX2" fmla="*/ 9769140 w 9769140"/>
              <a:gd name="csY2" fmla="*/ 0 h 3464683"/>
              <a:gd name="csX3" fmla="*/ 725 w 9769140"/>
              <a:gd name="csY3" fmla="*/ 20685 h 3464683"/>
              <a:gd name="csX4" fmla="*/ 4239 w 9769140"/>
              <a:gd name="csY4" fmla="*/ 3218606 h 3464683"/>
              <a:gd name="csX5" fmla="*/ 4533013 w 9769140"/>
              <a:gd name="csY5" fmla="*/ 3135769 h 3464683"/>
              <a:gd name="csX0" fmla="*/ 4532288 w 9768415"/>
              <a:gd name="csY0" fmla="*/ 3135769 h 3464683"/>
              <a:gd name="csX1" fmla="*/ 9760716 w 9768415"/>
              <a:gd name="csY1" fmla="*/ 1594015 h 3464683"/>
              <a:gd name="csX2" fmla="*/ 9768415 w 9768415"/>
              <a:gd name="csY2" fmla="*/ 0 h 3464683"/>
              <a:gd name="csX3" fmla="*/ 0 w 9768415"/>
              <a:gd name="csY3" fmla="*/ 20685 h 3464683"/>
              <a:gd name="csX4" fmla="*/ 3514 w 9768415"/>
              <a:gd name="csY4" fmla="*/ 3218606 h 3464683"/>
              <a:gd name="csX5" fmla="*/ 4532288 w 9768415"/>
              <a:gd name="csY5" fmla="*/ 3135769 h 3464683"/>
              <a:gd name="csX0" fmla="*/ 4528774 w 9764901"/>
              <a:gd name="csY0" fmla="*/ 3208670 h 3537584"/>
              <a:gd name="csX1" fmla="*/ 9757202 w 9764901"/>
              <a:gd name="csY1" fmla="*/ 1666916 h 3537584"/>
              <a:gd name="csX2" fmla="*/ 9764901 w 9764901"/>
              <a:gd name="csY2" fmla="*/ 72901 h 3537584"/>
              <a:gd name="csX3" fmla="*/ 295 w 9764901"/>
              <a:gd name="csY3" fmla="*/ 0 h 3537584"/>
              <a:gd name="csX4" fmla="*/ 0 w 9764901"/>
              <a:gd name="csY4" fmla="*/ 3291507 h 3537584"/>
              <a:gd name="csX5" fmla="*/ 4528774 w 9764901"/>
              <a:gd name="csY5" fmla="*/ 3208670 h 3537584"/>
              <a:gd name="csX0" fmla="*/ 4532439 w 9768566"/>
              <a:gd name="csY0" fmla="*/ 3208670 h 3537584"/>
              <a:gd name="csX1" fmla="*/ 9760867 w 9768566"/>
              <a:gd name="csY1" fmla="*/ 1666916 h 3537584"/>
              <a:gd name="csX2" fmla="*/ 9768566 w 9768566"/>
              <a:gd name="csY2" fmla="*/ 72901 h 3537584"/>
              <a:gd name="csX3" fmla="*/ 3960 w 9768566"/>
              <a:gd name="csY3" fmla="*/ 0 h 3537584"/>
              <a:gd name="csX4" fmla="*/ 3665 w 9768566"/>
              <a:gd name="csY4" fmla="*/ 3291507 h 3537584"/>
              <a:gd name="csX5" fmla="*/ 4532439 w 9768566"/>
              <a:gd name="csY5" fmla="*/ 3208670 h 3537584"/>
              <a:gd name="csX0" fmla="*/ 4532439 w 9768566"/>
              <a:gd name="csY0" fmla="*/ 3208670 h 3537584"/>
              <a:gd name="csX1" fmla="*/ 9760867 w 9768566"/>
              <a:gd name="csY1" fmla="*/ 1666916 h 3537584"/>
              <a:gd name="csX2" fmla="*/ 9768566 w 9768566"/>
              <a:gd name="csY2" fmla="*/ 72901 h 3537584"/>
              <a:gd name="csX3" fmla="*/ 3960 w 9768566"/>
              <a:gd name="csY3" fmla="*/ 0 h 3537584"/>
              <a:gd name="csX4" fmla="*/ 3665 w 9768566"/>
              <a:gd name="csY4" fmla="*/ 3291507 h 3537584"/>
              <a:gd name="csX5" fmla="*/ 4532439 w 9768566"/>
              <a:gd name="csY5" fmla="*/ 3208670 h 3537584"/>
              <a:gd name="csX0" fmla="*/ 4532439 w 9761617"/>
              <a:gd name="csY0" fmla="*/ 3210921 h 3539835"/>
              <a:gd name="csX1" fmla="*/ 9760867 w 9761617"/>
              <a:gd name="csY1" fmla="*/ 1669167 h 3539835"/>
              <a:gd name="csX2" fmla="*/ 9760948 w 9761617"/>
              <a:gd name="csY2" fmla="*/ 0 h 3539835"/>
              <a:gd name="csX3" fmla="*/ 3960 w 9761617"/>
              <a:gd name="csY3" fmla="*/ 2251 h 3539835"/>
              <a:gd name="csX4" fmla="*/ 3665 w 9761617"/>
              <a:gd name="csY4" fmla="*/ 3293758 h 3539835"/>
              <a:gd name="csX5" fmla="*/ 4532439 w 9761617"/>
              <a:gd name="csY5" fmla="*/ 3210921 h 3539835"/>
              <a:gd name="csX0" fmla="*/ 4532439 w 9761617"/>
              <a:gd name="csY0" fmla="*/ 3210921 h 3539835"/>
              <a:gd name="csX1" fmla="*/ 9760867 w 9761617"/>
              <a:gd name="csY1" fmla="*/ 1669167 h 3539835"/>
              <a:gd name="csX2" fmla="*/ 9760948 w 9761617"/>
              <a:gd name="csY2" fmla="*/ 0 h 3539835"/>
              <a:gd name="csX3" fmla="*/ 3960 w 9761617"/>
              <a:gd name="csY3" fmla="*/ 2251 h 3539835"/>
              <a:gd name="csX4" fmla="*/ 3665 w 9761617"/>
              <a:gd name="csY4" fmla="*/ 3293758 h 3539835"/>
              <a:gd name="csX5" fmla="*/ 4532439 w 9761617"/>
              <a:gd name="csY5" fmla="*/ 3210921 h 3539835"/>
              <a:gd name="csX0" fmla="*/ 4532439 w 9761239"/>
              <a:gd name="csY0" fmla="*/ 3210921 h 3539835"/>
              <a:gd name="csX1" fmla="*/ 9760867 w 9761239"/>
              <a:gd name="csY1" fmla="*/ 1669167 h 3539835"/>
              <a:gd name="csX2" fmla="*/ 9760948 w 9761239"/>
              <a:gd name="csY2" fmla="*/ 0 h 3539835"/>
              <a:gd name="csX3" fmla="*/ 3960 w 9761239"/>
              <a:gd name="csY3" fmla="*/ 2251 h 3539835"/>
              <a:gd name="csX4" fmla="*/ 3665 w 9761239"/>
              <a:gd name="csY4" fmla="*/ 3293758 h 3539835"/>
              <a:gd name="csX5" fmla="*/ 4532439 w 9761239"/>
              <a:gd name="csY5" fmla="*/ 3210921 h 3539835"/>
              <a:gd name="csX0" fmla="*/ 4532439 w 9762057"/>
              <a:gd name="csY0" fmla="*/ 3210921 h 3539835"/>
              <a:gd name="csX1" fmla="*/ 9760867 w 9762057"/>
              <a:gd name="csY1" fmla="*/ 1669167 h 3539835"/>
              <a:gd name="csX2" fmla="*/ 9760948 w 9762057"/>
              <a:gd name="csY2" fmla="*/ 0 h 3539835"/>
              <a:gd name="csX3" fmla="*/ 3960 w 9762057"/>
              <a:gd name="csY3" fmla="*/ 2251 h 3539835"/>
              <a:gd name="csX4" fmla="*/ 3665 w 9762057"/>
              <a:gd name="csY4" fmla="*/ 3293758 h 3539835"/>
              <a:gd name="csX5" fmla="*/ 4532439 w 9762057"/>
              <a:gd name="csY5" fmla="*/ 3210921 h 3539835"/>
              <a:gd name="csX0" fmla="*/ 4532439 w 9762057"/>
              <a:gd name="csY0" fmla="*/ 3210921 h 3539835"/>
              <a:gd name="csX1" fmla="*/ 9760867 w 9762057"/>
              <a:gd name="csY1" fmla="*/ 1669167 h 3539835"/>
              <a:gd name="csX2" fmla="*/ 9760948 w 9762057"/>
              <a:gd name="csY2" fmla="*/ 0 h 3539835"/>
              <a:gd name="csX3" fmla="*/ 3960 w 9762057"/>
              <a:gd name="csY3" fmla="*/ 2251 h 3539835"/>
              <a:gd name="csX4" fmla="*/ 3665 w 9762057"/>
              <a:gd name="csY4" fmla="*/ 3293758 h 3539835"/>
              <a:gd name="csX5" fmla="*/ 4532439 w 9762057"/>
              <a:gd name="csY5" fmla="*/ 3210921 h 3539835"/>
              <a:gd name="csX0" fmla="*/ 4528774 w 9758392"/>
              <a:gd name="csY0" fmla="*/ 3210921 h 3539835"/>
              <a:gd name="csX1" fmla="*/ 9757202 w 9758392"/>
              <a:gd name="csY1" fmla="*/ 1669167 h 3539835"/>
              <a:gd name="csX2" fmla="*/ 9757283 w 9758392"/>
              <a:gd name="csY2" fmla="*/ 0 h 3539835"/>
              <a:gd name="csX3" fmla="*/ 295 w 9758392"/>
              <a:gd name="csY3" fmla="*/ 2251 h 3539835"/>
              <a:gd name="csX4" fmla="*/ 0 w 9758392"/>
              <a:gd name="csY4" fmla="*/ 3293758 h 3539835"/>
              <a:gd name="csX5" fmla="*/ 4528774 w 9758392"/>
              <a:gd name="csY5" fmla="*/ 3210921 h 3539835"/>
              <a:gd name="csX0" fmla="*/ 4530392 w 9760010"/>
              <a:gd name="csY0" fmla="*/ 3210921 h 3539835"/>
              <a:gd name="csX1" fmla="*/ 9758820 w 9760010"/>
              <a:gd name="csY1" fmla="*/ 1669167 h 3539835"/>
              <a:gd name="csX2" fmla="*/ 9758901 w 9760010"/>
              <a:gd name="csY2" fmla="*/ 0 h 3539835"/>
              <a:gd name="csX3" fmla="*/ 9 w 9760010"/>
              <a:gd name="csY3" fmla="*/ 832 h 3539835"/>
              <a:gd name="csX4" fmla="*/ 1618 w 9760010"/>
              <a:gd name="csY4" fmla="*/ 3293758 h 3539835"/>
              <a:gd name="csX5" fmla="*/ 4530392 w 9760010"/>
              <a:gd name="csY5" fmla="*/ 3210921 h 3539835"/>
              <a:gd name="csX0" fmla="*/ 4530392 w 9760010"/>
              <a:gd name="csY0" fmla="*/ 3210921 h 3539835"/>
              <a:gd name="csX1" fmla="*/ 9758820 w 9760010"/>
              <a:gd name="csY1" fmla="*/ 1669167 h 3539835"/>
              <a:gd name="csX2" fmla="*/ 9758901 w 9760010"/>
              <a:gd name="csY2" fmla="*/ 0 h 3539835"/>
              <a:gd name="csX3" fmla="*/ 9 w 9760010"/>
              <a:gd name="csY3" fmla="*/ 832 h 3539835"/>
              <a:gd name="csX4" fmla="*/ 1618 w 9760010"/>
              <a:gd name="csY4" fmla="*/ 3293758 h 3539835"/>
              <a:gd name="csX5" fmla="*/ 4530392 w 9760010"/>
              <a:gd name="csY5" fmla="*/ 3210921 h 3539835"/>
              <a:gd name="csX0" fmla="*/ 4530392 w 9760010"/>
              <a:gd name="csY0" fmla="*/ 3210921 h 3543651"/>
              <a:gd name="csX1" fmla="*/ 9758820 w 9760010"/>
              <a:gd name="csY1" fmla="*/ 1669167 h 3543651"/>
              <a:gd name="csX2" fmla="*/ 9758901 w 9760010"/>
              <a:gd name="csY2" fmla="*/ 0 h 3543651"/>
              <a:gd name="csX3" fmla="*/ 9 w 9760010"/>
              <a:gd name="csY3" fmla="*/ 832 h 3543651"/>
              <a:gd name="csX4" fmla="*/ 1618 w 9760010"/>
              <a:gd name="csY4" fmla="*/ 3293758 h 3543651"/>
              <a:gd name="csX5" fmla="*/ 4530392 w 9760010"/>
              <a:gd name="csY5" fmla="*/ 3210921 h 3543651"/>
              <a:gd name="csX0" fmla="*/ 4530392 w 9760010"/>
              <a:gd name="csY0" fmla="*/ 3210921 h 3551406"/>
              <a:gd name="csX1" fmla="*/ 9758820 w 9760010"/>
              <a:gd name="csY1" fmla="*/ 1669167 h 3551406"/>
              <a:gd name="csX2" fmla="*/ 9758901 w 9760010"/>
              <a:gd name="csY2" fmla="*/ 0 h 3551406"/>
              <a:gd name="csX3" fmla="*/ 9 w 9760010"/>
              <a:gd name="csY3" fmla="*/ 832 h 3551406"/>
              <a:gd name="csX4" fmla="*/ 1618 w 9760010"/>
              <a:gd name="csY4" fmla="*/ 3293758 h 3551406"/>
              <a:gd name="csX5" fmla="*/ 4530392 w 9760010"/>
              <a:gd name="csY5" fmla="*/ 3210921 h 3551406"/>
              <a:gd name="csX0" fmla="*/ 4530392 w 9760010"/>
              <a:gd name="csY0" fmla="*/ 3210921 h 3551406"/>
              <a:gd name="csX1" fmla="*/ 9758820 w 9760010"/>
              <a:gd name="csY1" fmla="*/ 1669167 h 3551406"/>
              <a:gd name="csX2" fmla="*/ 9758901 w 9760010"/>
              <a:gd name="csY2" fmla="*/ 0 h 3551406"/>
              <a:gd name="csX3" fmla="*/ 9 w 9760010"/>
              <a:gd name="csY3" fmla="*/ 832 h 3551406"/>
              <a:gd name="csX4" fmla="*/ 1618 w 9760010"/>
              <a:gd name="csY4" fmla="*/ 3293758 h 3551406"/>
              <a:gd name="csX5" fmla="*/ 4530392 w 9760010"/>
              <a:gd name="csY5" fmla="*/ 3210921 h 3551406"/>
              <a:gd name="csX0" fmla="*/ 4530392 w 9760010"/>
              <a:gd name="csY0" fmla="*/ 3210921 h 3551406"/>
              <a:gd name="csX1" fmla="*/ 9758820 w 9760010"/>
              <a:gd name="csY1" fmla="*/ 1669167 h 3551406"/>
              <a:gd name="csX2" fmla="*/ 9758901 w 9760010"/>
              <a:gd name="csY2" fmla="*/ 0 h 3551406"/>
              <a:gd name="csX3" fmla="*/ 9 w 9760010"/>
              <a:gd name="csY3" fmla="*/ 832 h 3551406"/>
              <a:gd name="csX4" fmla="*/ 1618 w 9760010"/>
              <a:gd name="csY4" fmla="*/ 3293758 h 3551406"/>
              <a:gd name="csX5" fmla="*/ 4530392 w 9760010"/>
              <a:gd name="csY5" fmla="*/ 3210921 h 3551406"/>
              <a:gd name="csX0" fmla="*/ 4530392 w 9760010"/>
              <a:gd name="csY0" fmla="*/ 3210921 h 3562521"/>
              <a:gd name="csX1" fmla="*/ 9758820 w 9760010"/>
              <a:gd name="csY1" fmla="*/ 1669167 h 3562521"/>
              <a:gd name="csX2" fmla="*/ 9758901 w 9760010"/>
              <a:gd name="csY2" fmla="*/ 0 h 3562521"/>
              <a:gd name="csX3" fmla="*/ 9 w 9760010"/>
              <a:gd name="csY3" fmla="*/ 832 h 3562521"/>
              <a:gd name="csX4" fmla="*/ 1618 w 9760010"/>
              <a:gd name="csY4" fmla="*/ 3293758 h 3562521"/>
              <a:gd name="csX5" fmla="*/ 4530392 w 9760010"/>
              <a:gd name="csY5" fmla="*/ 3210921 h 3562521"/>
              <a:gd name="csX0" fmla="*/ 4530392 w 9760010"/>
              <a:gd name="csY0" fmla="*/ 3210921 h 3562521"/>
              <a:gd name="csX1" fmla="*/ 9758820 w 9760010"/>
              <a:gd name="csY1" fmla="*/ 1669167 h 3562521"/>
              <a:gd name="csX2" fmla="*/ 9758901 w 9760010"/>
              <a:gd name="csY2" fmla="*/ 0 h 3562521"/>
              <a:gd name="csX3" fmla="*/ 9 w 9760010"/>
              <a:gd name="csY3" fmla="*/ 832 h 3562521"/>
              <a:gd name="csX4" fmla="*/ 1618 w 9760010"/>
              <a:gd name="csY4" fmla="*/ 3293758 h 3562521"/>
              <a:gd name="csX5" fmla="*/ 4530392 w 9760010"/>
              <a:gd name="csY5" fmla="*/ 3210921 h 3562521"/>
            </a:gdLst>
            <a:ahLst/>
            <a:cxnLst>
              <a:cxn ang="0">
                <a:pos x="csX0" y="csY0"/>
              </a:cxn>
              <a:cxn ang="0">
                <a:pos x="csX1" y="csY1"/>
              </a:cxn>
              <a:cxn ang="0">
                <a:pos x="csX2" y="csY2"/>
              </a:cxn>
              <a:cxn ang="0">
                <a:pos x="csX3" y="csY3"/>
              </a:cxn>
              <a:cxn ang="0">
                <a:pos x="csX4" y="csY4"/>
              </a:cxn>
              <a:cxn ang="0">
                <a:pos x="csX5" y="csY5"/>
              </a:cxn>
            </a:cxnLst>
            <a:rect l="l" t="t" r="r" b="b"/>
            <a:pathLst>
              <a:path w="9760010" h="3562521">
                <a:moveTo>
                  <a:pt x="4530392" y="3210921"/>
                </a:moveTo>
                <a:cubicBezTo>
                  <a:pt x="7245526" y="2264049"/>
                  <a:pt x="7315552" y="1812899"/>
                  <a:pt x="9758820" y="1669167"/>
                </a:cubicBezTo>
                <a:cubicBezTo>
                  <a:pt x="9761386" y="1221005"/>
                  <a:pt x="9759023" y="38635"/>
                  <a:pt x="9758901" y="0"/>
                </a:cubicBezTo>
                <a:lnTo>
                  <a:pt x="9" y="832"/>
                </a:lnTo>
                <a:cubicBezTo>
                  <a:pt x="-217" y="42435"/>
                  <a:pt x="3748" y="3296113"/>
                  <a:pt x="1618" y="3293758"/>
                </a:cubicBezTo>
                <a:cubicBezTo>
                  <a:pt x="1536535" y="3666354"/>
                  <a:pt x="3232671" y="3663234"/>
                  <a:pt x="4530392" y="3210921"/>
                </a:cubicBezTo>
                <a:close/>
              </a:path>
            </a:pathLst>
          </a:custGeom>
          <a:solidFill>
            <a:srgbClr val="F1F1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2" name="グラフィックス 21">
            <a:extLst>
              <a:ext uri="{FF2B5EF4-FFF2-40B4-BE49-F238E27FC236}">
                <a16:creationId xmlns:a16="http://schemas.microsoft.com/office/drawing/2014/main" id="{7E372F0C-122B-DAA5-4884-F486F4BC642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764483"/>
            <a:ext cx="12192000" cy="5329033"/>
          </a:xfrm>
          <a:prstGeom prst="rect">
            <a:avLst/>
          </a:prstGeom>
        </p:spPr>
      </p:pic>
      <p:pic>
        <p:nvPicPr>
          <p:cNvPr id="23" name="図 22" descr="挿絵, プレート が含まれている画像&#10;&#10;AI 生成コンテンツは誤りを含む可能性があります。">
            <a:extLst>
              <a:ext uri="{FF2B5EF4-FFF2-40B4-BE49-F238E27FC236}">
                <a16:creationId xmlns:a16="http://schemas.microsoft.com/office/drawing/2014/main" id="{BD08D5EF-F9B8-EC81-E753-D29D698BE658}"/>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502776" y="329051"/>
            <a:ext cx="2034540" cy="556024"/>
          </a:xfrm>
          <a:prstGeom prst="rect">
            <a:avLst/>
          </a:prstGeom>
        </p:spPr>
      </p:pic>
      <p:pic>
        <p:nvPicPr>
          <p:cNvPr id="24" name="図 23" descr="窓, テーブル, 座る, 女性 が含まれている画像&#10;&#10;AI 生成コンテンツは誤りを含む可能性があります。">
            <a:extLst>
              <a:ext uri="{FF2B5EF4-FFF2-40B4-BE49-F238E27FC236}">
                <a16:creationId xmlns:a16="http://schemas.microsoft.com/office/drawing/2014/main" id="{E214B1E3-E5D0-D760-4D95-F37A9E9DC61E}"/>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a:fillRect/>
          </a:stretch>
        </p:blipFill>
        <p:spPr>
          <a:xfrm>
            <a:off x="10475587" y="2249010"/>
            <a:ext cx="1553618" cy="1545123"/>
          </a:xfrm>
          <a:prstGeom prst="ellipse">
            <a:avLst/>
          </a:prstGeom>
          <a:effectLst>
            <a:outerShdw blurRad="50800" dist="38100" dir="2700000" algn="tl" rotWithShape="0">
              <a:prstClr val="black">
                <a:alpha val="40000"/>
              </a:prstClr>
            </a:outerShdw>
          </a:effectLst>
        </p:spPr>
      </p:pic>
      <p:pic>
        <p:nvPicPr>
          <p:cNvPr id="26" name="図 25" descr="ノートパソコンで作業をしている人たち&#10;&#10;AI 生成コンテンツは誤りを含む可能性があります。">
            <a:extLst>
              <a:ext uri="{FF2B5EF4-FFF2-40B4-BE49-F238E27FC236}">
                <a16:creationId xmlns:a16="http://schemas.microsoft.com/office/drawing/2014/main" id="{2DCF3E1A-9816-0411-BA2F-F3860C0CFBA8}"/>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a:fillRect/>
          </a:stretch>
        </p:blipFill>
        <p:spPr>
          <a:xfrm>
            <a:off x="8609352" y="1600177"/>
            <a:ext cx="1866235" cy="1848438"/>
          </a:xfrm>
          <a:prstGeom prst="ellipse">
            <a:avLst/>
          </a:prstGeom>
          <a:effectLst>
            <a:outerShdw blurRad="50800" dist="38100" dir="2700000" algn="tl" rotWithShape="0">
              <a:prstClr val="black">
                <a:alpha val="40000"/>
              </a:prstClr>
            </a:outerShdw>
          </a:effectLst>
        </p:spPr>
      </p:pic>
      <p:pic>
        <p:nvPicPr>
          <p:cNvPr id="27" name="図 26" descr="建物, スポーツゲーム, 女性, 男 が含まれている画像&#10;&#10;AI 生成コンテンツは誤りを含む可能性があります。">
            <a:extLst>
              <a:ext uri="{FF2B5EF4-FFF2-40B4-BE49-F238E27FC236}">
                <a16:creationId xmlns:a16="http://schemas.microsoft.com/office/drawing/2014/main" id="{3B76F2F6-AD07-332F-2912-BE62CC81E964}"/>
              </a:ext>
            </a:extLst>
          </p:cNvPr>
          <p:cNvPicPr>
            <a:picLocks noChangeAspect="1"/>
          </p:cNvPicPr>
          <p:nvPr userDrawn="1"/>
        </p:nvPicPr>
        <p:blipFill>
          <a:blip r:embed="rId7" cstate="screen">
            <a:extLst>
              <a:ext uri="{28A0092B-C50C-407E-A947-70E740481C1C}">
                <a14:useLocalDpi xmlns:a14="http://schemas.microsoft.com/office/drawing/2010/main"/>
              </a:ext>
            </a:extLst>
          </a:blip>
          <a:srcRect/>
          <a:stretch>
            <a:fillRect/>
          </a:stretch>
        </p:blipFill>
        <p:spPr>
          <a:xfrm>
            <a:off x="8651419" y="3659899"/>
            <a:ext cx="2752979" cy="2823354"/>
          </a:xfrm>
          <a:prstGeom prst="ellipse">
            <a:avLst/>
          </a:prstGeom>
          <a:effectLst>
            <a:outerShdw blurRad="50800" dist="38100" dir="2700000" algn="tl" rotWithShape="0">
              <a:prstClr val="black">
                <a:alpha val="40000"/>
              </a:prstClr>
            </a:outerShdw>
          </a:effectLst>
        </p:spPr>
      </p:pic>
      <p:pic>
        <p:nvPicPr>
          <p:cNvPr id="28" name="グラフィックス 27">
            <a:extLst>
              <a:ext uri="{FF2B5EF4-FFF2-40B4-BE49-F238E27FC236}">
                <a16:creationId xmlns:a16="http://schemas.microsoft.com/office/drawing/2014/main" id="{EC91B00C-4BED-957A-0C8C-491B6D9C8ECC}"/>
              </a:ext>
            </a:extLst>
          </p:cNvPr>
          <p:cNvPicPr>
            <a:picLocks noChangeAspect="1"/>
          </p:cNvPicPr>
          <p:nvPr userDrawn="1"/>
        </p:nvPicPr>
        <p:blipFill rotWithShape="1">
          <a:blip>
            <a:extLst>
              <a:ext uri="{96DAC541-7B7A-43D3-8B79-37D633B846F1}">
                <asvg:svgBlip xmlns:asvg="http://schemas.microsoft.com/office/drawing/2016/SVG/main" r:embed="rId8"/>
              </a:ext>
            </a:extLst>
          </a:blip>
          <a:srcRect l="3089" t="-2016" r="-11808" b="-886"/>
          <a:stretch>
            <a:fillRect/>
          </a:stretch>
        </p:blipFill>
        <p:spPr>
          <a:xfrm rot="16887347" flipV="1">
            <a:off x="5071916" y="2537604"/>
            <a:ext cx="6773051" cy="2520325"/>
          </a:xfrm>
          <a:prstGeom prst="trapezoid">
            <a:avLst>
              <a:gd name="adj" fmla="val 20061"/>
            </a:avLst>
          </a:prstGeom>
        </p:spPr>
      </p:pic>
      <p:pic>
        <p:nvPicPr>
          <p:cNvPr id="4" name="図 3" descr="ノートパソコンのキーボードに手を当てている&#10;&#10;AI 生成コンテンツは誤りを含む可能性があります。">
            <a:extLst>
              <a:ext uri="{FF2B5EF4-FFF2-40B4-BE49-F238E27FC236}">
                <a16:creationId xmlns:a16="http://schemas.microsoft.com/office/drawing/2014/main" id="{493E6069-6291-7E8F-DBB6-A10BA51EE361}"/>
              </a:ext>
            </a:extLst>
          </p:cNvPr>
          <p:cNvPicPr>
            <a:picLocks noChangeAspect="1"/>
          </p:cNvPicPr>
          <p:nvPr userDrawn="1"/>
        </p:nvPicPr>
        <p:blipFill>
          <a:blip r:embed="rId9" cstate="print">
            <a:extLst>
              <a:ext uri="{28A0092B-C50C-407E-A947-70E740481C1C}">
                <a14:useLocalDpi xmlns:a14="http://schemas.microsoft.com/office/drawing/2010/main"/>
              </a:ext>
            </a:extLst>
          </a:blip>
          <a:srcRect/>
          <a:stretch>
            <a:fillRect/>
          </a:stretch>
        </p:blipFill>
        <p:spPr>
          <a:xfrm>
            <a:off x="9844322" y="228422"/>
            <a:ext cx="1512499" cy="1518680"/>
          </a:xfrm>
          <a:prstGeom prst="ellipse">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209041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白紙">
    <p:spTree>
      <p:nvGrpSpPr>
        <p:cNvPr id="1" name=""/>
        <p:cNvGrpSpPr/>
        <p:nvPr/>
      </p:nvGrpSpPr>
      <p:grpSpPr>
        <a:xfrm>
          <a:off x="0" y="0"/>
          <a:ext cx="0" cy="0"/>
          <a:chOff x="0" y="0"/>
          <a:chExt cx="0" cy="0"/>
        </a:xfrm>
      </p:grpSpPr>
      <p:pic>
        <p:nvPicPr>
          <p:cNvPr id="2" name="Picture 9">
            <a:extLst>
              <a:ext uri="{FF2B5EF4-FFF2-40B4-BE49-F238E27FC236}">
                <a16:creationId xmlns:a16="http://schemas.microsoft.com/office/drawing/2014/main" id="{F114BEFE-30F4-06E8-6BE0-619CDBC06F00}"/>
              </a:ext>
            </a:extLst>
          </p:cNvPr>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80327" y="6523613"/>
            <a:ext cx="1032653" cy="227114"/>
          </a:xfrm>
          <a:prstGeom prst="rect">
            <a:avLst/>
          </a:prstGeom>
          <a:noFill/>
          <a:ln>
            <a:noFill/>
          </a:ln>
        </p:spPr>
      </p:pic>
    </p:spTree>
    <p:extLst>
      <p:ext uri="{BB962C8B-B14F-4D97-AF65-F5344CB8AC3E}">
        <p14:creationId xmlns:p14="http://schemas.microsoft.com/office/powerpoint/2010/main" val="36348208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527999" y="11832"/>
            <a:ext cx="11160840" cy="423341"/>
          </a:xfrm>
          <a:prstGeom prst="rect">
            <a:avLst/>
          </a:prstGeom>
        </p:spPr>
        <p:txBody>
          <a:bodyPr vert="horz" lIns="0" tIns="0" rIns="0" bIns="0" rtlCol="0" anchor="t" anchorCtr="0">
            <a:noAutofit/>
          </a:bodyPr>
          <a:lstStyle/>
          <a:p>
            <a:r>
              <a:rPr lang="ja-JP" altLang="en-US"/>
              <a:t>マスター タイトルの書式設定</a:t>
            </a:r>
            <a:endParaRPr lang="en-GB"/>
          </a:p>
        </p:txBody>
      </p:sp>
      <p:sp>
        <p:nvSpPr>
          <p:cNvPr id="8" name="Text Placeholder 2"/>
          <p:cNvSpPr>
            <a:spLocks noGrp="1"/>
          </p:cNvSpPr>
          <p:nvPr>
            <p:ph type="body" idx="1"/>
          </p:nvPr>
        </p:nvSpPr>
        <p:spPr>
          <a:xfrm>
            <a:off x="528001" y="1588958"/>
            <a:ext cx="11160839" cy="4062543"/>
          </a:xfrm>
          <a:prstGeom prst="rect">
            <a:avLst/>
          </a:prstGeom>
        </p:spPr>
        <p:txBody>
          <a:bodyPr vert="horz" lIns="0" tIns="0" rIns="0" bIns="0" rtlCol="0">
            <a:no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GB" dirty="0"/>
          </a:p>
        </p:txBody>
      </p:sp>
      <p:sp>
        <p:nvSpPr>
          <p:cNvPr id="4" name="Slide Number Placeholder 5">
            <a:extLst>
              <a:ext uri="{FF2B5EF4-FFF2-40B4-BE49-F238E27FC236}">
                <a16:creationId xmlns:a16="http://schemas.microsoft.com/office/drawing/2014/main" id="{95723448-76E8-5A7D-4CE3-76075F2E9F20}"/>
              </a:ext>
            </a:extLst>
          </p:cNvPr>
          <p:cNvSpPr txBox="1">
            <a:spLocks/>
          </p:cNvSpPr>
          <p:nvPr userDrawn="1"/>
        </p:nvSpPr>
        <p:spPr>
          <a:xfrm>
            <a:off x="11358465" y="6505328"/>
            <a:ext cx="666276" cy="374975"/>
          </a:xfrm>
          <a:prstGeom prst="rect">
            <a:avLst/>
          </a:prstGeom>
        </p:spPr>
        <p:txBody>
          <a:bodyPr vert="horz" lIns="0" tIns="0" rIns="0" bIns="0" rtlCol="0" anchor="t" anchorCtr="0"/>
          <a:lstStyle>
            <a:defPPr>
              <a:defRPr lang="en-US"/>
            </a:defPPr>
            <a:lvl1pPr marL="0" algn="r"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3381702-59A5-4643-AE93-D7BF7F78153B}" type="slidenum">
              <a:rPr lang="en-GB" sz="1800" smtClean="0">
                <a:solidFill>
                  <a:prstClr val="black"/>
                </a:solidFill>
                <a:latin typeface="Meiryo UI"/>
                <a:ea typeface="Meiryo UI"/>
              </a:rPr>
              <a:pPr/>
              <a:t>‹#›</a:t>
            </a:fld>
            <a:endParaRPr lang="en-GB" sz="1800">
              <a:solidFill>
                <a:prstClr val="black"/>
              </a:solidFill>
              <a:latin typeface="Meiryo UI"/>
              <a:ea typeface="Meiryo UI"/>
            </a:endParaRPr>
          </a:p>
        </p:txBody>
      </p:sp>
      <p:sp>
        <p:nvSpPr>
          <p:cNvPr id="5" name="Footer Placeholder 4">
            <a:extLst>
              <a:ext uri="{FF2B5EF4-FFF2-40B4-BE49-F238E27FC236}">
                <a16:creationId xmlns:a16="http://schemas.microsoft.com/office/drawing/2014/main" id="{A33C1039-6B15-6CA8-3AE4-652276463C67}"/>
              </a:ext>
            </a:extLst>
          </p:cNvPr>
          <p:cNvSpPr txBox="1">
            <a:spLocks/>
          </p:cNvSpPr>
          <p:nvPr userDrawn="1"/>
        </p:nvSpPr>
        <p:spPr>
          <a:xfrm>
            <a:off x="7635268" y="6575094"/>
            <a:ext cx="3837497" cy="216000"/>
          </a:xfrm>
          <a:prstGeom prst="rect">
            <a:avLst/>
          </a:prstGeom>
        </p:spPr>
        <p:txBody>
          <a:bodyPr vert="horz" lIns="0" tIns="0" rIns="0" bIns="0" rtlCol="0" anchor="ctr" anchorCtr="0"/>
          <a:lstStyle>
            <a:defPPr>
              <a:defRPr lang="en-US"/>
            </a:defPPr>
            <a:lvl1pPr marL="0" algn="r" defTabSz="457200" rtl="0" eaLnBrk="1" latinLnBrk="0" hangingPunct="1">
              <a:defRPr sz="7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altLang="ja-JP" sz="700" dirty="0">
                <a:solidFill>
                  <a:prstClr val="black"/>
                </a:solidFill>
                <a:latin typeface="Meiryo UI"/>
                <a:ea typeface="Meiryo UI"/>
              </a:rPr>
              <a:t>© 20</a:t>
            </a:r>
            <a:r>
              <a:rPr lang="en-US" altLang="ja-JP" sz="700" dirty="0">
                <a:solidFill>
                  <a:prstClr val="black"/>
                </a:solidFill>
                <a:latin typeface="Meiryo UI"/>
                <a:ea typeface="Meiryo UI"/>
              </a:rPr>
              <a:t>26</a:t>
            </a:r>
            <a:r>
              <a:rPr lang="fr-FR" altLang="ja-JP" sz="700" dirty="0">
                <a:solidFill>
                  <a:prstClr val="black"/>
                </a:solidFill>
                <a:latin typeface="Meiryo UI"/>
                <a:ea typeface="Meiryo UI"/>
              </a:rPr>
              <a:t> KYOCERA Document Solutions Inc.</a:t>
            </a:r>
            <a:endParaRPr lang="en-GB" sz="700" dirty="0">
              <a:solidFill>
                <a:prstClr val="black"/>
              </a:solidFill>
              <a:latin typeface="Meiryo UI"/>
              <a:ea typeface="Meiryo UI"/>
            </a:endParaRPr>
          </a:p>
        </p:txBody>
      </p:sp>
    </p:spTree>
    <p:extLst>
      <p:ext uri="{BB962C8B-B14F-4D97-AF65-F5344CB8AC3E}">
        <p14:creationId xmlns:p14="http://schemas.microsoft.com/office/powerpoint/2010/main" val="1290768013"/>
      </p:ext>
    </p:extLst>
  </p:cSld>
  <p:clrMap bg1="lt1" tx1="dk1" bg2="lt2" tx2="dk2" accent1="accent1" accent2="accent2" accent3="accent3" accent4="accent4" accent5="accent5" accent6="accent6" hlink="hlink" folHlink="folHlink"/>
  <p:sldLayoutIdLst>
    <p:sldLayoutId id="2147483692" r:id="rId1"/>
    <p:sldLayoutId id="2147483693" r:id="rId2"/>
  </p:sldLayoutIdLst>
  <p:hf hdr="0" dt="0"/>
  <p:txStyles>
    <p:title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FA547AC-64D0-986A-E30F-CD1835B6168C}"/>
              </a:ext>
            </a:extLst>
          </p:cNvPr>
          <p:cNvSpPr txBox="1"/>
          <p:nvPr/>
        </p:nvSpPr>
        <p:spPr>
          <a:xfrm>
            <a:off x="450033" y="1675693"/>
            <a:ext cx="5689378" cy="1569660"/>
          </a:xfrm>
          <a:prstGeom prst="rect">
            <a:avLst/>
          </a:prstGeom>
          <a:noFill/>
        </p:spPr>
        <p:txBody>
          <a:bodyPr wrap="square" rtlCol="0" lIns="27432" rIns="27432" tIns="18288" bIns="18288">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kumimoji="1" lang="vi-VN" altLang="zh-CN" sz="2560" b="1" dirty="0">
                <a:solidFill>
                  <a:prstClr val="black"/>
                </a:solidFill>
                <a:latin typeface="Times New Roman" panose="020B0604030504040204" pitchFamily="18" charset="0"/>
                <a:ea typeface="Times New Roman" panose="020B0604030504040204" pitchFamily="18" charset="0"/>
                <a:cs typeface="Times New Roman" pitchFamily="18" charset="0"/>
              </a:rPr>
              <a:t>Athena đảm bảo quy trình tiền sản xuất GAS</a:t>
            </a:r>
            <a:r>
              <a:rPr kumimoji="1" lang="vi-VN" altLang="en-US" sz="2560" b="1" dirty="0">
                <a:solidFill>
                  <a:prstClr val="black"/>
                </a:solidFill>
                <a:latin typeface="Times New Roman" panose="020B0604030504040204" pitchFamily="18" charset="0"/>
                <a:ea typeface="Times New Roman" panose="020B0604030504040204" pitchFamily="18" charset="0"/>
                <a:cs typeface="Times New Roman" pitchFamily="18" charset="0"/>
              </a:rPr>
              <a:t/>
            </a:r>
            <a:r>
              <a:rPr kumimoji="1" lang="vi-VN" altLang="en-US" sz="2560" b="1" dirty="0">
                <a:solidFill>
                  <a:prstClr val="black"/>
                </a:solidFill>
                <a:latin typeface="Times New Roman" panose="020B0604030504040204" pitchFamily="18" charset="0"/>
                <a:ea typeface="Times New Roman" panose="020B0604030504040204" pitchFamily="18" charset="0"/>
                <a:cs typeface="Times New Roman" pitchFamily="18" charset="0"/>
              </a:rPr>
              <a:t/>
            </a:r>
            <a:r>
              <a:rPr kumimoji="1" lang="vi-VN" altLang="zh-CN" sz="2560" b="1" dirty="0">
                <a:solidFill>
                  <a:prstClr val="black"/>
                </a:solidFill>
                <a:latin typeface="Times New Roman" panose="020B0604030504040204" pitchFamily="18" charset="0"/>
                <a:ea typeface="Times New Roman" panose="020B0604030504040204" pitchFamily="18" charset="0"/>
                <a:cs typeface="Times New Roman" pitchFamily="18" charset="0"/>
              </a:rPr>
              <a:t/>
            </a:r>
            <a:r>
              <a:rPr kumimoji="1" lang="vi-VN" altLang="en-US" sz="2560" b="1" dirty="0">
                <a:solidFill>
                  <a:prstClr val="black"/>
                </a:solidFill>
                <a:latin typeface="Times New Roman" panose="020B0604030504040204" pitchFamily="18" charset="0"/>
                <a:ea typeface="Times New Roman" panose="020B0604030504040204" pitchFamily="18" charset="0"/>
                <a:cs typeface="Times New Roman" pitchFamily="18" charset="0"/>
              </a:rPr>
              <a:t/>
            </a:r>
            <a:endParaRPr kumimoji="1" lang="vi-VN" altLang="zh-CN" sz="3200" b="1" dirty="0">
              <a:solidFill>
                <a:prstClr val="black"/>
              </a:solidFill>
              <a:latin typeface="Times New Roman" panose="020B0604030504040204" pitchFamily="18" charset="0"/>
              <a:ea typeface="Times New Roman" panose="020B0604030504040204" pitchFamily="18" charset="0"/>
              <a:cs typeface="Times New Roman"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kumimoji="1" lang="vi-VN" altLang="en-US" sz="2560" b="1" dirty="0">
                <a:solidFill>
                  <a:prstClr val="black"/>
                </a:solidFill>
                <a:latin typeface="Times New Roman" panose="020B0604030504040204" pitchFamily="18" charset="0"/>
                <a:ea typeface="Times New Roman" panose="020B0604030504040204" pitchFamily="18" charset="0"/>
                <a:cs typeface="Times New Roman" pitchFamily="18" charset="0"/>
              </a:rPr>
              <a:t>Những điểm liên quan đến hệ thống sản xuất mới</a:t>
            </a:r>
            <a:endParaRPr kumimoji="1" lang="vi-VN" altLang="zh-CN" sz="3200" b="1" dirty="0">
              <a:solidFill>
                <a:prstClr val="black"/>
              </a:solidFill>
              <a:latin typeface="Times New Roman" panose="020B0604030504040204" pitchFamily="18" charset="0"/>
              <a:ea typeface="Times New Roman" panose="020B0604030504040204" pitchFamily="18" charset="0"/>
              <a:cs typeface="Times New Roman"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kumimoji="1" lang="vi-VN" altLang="zh-CN" sz="2560" b="1" dirty="0">
                <a:solidFill>
                  <a:prstClr val="black"/>
                </a:solidFill>
                <a:latin typeface="Times New Roman" panose="020B0604030504040204" pitchFamily="18" charset="0"/>
                <a:ea typeface="Times New Roman" panose="020B0604030504040204" pitchFamily="18" charset="0"/>
                <a:cs typeface="Times New Roman" pitchFamily="18" charset="0"/>
              </a:rPr>
              <a:t>&amp;Exp Cuộc họp về phương pháp sản xuất</a:t>
            </a:r>
            <a:r>
              <a:rPr kumimoji="1" lang="vi-VN" altLang="en-US" sz="2560" b="1" dirty="0">
                <a:solidFill>
                  <a:prstClr val="black"/>
                </a:solidFill>
                <a:latin typeface="Times New Roman" panose="020B0604030504040204" pitchFamily="18" charset="0"/>
                <a:ea typeface="Times New Roman" panose="020B0604030504040204" pitchFamily="18" charset="0"/>
                <a:cs typeface="Times New Roman" pitchFamily="18" charset="0"/>
              </a:rPr>
              <a:t/>
            </a:r>
            <a:endParaRPr kumimoji="1" lang="vi-VN" altLang="en-US" sz="4000" b="1" i="0" u="none" strike="noStrike" kern="1200" cap="none" spc="0" normalizeH="0" baseline="0" noProof="0" dirty="0">
              <a:ln>
                <a:noFill/>
              </a:ln>
              <a:solidFill>
                <a:prstClr val="black"/>
              </a:solidFill>
              <a:effectLst/>
              <a:uLnTx/>
              <a:uFillTx/>
              <a:latin typeface="Times New Roman" panose="020B0604030504040204" pitchFamily="18" charset="0"/>
              <a:ea typeface="Times New Roman" panose="020B0604030504040204" pitchFamily="18" charset="0"/>
              <a:cs typeface="Times New Roman" pitchFamily="18" charset="0"/>
            </a:endParaRPr>
          </a:p>
        </p:txBody>
      </p:sp>
      <p:sp>
        <p:nvSpPr>
          <p:cNvPr id="4" name="テキスト ボックス 2">
            <a:extLst>
              <a:ext uri="{FF2B5EF4-FFF2-40B4-BE49-F238E27FC236}">
                <a16:creationId xmlns:a16="http://schemas.microsoft.com/office/drawing/2014/main" id="{A625F457-84FC-7BED-9E6A-6D1A5C0CED95}"/>
              </a:ext>
            </a:extLst>
          </p:cNvPr>
          <p:cNvSpPr txBox="1"/>
          <p:nvPr/>
        </p:nvSpPr>
        <p:spPr>
          <a:xfrm>
            <a:off x="450033" y="3612648"/>
            <a:ext cx="1635384" cy="307777"/>
          </a:xfrm>
          <a:prstGeom prst="rect">
            <a:avLst/>
          </a:prstGeom>
          <a:noFill/>
        </p:spPr>
        <p:txBody>
          <a:bodyPr wrap="square" rtlCol="0" lIns="27432" rIns="27432" tIns="18288" bIns="18288">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lang="vi-VN">
                <a:latin typeface="Times New Roman" pitchFamily="18" charset="0"/>
                <a:ea typeface="Times New Roman" pitchFamily="18" charset="0"/>
                <a:cs typeface="Times New Roman" pitchFamily="18" charset="0"/>
              </a:defRPr>
            </a:pPr>
            <a:r>
              <a:rPr lang="vi-VN" altLang="ja-JP" sz="1120" b="1" dirty="0">
                <a:latin typeface="Times New Roman" panose="020B0604030504040204" pitchFamily="18" charset="0"/>
                <a:ea typeface="Times New Roman" panose="020B0604030504040204" pitchFamily="18" charset="0"/>
                <a:cs typeface="Times New Roman" panose="020B0604030504040204" pitchFamily="18" charset="0"/>
              </a:rPr>
              <a:t>Ngày 22 tháng 6 năm 2026</a:t>
            </a:r>
            <a:r>
              <a:rPr lang="vi-VN" altLang="en-US" sz="1120" b="1" dirty="0">
                <a:latin typeface="Times New Roman" panose="020B0604030504040204" pitchFamily="18" charset="0"/>
                <a:ea typeface="Times New Roman" panose="020B0604030504040204" pitchFamily="18" charset="0"/>
                <a:cs typeface="Times New Roman" panose="020B0604030504040204" pitchFamily="18" charset="0"/>
              </a:rPr>
              <a:t/>
            </a:r>
            <a:r>
              <a:rPr lang="vi-VN" altLang="ja-JP" sz="1120" b="1" dirty="0">
                <a:latin typeface="Times New Roman" panose="020B0604030504040204" pitchFamily="18" charset="0"/>
                <a:ea typeface="Times New Roman" panose="020B0604030504040204" pitchFamily="18" charset="0"/>
                <a:cs typeface="Times New Roman" panose="020B0604030504040204" pitchFamily="18" charset="0"/>
              </a:rPr>
              <a:t/>
            </a:r>
            <a:r>
              <a:rPr lang="vi-VN" altLang="en-US" sz="1120" b="1" dirty="0">
                <a:latin typeface="Times New Roman" panose="020B0604030504040204" pitchFamily="18" charset="0"/>
                <a:ea typeface="Times New Roman" panose="020B0604030504040204" pitchFamily="18" charset="0"/>
                <a:cs typeface="Times New Roman" panose="020B0604030504040204" pitchFamily="18" charset="0"/>
              </a:rPr>
              <a:t/>
            </a:r>
            <a:r>
              <a:rPr lang="vi-VN" altLang="ja-JP" sz="1120" b="1" dirty="0">
                <a:latin typeface="Times New Roman" panose="020B0604030504040204" pitchFamily="18" charset="0"/>
                <a:ea typeface="Times New Roman" panose="020B0604030504040204" pitchFamily="18" charset="0"/>
                <a:cs typeface="Times New Roman" panose="020B0604030504040204" pitchFamily="18" charset="0"/>
              </a:rPr>
              <a:t/>
            </a:r>
            <a:r>
              <a:rPr lang="vi-VN" altLang="en-US" sz="1120" b="1" dirty="0">
                <a:latin typeface="Times New Roman" panose="020B0604030504040204" pitchFamily="18" charset="0"/>
                <a:ea typeface="Times New Roman" panose="020B0604030504040204" pitchFamily="18" charset="0"/>
                <a:cs typeface="Times New Roman" panose="020B0604030504040204" pitchFamily="18" charset="0"/>
              </a:rPr>
              <a:t/>
            </a:r>
            <a:endParaRPr lang="vi-VN">
              <a:latin typeface="Times New Roman" pitchFamily="18" charset="0"/>
              <a:ea typeface="Times New Roman" pitchFamily="18" charset="0"/>
              <a:cs typeface="Times New Roman" pitchFamily="18" charset="0"/>
            </a:endParaRPr>
          </a:p>
        </p:txBody>
      </p:sp>
      <p:sp>
        <p:nvSpPr>
          <p:cNvPr id="8" name="テキスト ボックス 14">
            <a:extLst>
              <a:ext uri="{FF2B5EF4-FFF2-40B4-BE49-F238E27FC236}">
                <a16:creationId xmlns:a16="http://schemas.microsoft.com/office/drawing/2014/main" id="{04000CBB-D308-4ED1-AE97-17F098BEE8F6}"/>
              </a:ext>
            </a:extLst>
          </p:cNvPr>
          <p:cNvSpPr txBox="1"/>
          <p:nvPr/>
        </p:nvSpPr>
        <p:spPr>
          <a:xfrm>
            <a:off x="450033" y="4085198"/>
            <a:ext cx="4305987" cy="369332"/>
          </a:xfrm>
          <a:prstGeom prst="rect">
            <a:avLst/>
          </a:prstGeom>
          <a:noFill/>
        </p:spPr>
        <p:txBody>
          <a:bodyPr wrap="square" rtlCol="0" lIns="27432" rIns="27432" tIns="18288" bIns="18288">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kumimoji="1" lang="vi-VN" altLang="en-US" b="1" i="0" u="none" strike="noStrike" kern="1200" cap="none" spc="0" normalizeH="0" baseline="0" noProof="0" dirty="0">
                <a:ln>
                  <a:noFill/>
                </a:ln>
                <a:solidFill>
                  <a:prstClr val="black"/>
                </a:solidFill>
                <a:effectLst/>
                <a:uLnTx/>
                <a:uFillTx/>
                <a:latin typeface="Times New Roman" panose="020B0604030504040204" pitchFamily="18" charset="0"/>
                <a:ea typeface="Times New Roman" panose="020B0604030504040204" pitchFamily="18" charset="0"/>
                <a:cs typeface="Times New Roman" panose="020B0604030504040204" pitchFamily="18" charset="0"/>
              </a:rPr>
              <a:t>Phòng Công nghệ Sản xuất số 1, Phòng Công nghệ Sản xuất số 13, He Shubin</a:t>
            </a:r>
            <a:r>
              <a:rPr kumimoji="1" lang="vi-VN" altLang="zh-CN" b="1" i="0" u="none" strike="noStrike" kern="1200" cap="none" spc="0" normalizeH="0" baseline="0" noProof="0" dirty="0">
                <a:ln>
                  <a:noFill/>
                </a:ln>
                <a:solidFill>
                  <a:prstClr val="black"/>
                </a:solidFill>
                <a:effectLst/>
                <a:uLnTx/>
                <a:uFillTx/>
                <a:latin typeface="Times New Roman" panose="020B0604030504040204" pitchFamily="18" charset="0"/>
                <a:ea typeface="Times New Roman" panose="020B0604030504040204" pitchFamily="18" charset="0"/>
                <a:cs typeface="Times New Roman" panose="020B0604030504040204" pitchFamily="18" charset="0"/>
              </a:rPr>
              <a:t/>
            </a:r>
            <a:r>
              <a:rPr kumimoji="1" lang="vi-VN" altLang="en-US" b="1" i="0" u="none" strike="noStrike" kern="1200" cap="none" spc="0" normalizeH="0" baseline="0" noProof="0" dirty="0">
                <a:ln>
                  <a:noFill/>
                </a:ln>
                <a:solidFill>
                  <a:prstClr val="black"/>
                </a:solidFill>
                <a:effectLst/>
                <a:uLnTx/>
                <a:uFillTx/>
                <a:latin typeface="Times New Roman" panose="020B0604030504040204" pitchFamily="18" charset="0"/>
                <a:ea typeface="Times New Roman" panose="020B0604030504040204" pitchFamily="18" charset="0"/>
                <a:cs typeface="Times New Roman" panose="020B0604030504040204" pitchFamily="18" charset="0"/>
              </a:rPr>
              <a:t/>
            </a:r>
            <a:r>
              <a:rPr kumimoji="1" lang="vi-VN" altLang="ja-JP" b="1" i="0" u="none" strike="noStrike" kern="1200" cap="none" spc="0" normalizeH="0" baseline="0" noProof="0" dirty="0">
                <a:ln>
                  <a:noFill/>
                </a:ln>
                <a:solidFill>
                  <a:prstClr val="black"/>
                </a:solidFill>
                <a:effectLst/>
                <a:uLnTx/>
                <a:uFillTx/>
                <a:latin typeface="Times New Roman" panose="020B0604030504040204" pitchFamily="18" charset="0"/>
                <a:ea typeface="Times New Roman" panose="020B0604030504040204" pitchFamily="18" charset="0"/>
                <a:cs typeface="Times New Roman" panose="020B0604030504040204" pitchFamily="18" charset="0"/>
              </a:rPr>
              <a:t/>
            </a:r>
            <a:r>
              <a:rPr kumimoji="1" lang="vi-VN" altLang="en-US" b="1" i="0" u="none" strike="noStrike" kern="1200" cap="none" spc="0" normalizeH="0" baseline="0" noProof="0" dirty="0">
                <a:ln>
                  <a:noFill/>
                </a:ln>
                <a:solidFill>
                  <a:prstClr val="black"/>
                </a:solidFill>
                <a:effectLst/>
                <a:uLnTx/>
                <a:uFillTx/>
                <a:latin typeface="Times New Roman" panose="020B0604030504040204" pitchFamily="18" charset="0"/>
                <a:ea typeface="Times New Roman" panose="020B0604030504040204" pitchFamily="18" charset="0"/>
                <a:cs typeface="Times New Roman" panose="020B0604030504040204" pitchFamily="18" charset="0"/>
              </a:rPr>
              <a:t/>
            </a:r>
            <a:r>
              <a:rPr kumimoji="1" lang="vi-VN" altLang="en-US" b="1" i="0" u="none" strike="noStrike" kern="1200" cap="none" spc="0" normalizeH="0" baseline="0" dirty="0">
                <a:ln>
                  <a:noFill/>
                </a:ln>
                <a:solidFill>
                  <a:prstClr val="black"/>
                </a:solidFill>
                <a:effectLst/>
                <a:uLnTx/>
                <a:uFillTx/>
                <a:latin typeface="Times New Roman" panose="020B0604030504040204" pitchFamily="18" charset="0"/>
                <a:ea typeface="Times New Roman" panose="020B0604030504040204" pitchFamily="18" charset="0"/>
                <a:cs typeface="Times New Roman" panose="020B0604030504040204" pitchFamily="18" charset="0"/>
              </a:rPr>
              <a:t/>
            </a:r>
            <a:endParaRPr kumimoji="1" lang="vi-VN" altLang="en-US" b="1" i="0" u="none" strike="noStrike" kern="1200" cap="none" spc="0" normalizeH="0" baseline="0" noProof="0" dirty="0">
              <a:ln>
                <a:noFill/>
              </a:ln>
              <a:solidFill>
                <a:prstClr val="black"/>
              </a:solidFill>
              <a:effectLst/>
              <a:uLnTx/>
              <a:uFillTx/>
              <a:latin typeface="Times New Roman" panose="020B0604030504040204" pitchFamily="18" charset="0"/>
              <a:ea typeface="Times New Roman" panose="020B0604030504040204" pitchFamily="18" charset="0"/>
              <a:cs typeface="Times New Roman" panose="020B0604030504040204" pitchFamily="18" charset="0"/>
            </a:endParaRPr>
          </a:p>
        </p:txBody>
      </p:sp>
    </p:spTree>
    <p:extLst>
      <p:ext uri="{BB962C8B-B14F-4D97-AF65-F5344CB8AC3E}">
        <p14:creationId xmlns:p14="http://schemas.microsoft.com/office/powerpoint/2010/main" val="3394005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0CA595D2-F7A1-4B5E-8399-3512241F94FC}"/>
              </a:ext>
            </a:extLst>
          </p:cNvPr>
          <p:cNvSpPr/>
          <p:nvPr/>
        </p:nvSpPr>
        <p:spPr>
          <a:xfrm>
            <a:off x="803207" y="1075252"/>
            <a:ext cx="10392401" cy="1846146"/>
          </a:xfrm>
          <a:prstGeom prst="rect">
            <a:avLst/>
          </a:prstGeom>
        </p:spPr>
        <p:txBody>
          <a:bodyPr wrap="square" lIns="27432" rIns="27432" tIns="18288" bIns="18288">
            <a:normAutofit/>
          </a:bodyPr>
          <a:lstStyle/>
          <a:p>
            <a:pPr>
              <a:lnSpc>
                <a:spcPct val="200000"/>
              </a:lnSpc>
              <a:defRPr lang="vi-VN">
                <a:latin typeface="Times New Roman" pitchFamily="18" charset="0"/>
                <a:ea typeface="Times New Roman" pitchFamily="18" charset="0"/>
                <a:cs typeface="Times New Roman" pitchFamily="18" charset="0"/>
              </a:defRPr>
            </a:pPr>
            <a:r>
              <a:rPr lang="vi-VN" altLang="zh-CN" sz="1600" dirty="0">
                <a:latin typeface="Times New Roman" panose="020B0604030504040204" pitchFamily="18" charset="0"/>
                <a:ea typeface="Times New Roman" panose="020B0604030504040204" pitchFamily="18" charset="0"/>
                <a:cs typeface="Times New Roman" pitchFamily="18" charset="0"/>
              </a:rPr>
              <a:t>Vì cần phải giới thiệu một hệ thống sản xuất mới cho quy trình sản xuất GAS đảm bảo của Athena nên chúng tôi sẽ thảo luận các điểm liên quan trước khi sản xuất.</a:t>
            </a:r>
            <a:r>
              <a:rPr lang="vi-VN" altLang="en-US" sz="1600" dirty="0">
                <a:latin typeface="Times New Roman" panose="020B0604030504040204" pitchFamily="18" charset="0"/>
                <a:ea typeface="Times New Roman" panose="020B0604030504040204" pitchFamily="18" charset="0"/>
                <a:cs typeface="Times New Roman" pitchFamily="18" charset="0"/>
              </a:rPr>
              <a:t/>
            </a:r>
            <a:r>
              <a:rPr lang="vi-VN" altLang="en-US" sz="1600" dirty="0">
                <a:latin typeface="Times New Roman" panose="020B0604030504040204" pitchFamily="18" charset="0"/>
                <a:ea typeface="Times New Roman" panose="020B0604030504040204" pitchFamily="18" charset="0"/>
                <a:cs typeface="Times New Roman" pitchFamily="18" charset="0"/>
              </a:rPr>
              <a:t/>
            </a:r>
            <a:r>
              <a:rPr lang="vi-VN" altLang="zh-CN" sz="1600" dirty="0">
                <a:latin typeface="Times New Roman" panose="020B0604030504040204" pitchFamily="18" charset="0"/>
                <a:ea typeface="Times New Roman" panose="020B0604030504040204" pitchFamily="18" charset="0"/>
                <a:cs typeface="Times New Roman" pitchFamily="18" charset="0"/>
              </a:rPr>
              <a:t/>
            </a:r>
            <a:r>
              <a:rPr lang="vi-VN" altLang="en-US" sz="1600" dirty="0">
                <a:latin typeface="Times New Roman" panose="020B0604030504040204" pitchFamily="18" charset="0"/>
                <a:ea typeface="Times New Roman" panose="020B0604030504040204" pitchFamily="18" charset="0"/>
                <a:cs typeface="Times New Roman" pitchFamily="18" charset="0"/>
              </a:rPr>
              <a:t/>
            </a:r>
            <a:endParaRPr lang="vi-VN" altLang="zh-CN" sz="2000" dirty="0">
              <a:latin typeface="Times New Roman" panose="020B0604030504040204" pitchFamily="18" charset="0"/>
              <a:ea typeface="Times New Roman" panose="020B0604030504040204" pitchFamily="18" charset="0"/>
              <a:cs typeface="Times New Roman" pitchFamily="18" charset="0"/>
            </a:endParaRPr>
          </a:p>
          <a:p>
            <a:pPr>
              <a:lnSpc>
                <a:spcPct val="200000"/>
              </a:lnSpc>
              <a:defRPr lang="vi-VN">
                <a:latin typeface="Times New Roman" pitchFamily="18" charset="0"/>
                <a:ea typeface="Times New Roman" pitchFamily="18" charset="0"/>
                <a:cs typeface="Times New Roman" pitchFamily="18" charset="0"/>
              </a:defRPr>
            </a:pPr>
            <a:r>
              <a:rPr lang="vi-VN" altLang="en-US" sz="1600" dirty="0">
                <a:latin typeface="Times New Roman" panose="020B0604030504040204" pitchFamily="18" charset="0"/>
                <a:ea typeface="Times New Roman" panose="020B0604030504040204" pitchFamily="18" charset="0"/>
                <a:cs typeface="Times New Roman" pitchFamily="18" charset="0"/>
              </a:rPr>
              <a:t>Đồng thời, các điểm gặp gỡ liên quan sẽ được dùng làm tài liệu tham khảo cho quyết định cuối cùng về phương thức sản xuất EXP.</a:t>
            </a:r>
            <a:r>
              <a:rPr lang="vi-VN" altLang="zh-CN" sz="1600" dirty="0">
                <a:latin typeface="Times New Roman" panose="020B0604030504040204" pitchFamily="18" charset="0"/>
                <a:ea typeface="Times New Roman" panose="020B0604030504040204" pitchFamily="18" charset="0"/>
                <a:cs typeface="Times New Roman" pitchFamily="18" charset="0"/>
              </a:rPr>
              <a:t/>
            </a:r>
            <a:r>
              <a:rPr lang="vi-VN" altLang="en-US" sz="1600" dirty="0">
                <a:latin typeface="Times New Roman" panose="020B0604030504040204" pitchFamily="18" charset="0"/>
                <a:ea typeface="Times New Roman" panose="020B0604030504040204" pitchFamily="18" charset="0"/>
                <a:cs typeface="Times New Roman" pitchFamily="18" charset="0"/>
              </a:rPr>
              <a:t/>
            </a:r>
            <a:r>
              <a:rPr lang="vi-VN" altLang="en-US" sz="1600" dirty="0">
                <a:latin typeface="Times New Roman" panose="020B0604030504040204" pitchFamily="18" charset="0"/>
                <a:ea typeface="Times New Roman" panose="020B0604030504040204" pitchFamily="18" charset="0"/>
                <a:cs typeface="Times New Roman" pitchFamily="18" charset="0"/>
              </a:rPr>
              <a:t/>
            </a:r>
            <a:endParaRPr lang="vi-VN">
              <a:latin typeface="Times New Roman" pitchFamily="18" charset="0"/>
              <a:ea typeface="Times New Roman" pitchFamily="18" charset="0"/>
              <a:cs typeface="Times New Roman" pitchFamily="18" charset="0"/>
            </a:endParaRPr>
          </a:p>
        </p:txBody>
      </p:sp>
      <p:sp>
        <p:nvSpPr>
          <p:cNvPr id="4" name="テキスト ボックス 1">
            <a:extLst>
              <a:ext uri="{FF2B5EF4-FFF2-40B4-BE49-F238E27FC236}">
                <a16:creationId xmlns:a16="http://schemas.microsoft.com/office/drawing/2014/main" id="{F75B9468-1A30-4DF7-8716-CFFFE5030E10}"/>
              </a:ext>
            </a:extLst>
          </p:cNvPr>
          <p:cNvSpPr txBox="1"/>
          <p:nvPr/>
        </p:nvSpPr>
        <p:spPr>
          <a:xfrm>
            <a:off x="1919287" y="132643"/>
            <a:ext cx="8353425" cy="461665"/>
          </a:xfrm>
          <a:prstGeom prst="rect">
            <a:avLst/>
          </a:prstGeom>
          <a:noFill/>
        </p:spPr>
        <p:txBody>
          <a:bodyPr wrap="square" rtlCol="0"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lang="vi-VN" altLang="en-US" sz="1920" b="1" dirty="0">
                <a:latin typeface="Times New Roman" panose="020B0604030504040204" pitchFamily="18" charset="0"/>
                <a:ea typeface="Times New Roman" panose="020B0604030504040204" pitchFamily="18" charset="0"/>
                <a:cs typeface="Times New Roman" pitchFamily="18" charset="0"/>
              </a:rPr>
              <a:t>mục lục</a:t>
            </a:r>
            <a:endParaRPr lang="vi-VN" altLang="en-US" sz="2400" b="1" dirty="0">
              <a:latin typeface="Times New Roman" panose="020B0604030504040204" pitchFamily="18" charset="0"/>
              <a:ea typeface="Times New Roman" panose="020B0604030504040204" pitchFamily="18" charset="0"/>
              <a:cs typeface="Times New Roman" pitchFamily="18" charset="0"/>
            </a:endParaRPr>
          </a:p>
        </p:txBody>
      </p:sp>
      <p:sp>
        <p:nvSpPr>
          <p:cNvPr id="2" name="矩形 1">
            <a:extLst>
              <a:ext uri="{FF2B5EF4-FFF2-40B4-BE49-F238E27FC236}">
                <a16:creationId xmlns:a16="http://schemas.microsoft.com/office/drawing/2014/main" id="{D06869CA-6E54-9352-BE0D-314E7486FF66}"/>
              </a:ext>
            </a:extLst>
          </p:cNvPr>
          <p:cNvSpPr/>
          <p:nvPr/>
        </p:nvSpPr>
        <p:spPr>
          <a:xfrm>
            <a:off x="899798" y="2869708"/>
            <a:ext cx="10392401" cy="1230593"/>
          </a:xfrm>
          <a:prstGeom prst="rect">
            <a:avLst/>
          </a:prstGeom>
        </p:spPr>
        <p:txBody>
          <a:bodyPr wrap="square" lIns="27432" rIns="27432" tIns="18288" bIns="18288">
            <a:normAutofit/>
          </a:bodyPr>
          <a:lstStyle/>
          <a:p>
            <a:pPr>
              <a:lnSpc>
                <a:spcPct val="200000"/>
              </a:lnSpc>
              <a:defRPr lang="vi-VN">
                <a:latin typeface="Times New Roman" pitchFamily="18" charset="0"/>
                <a:ea typeface="Times New Roman" pitchFamily="18" charset="0"/>
                <a:cs typeface="Times New Roman" pitchFamily="18" charset="0"/>
              </a:defRPr>
            </a:pPr>
            <a:r>
              <a:rPr lang="vi-VN" altLang="zh-CN" sz="1600" dirty="0">
                <a:latin typeface="Times New Roman" panose="020B0604030504040204" pitchFamily="18" charset="0"/>
                <a:ea typeface="Times New Roman" panose="020B0604030504040204" pitchFamily="18" charset="0"/>
                <a:cs typeface="Times New Roman" pitchFamily="18" charset="0"/>
              </a:rPr>
              <a:t>1. Điểm cản trở công việc của hệ thống sản xuất mới (P3-P4)</a:t>
            </a:r>
            <a:r>
              <a:rPr lang="vi-VN" altLang="en-US" sz="1600" dirty="0">
                <a:latin typeface="Times New Roman" panose="020B0604030504040204" pitchFamily="18" charset="0"/>
                <a:ea typeface="Times New Roman" panose="020B0604030504040204" pitchFamily="18" charset="0"/>
                <a:cs typeface="Times New Roman" pitchFamily="18" charset="0"/>
              </a:rPr>
              <a:t/>
            </a:r>
            <a:r>
              <a:rPr lang="vi-VN" altLang="en-US" sz="1600" dirty="0">
                <a:latin typeface="Times New Roman" panose="020B0604030504040204" pitchFamily="18" charset="0"/>
                <a:ea typeface="Times New Roman" panose="020B0604030504040204" pitchFamily="18" charset="0"/>
                <a:cs typeface="Times New Roman" pitchFamily="18" charset="0"/>
              </a:rPr>
              <a:t/>
            </a:r>
            <a:r>
              <a:rPr lang="vi-VN" altLang="en-US" sz="1600" dirty="0">
                <a:latin typeface="Times New Roman" panose="020B0604030504040204" pitchFamily="18" charset="0"/>
                <a:ea typeface="Times New Roman" panose="020B0604030504040204" pitchFamily="18" charset="0"/>
                <a:cs typeface="Times New Roman" pitchFamily="18" charset="0"/>
              </a:rPr>
              <a:t/>
            </a:r>
            <a:r>
              <a:rPr lang="vi-VN" altLang="zh-CN" sz="1600" dirty="0">
                <a:latin typeface="Times New Roman" panose="020B0604030504040204" pitchFamily="18" charset="0"/>
                <a:ea typeface="Times New Roman" panose="020B0604030504040204" pitchFamily="18" charset="0"/>
                <a:cs typeface="Times New Roman" pitchFamily="18" charset="0"/>
              </a:rPr>
              <a:t/>
            </a:r>
            <a:r>
              <a:rPr lang="vi-VN" altLang="en-US" sz="1600" dirty="0">
                <a:latin typeface="Times New Roman" panose="020B0604030504040204" pitchFamily="18" charset="0"/>
                <a:ea typeface="Times New Roman" panose="020B0604030504040204" pitchFamily="18" charset="0"/>
                <a:cs typeface="Times New Roman" pitchFamily="18" charset="0"/>
              </a:rPr>
              <a:t/>
            </a:r>
            <a:endParaRPr lang="vi-VN" altLang="zh-CN" sz="2000" dirty="0">
              <a:latin typeface="Times New Roman" panose="020B0604030504040204" pitchFamily="18" charset="0"/>
              <a:ea typeface="Times New Roman" panose="020B0604030504040204" pitchFamily="18" charset="0"/>
              <a:cs typeface="Times New Roman" pitchFamily="18" charset="0"/>
            </a:endParaRPr>
          </a:p>
          <a:p>
            <a:pPr>
              <a:lnSpc>
                <a:spcPct val="200000"/>
              </a:lnSpc>
              <a:defRPr lang="vi-VN">
                <a:latin typeface="Times New Roman" pitchFamily="18" charset="0"/>
                <a:ea typeface="Times New Roman" pitchFamily="18" charset="0"/>
                <a:cs typeface="Times New Roman" pitchFamily="18" charset="0"/>
              </a:defRPr>
            </a:pPr>
            <a:r>
              <a:rPr lang="vi-VN" altLang="zh-CN" sz="1600" dirty="0">
                <a:latin typeface="Times New Roman" panose="020B0604030504040204" pitchFamily="18" charset="0"/>
                <a:ea typeface="Times New Roman" panose="020B0604030504040204" pitchFamily="18" charset="0"/>
                <a:cs typeface="Times New Roman" pitchFamily="18" charset="0"/>
              </a:rPr>
              <a:t>2. Các vấn đề kinh niên của hệ thống mới (P5)</a:t>
            </a:r>
            <a:r>
              <a:rPr lang="vi-VN" altLang="en-US" sz="1600" dirty="0">
                <a:latin typeface="Times New Roman" panose="020B0604030504040204" pitchFamily="18" charset="0"/>
                <a:ea typeface="Times New Roman" panose="020B0604030504040204" pitchFamily="18" charset="0"/>
                <a:cs typeface="Times New Roman" pitchFamily="18" charset="0"/>
              </a:rPr>
              <a:t/>
            </a:r>
            <a:r>
              <a:rPr lang="vi-VN" altLang="en-US" sz="1600" dirty="0">
                <a:latin typeface="Times New Roman" panose="020B0604030504040204" pitchFamily="18" charset="0"/>
                <a:ea typeface="Times New Roman" panose="020B0604030504040204" pitchFamily="18" charset="0"/>
                <a:cs typeface="Times New Roman" pitchFamily="18" charset="0"/>
              </a:rPr>
              <a:t/>
            </a:r>
            <a:r>
              <a:rPr lang="vi-VN" altLang="en-US" sz="1600" dirty="0">
                <a:latin typeface="Times New Roman" panose="020B0604030504040204" pitchFamily="18" charset="0"/>
                <a:ea typeface="Times New Roman" panose="020B0604030504040204" pitchFamily="18" charset="0"/>
                <a:cs typeface="Times New Roman" pitchFamily="18" charset="0"/>
              </a:rPr>
              <a:t/>
            </a:r>
            <a:r>
              <a:rPr lang="vi-VN" altLang="zh-CN" sz="1600" dirty="0">
                <a:latin typeface="Times New Roman" panose="020B0604030504040204" pitchFamily="18" charset="0"/>
                <a:ea typeface="Times New Roman" panose="020B0604030504040204" pitchFamily="18" charset="0"/>
                <a:cs typeface="Times New Roman" pitchFamily="18" charset="0"/>
              </a:rPr>
              <a:t/>
            </a:r>
            <a:endParaRPr lang="vi-VN" altLang="en-US" sz="2000" dirty="0">
              <a:latin typeface="Times New Roman" panose="020B0604030504040204" pitchFamily="18" charset="0"/>
              <a:ea typeface="Times New Roman" panose="020B0604030504040204" pitchFamily="18" charset="0"/>
              <a:cs typeface="Times New Roman" pitchFamily="18" charset="0"/>
            </a:endParaRPr>
          </a:p>
        </p:txBody>
      </p:sp>
    </p:spTree>
    <p:extLst>
      <p:ext uri="{BB962C8B-B14F-4D97-AF65-F5344CB8AC3E}">
        <p14:creationId xmlns:p14="http://schemas.microsoft.com/office/powerpoint/2010/main" val="1665067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2273B3E4-99FB-4F3A-9EC4-F1F3E40B4D4A}"/>
              </a:ext>
            </a:extLst>
          </p:cNvPr>
          <p:cNvSpPr txBox="1">
            <a:spLocks noChangeArrowheads="1"/>
          </p:cNvSpPr>
          <p:nvPr/>
        </p:nvSpPr>
        <p:spPr bwMode="auto">
          <a:xfrm>
            <a:off x="2284809" y="0"/>
            <a:ext cx="6924661" cy="69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wrap="square" lIns="27432" rIns="27432" tIns="18288" bIns="18288">
            <a:normAutofit/>
          </a:bodyPr>
          <a:lstStyle>
            <a:lvl1pPr>
              <a:lnSpc>
                <a:spcPct val="90000"/>
              </a:lnSpc>
              <a:spcBef>
                <a:spcPts val="1000"/>
              </a:spcBef>
              <a:buFont typeface="Arial" panose="020B0604020202020204" pitchFamily="34" charset="0"/>
              <a:buChar char="+"/>
              <a:defRPr kumimoji="1">
                <a:solidFill>
                  <a:schemeClr val="tx1"/>
                </a:solidFill>
                <a:latin typeface="Meiryo UI" panose="020B0604030504040204" pitchFamily="50" charset="-128"/>
                <a:ea typeface="Meiryo UI" panose="020B0604030504040204" pitchFamily="50" charset="-128"/>
              </a:defRPr>
            </a:lvl1pPr>
            <a:lvl2pPr marL="685800" indent="-228600">
              <a:lnSpc>
                <a:spcPct val="90000"/>
              </a:lnSpc>
              <a:spcBef>
                <a:spcPts val="500"/>
              </a:spcBef>
              <a:buFont typeface="Arial" panose="020B0604020202020204" pitchFamily="34" charset="0"/>
              <a:buChar char="+"/>
              <a:defRPr kumimoji="1">
                <a:solidFill>
                  <a:schemeClr val="tx1"/>
                </a:solidFill>
                <a:latin typeface="Meiryo UI" panose="020B0604030504040204" pitchFamily="50" charset="-128"/>
                <a:ea typeface="Meiryo UI" panose="020B0604030504040204" pitchFamily="50" charset="-128"/>
              </a:defRPr>
            </a:lvl2pPr>
            <a:lvl3pPr marL="1143000" indent="-228600">
              <a:lnSpc>
                <a:spcPct val="90000"/>
              </a:lnSpc>
              <a:spcBef>
                <a:spcPts val="500"/>
              </a:spcBef>
              <a:buFont typeface="Arial" panose="020B0604020202020204" pitchFamily="34" charset="0"/>
              <a:buChar char="+"/>
              <a:defRPr kumimoji="1" sz="1600">
                <a:solidFill>
                  <a:schemeClr val="tx1"/>
                </a:solidFill>
                <a:latin typeface="Meiryo UI" panose="020B0604030504040204" pitchFamily="50" charset="-128"/>
                <a:ea typeface="Meiryo UI" panose="020B0604030504040204" pitchFamily="50" charset="-128"/>
              </a:defRPr>
            </a:lvl3pPr>
            <a:lvl4pPr marL="1600200" indent="-228600">
              <a:lnSpc>
                <a:spcPct val="90000"/>
              </a:lnSpc>
              <a:spcBef>
                <a:spcPts val="500"/>
              </a:spcBef>
              <a:buFont typeface="Arial" panose="020B0604020202020204" pitchFamily="34" charset="0"/>
              <a:buChar char="+"/>
              <a:defRPr kumimoji="1" sz="1600">
                <a:solidFill>
                  <a:schemeClr val="tx1"/>
                </a:solidFill>
                <a:latin typeface="Meiryo UI" panose="020B0604030504040204" pitchFamily="50" charset="-128"/>
                <a:ea typeface="Meiryo UI" panose="020B0604030504040204" pitchFamily="50" charset="-128"/>
              </a:defRPr>
            </a:lvl4pPr>
            <a:lvl5pPr marL="2057400" indent="-228600">
              <a:lnSpc>
                <a:spcPct val="90000"/>
              </a:lnSpc>
              <a:spcBef>
                <a:spcPts val="500"/>
              </a:spcBef>
              <a:buFont typeface="Arial" panose="020B0604020202020204" pitchFamily="34" charset="0"/>
              <a:buChar char="+"/>
              <a:defRPr kumimoji="1" sz="1400">
                <a:solidFill>
                  <a:schemeClr val="tx1"/>
                </a:solidFill>
                <a:latin typeface="Meiryo UI" panose="020B0604030504040204" pitchFamily="50" charset="-128"/>
                <a:ea typeface="Meiryo UI" panose="020B0604030504040204" pitchFamily="50" charset="-128"/>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kumimoji="1" sz="1400">
                <a:solidFill>
                  <a:schemeClr val="tx1"/>
                </a:solidFill>
                <a:latin typeface="Meiryo UI" panose="020B0604030504040204" pitchFamily="50" charset="-128"/>
                <a:ea typeface="Meiryo UI" panose="020B0604030504040204" pitchFamily="50" charset="-128"/>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kumimoji="1" sz="1400">
                <a:solidFill>
                  <a:schemeClr val="tx1"/>
                </a:solidFill>
                <a:latin typeface="Meiryo UI" panose="020B0604030504040204" pitchFamily="50" charset="-128"/>
                <a:ea typeface="Meiryo UI" panose="020B0604030504040204" pitchFamily="50" charset="-128"/>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kumimoji="1" sz="1400">
                <a:solidFill>
                  <a:schemeClr val="tx1"/>
                </a:solidFill>
                <a:latin typeface="Meiryo UI" panose="020B0604030504040204" pitchFamily="50" charset="-128"/>
                <a:ea typeface="Meiryo UI" panose="020B0604030504040204" pitchFamily="50" charset="-128"/>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kumimoji="1" sz="1400">
                <a:solidFill>
                  <a:schemeClr val="tx1"/>
                </a:solidFill>
                <a:latin typeface="Meiryo UI" panose="020B0604030504040204" pitchFamily="50" charset="-128"/>
                <a:ea typeface="Meiryo UI" panose="020B0604030504040204" pitchFamily="50" charset="-128"/>
              </a:defRPr>
            </a:lvl9pPr>
          </a:lstStyle>
          <a:p>
            <a:pPr algn="ctr">
              <a:lnSpc>
                <a:spcPct val="100000"/>
              </a:lnSpc>
              <a:spcBef>
                <a:spcPct val="0"/>
              </a:spcBef>
              <a:buFontTx/>
              <a:buNone/>
              <a:defRPr lang="vi-VN">
                <a:latin typeface="Times New Roman" pitchFamily="18" charset="0"/>
                <a:ea typeface="Times New Roman" pitchFamily="18" charset="0"/>
                <a:cs typeface="Times New Roman" pitchFamily="18" charset="0"/>
              </a:defRPr>
            </a:pPr>
            <a:r>
              <a:rPr lang="vi-VN" altLang="zh-CN" sz="1920" b="1" dirty="0">
                <a:latin typeface="Times New Roman" panose="020B0604030504040204" pitchFamily="18" charset="0"/>
                <a:ea typeface="Times New Roman" panose="020B0604030504040204" pitchFamily="18" charset="0"/>
                <a:cs typeface="Times New Roman" panose="020B0604030504040204" pitchFamily="18" charset="0"/>
              </a:rPr>
              <a:t>Điểm cản trở công việc của hệ thống sản xuất mới Athena ①</a:t>
            </a:r>
            <a:r>
              <a:rPr lang="vi-VN" altLang="en-US" sz="1920" b="1" dirty="0">
                <a:latin typeface="Times New Roman" panose="020B0604030504040204" pitchFamily="18" charset="0"/>
                <a:ea typeface="Times New Roman" panose="020B0604030504040204" pitchFamily="18" charset="0"/>
                <a:cs typeface="Times New Roman" panose="020B0604030504040204" pitchFamily="18" charset="0"/>
              </a:rPr>
              <a:t/>
            </a:r>
            <a:r>
              <a:rPr lang="vi-VN" altLang="en-US" sz="1920" b="1" dirty="0">
                <a:latin typeface="Times New Roman" panose="020B0604030504040204" pitchFamily="18" charset="0"/>
                <a:ea typeface="Times New Roman" panose="020B0604030504040204" pitchFamily="18" charset="0"/>
                <a:cs typeface="Times New Roman" pitchFamily="18" charset="0"/>
              </a:rPr>
              <a:t/>
            </a:r>
            <a:endParaRPr lang="vi-VN" altLang="en-US" sz="2400" b="1" dirty="0">
              <a:latin typeface="Times New Roman" panose="020B0604030504040204" pitchFamily="18" charset="0"/>
              <a:ea typeface="Times New Roman" panose="020B0604030504040204" pitchFamily="18" charset="0"/>
              <a:cs typeface="Times New Roman" panose="020B0604030504040204" pitchFamily="18" charset="0"/>
            </a:endParaRPr>
          </a:p>
        </p:txBody>
      </p:sp>
      <p:graphicFrame>
        <p:nvGraphicFramePr>
          <p:cNvPr id="27" name="表格 26">
            <a:extLst>
              <a:ext uri="{FF2B5EF4-FFF2-40B4-BE49-F238E27FC236}">
                <a16:creationId xmlns:a16="http://schemas.microsoft.com/office/drawing/2014/main" id="{12C96D60-9F92-4D37-BD6F-B3797B9A9C3B}"/>
              </a:ext>
            </a:extLst>
          </p:cNvPr>
          <p:cNvGraphicFramePr>
            <a:graphicFrameLocks noGrp="1"/>
          </p:cNvGraphicFramePr>
          <p:nvPr>
            <p:extLst>
              <p:ext uri="{D42A27DB-BD31-4B8C-83A1-F6EECF244321}">
                <p14:modId xmlns:p14="http://schemas.microsoft.com/office/powerpoint/2010/main" val="548121815"/>
              </p:ext>
            </p:extLst>
          </p:nvPr>
        </p:nvGraphicFramePr>
        <p:xfrm>
          <a:off x="163639" y="608916"/>
          <a:ext cx="11864721" cy="5824081"/>
        </p:xfrm>
        <a:graphic>
          <a:graphicData uri="http://schemas.openxmlformats.org/drawingml/2006/table">
            <a:tbl>
              <a:tblPr>
                <a:tableStyleId>{5940675A-B579-460E-94D1-54222C63F5DA}</a:tableStyleId>
              </a:tblPr>
              <a:tblGrid>
                <a:gridCol w="2034862">
                  <a:extLst>
                    <a:ext uri="{9D8B030D-6E8A-4147-A177-3AD203B41FA5}">
                      <a16:colId xmlns:a16="http://schemas.microsoft.com/office/drawing/2014/main" val="2223039794"/>
                    </a:ext>
                  </a:extLst>
                </a:gridCol>
                <a:gridCol w="5531476">
                  <a:extLst>
                    <a:ext uri="{9D8B030D-6E8A-4147-A177-3AD203B41FA5}">
                      <a16:colId xmlns:a16="http://schemas.microsoft.com/office/drawing/2014/main" val="3952420282"/>
                    </a:ext>
                  </a:extLst>
                </a:gridCol>
                <a:gridCol w="4298383">
                  <a:extLst>
                    <a:ext uri="{9D8B030D-6E8A-4147-A177-3AD203B41FA5}">
                      <a16:colId xmlns:a16="http://schemas.microsoft.com/office/drawing/2014/main" val="788126979"/>
                    </a:ext>
                  </a:extLst>
                </a:gridCol>
              </a:tblGrid>
              <a:tr h="341930">
                <a:tc>
                  <a:txBody>
                    <a:bodyPr wrap="square" lIns="27432" rIns="27432" tIns="18288" bIns="18288">
                      <a:normAutofit/>
                    </a:bodyPr>
                    <a:lstStyle/>
                    <a:p>
                      <a:pPr algn="ctr" fontAlgn="ctr">
                        <a:defRPr lang="vi-VN">
                          <a:latin typeface="Times New Roman" pitchFamily="18" charset="0"/>
                          <a:ea typeface="Times New Roman" pitchFamily="18" charset="0"/>
                          <a:cs typeface="Times New Roman" pitchFamily="18" charset="0"/>
                        </a:defRPr>
                      </a:pPr>
                      <a:r>
                        <a:rPr lang="vi-VN" altLang="en-US" sz="1120" b="1"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Số khuôn</a:t>
                      </a:r>
                      <a:endParaRPr lang="vi-VN" altLang="en-US" sz="1400" b="1"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tc>
                  <a:txBody>
                    <a:bodyPr wrap="square" lIns="27432" rIns="27432" tIns="18288" bIns="18288">
                      <a:normAutofit/>
                    </a:bodyPr>
                    <a:lstStyle/>
                    <a:p>
                      <a:pPr algn="ctr" fontAlgn="ctr">
                        <a:defRPr lang="vi-VN">
                          <a:latin typeface="Times New Roman" pitchFamily="18" charset="0"/>
                          <a:ea typeface="Times New Roman" pitchFamily="18" charset="0"/>
                          <a:cs typeface="Times New Roman" pitchFamily="18" charset="0"/>
                        </a:defRPr>
                      </a:pPr>
                      <a:r>
                        <a:rPr lang="vi-VN" altLang="en-US" sz="1120" b="1"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điểm ức chế</a:t>
                      </a:r>
                      <a:r>
                        <a:rPr lang="vi-VN" altLang="en-US" sz="1120" b="1"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atin typeface="Times New Roman" pitchFamily="18" charset="0"/>
                        <a:ea typeface="Times New Roman" pitchFamily="18" charset="0"/>
                        <a:cs typeface="Times New Roman" pitchFamily="18" charset="0"/>
                      </a:endParaRPr>
                    </a:p>
                  </a:txBody>
                  <a:tcPr marL="4763" marR="4763" marT="4763" marB="0" anchor="ctr"/>
                </a:tc>
                <a:tc>
                  <a:txBody>
                    <a:bodyPr wrap="square" lIns="27432" rIns="27432" tIns="18288" bIns="18288">
                      <a:normAutofit/>
                    </a:bodyPr>
                    <a:lstStyle/>
                    <a:p>
                      <a:pPr algn="ctr" fontAlgn="ctr">
                        <a:defRPr lang="vi-VN">
                          <a:latin typeface="Times New Roman" pitchFamily="18" charset="0"/>
                          <a:ea typeface="Times New Roman" pitchFamily="18" charset="0"/>
                          <a:cs typeface="Times New Roman" pitchFamily="18" charset="0"/>
                        </a:defRPr>
                      </a:pPr>
                      <a:r>
                        <a:rPr lang="vi-VN" altLang="en-US" sz="1120" b="1"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các bước công việc</a:t>
                      </a:r>
                      <a:endParaRPr lang="vi-VN" altLang="en-US" sz="1400" b="1"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extLst>
                  <a:ext uri="{0D108BD9-81ED-4DB2-BD59-A6C34878D82A}">
                    <a16:rowId xmlns:a16="http://schemas.microsoft.com/office/drawing/2014/main" val="3535050122"/>
                  </a:ext>
                </a:extLst>
              </a:tr>
              <a:tr h="1660403">
                <a:tc>
                  <a:txBody>
                    <a:bodyPr wrap="square" lIns="27432" rIns="27432" tIns="18288" bIns="18288">
                      <a:normAutofit/>
                    </a:bodyPr>
                    <a:lstStyle/>
                    <a:p>
                      <a:pPr algn="l" fontAlgn="ctr">
                        <a:defRPr lang="vi-VN">
                          <a:latin typeface="Times New Roman" pitchFamily="18" charset="0"/>
                          <a:ea typeface="Times New Roman" pitchFamily="18" charset="0"/>
                          <a:cs typeface="Times New Roman" pitchFamily="18" charset="0"/>
                        </a:defRPr>
                      </a:pP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2</a:t>
                      </a:r>
                      <a:r>
                        <a:rPr lang="vi-VN" altLang="ja-JP" sz="1400" u="none" strike="noStrike" dirty="0">
                          <a:effectLst/>
                          <a:latin typeface="Times New Roman" panose="020B0604030504040204" pitchFamily="18" charset="0"/>
                          <a:ea typeface="Times New Roman" panose="020B0604030504040204" pitchFamily="18" charset="0"/>
                          <a:cs typeface="Times New Roman" pitchFamily="18" charset="0"/>
                        </a:rPr>
                        <a:t>V9_7404</a:t>
                      </a:r>
                      <a:endParaRPr lang="vi-VN">
                        <a:latin typeface="Times New Roman" pitchFamily="18" charset="0"/>
                        <a:ea typeface="Times New Roman"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Tablet </a:t>
                      </a:r>
                      <a:r>
                        <a:rPr lang="vi-VN" altLang="ja-JP" sz="1400" u="none" strike="noStrike" dirty="0">
                          <a:effectLst/>
                          <a:latin typeface="Times New Roman" panose="020B0604030504040204" pitchFamily="18" charset="0"/>
                          <a:ea typeface="Times New Roman" panose="020B0604030504040204" pitchFamily="18" charset="0"/>
                          <a:cs typeface="Times New Roman" pitchFamily="18" charset="0"/>
                        </a:rPr>
                        <a:t>P</a:t>
                      </a: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rogram</a:t>
                      </a:r>
                      <a:endParaRPr lang="vi-VN">
                        <a:latin typeface="Times New Roman" pitchFamily="18" charset="0"/>
                        <a:ea typeface="Times New Roman"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endPar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2</a:t>
                      </a:r>
                      <a:r>
                        <a:rPr lang="vi-VN" altLang="ja-JP" sz="1400" u="none" strike="noStrike" dirty="0">
                          <a:effectLst/>
                          <a:latin typeface="Times New Roman" panose="020B0604030504040204" pitchFamily="18" charset="0"/>
                          <a:ea typeface="Times New Roman" panose="020B0604030504040204" pitchFamily="18" charset="0"/>
                          <a:cs typeface="Times New Roman" pitchFamily="18" charset="0"/>
                        </a:rPr>
                        <a:t>V9_7402</a:t>
                      </a:r>
                      <a:endParaRPr lang="vi-VN">
                        <a:latin typeface="Times New Roman" pitchFamily="18" charset="0"/>
                        <a:ea typeface="Times New Roman"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Raspberry Pi</a:t>
                      </a:r>
                      <a:r>
                        <a:rPr lang="vi-VN" altLang="en-US" sz="1400" u="none" strike="noStrike" dirty="0">
                          <a:effectLst/>
                          <a:latin typeface="Times New Roman" panose="020B0604030504040204" pitchFamily="18" charset="0"/>
                          <a:ea typeface="Times New Roman" panose="020B0604030504040204" pitchFamily="18" charset="0"/>
                          <a:cs typeface="Times New Roman" pitchFamily="18" charset="0"/>
                        </a:rPr>
                        <a:t> </a:t>
                      </a:r>
                      <a:r>
                        <a:rPr lang="vi-VN" altLang="ja-JP" sz="1400" u="none" strike="noStrike" dirty="0">
                          <a:effectLst/>
                          <a:latin typeface="Times New Roman" panose="020B0604030504040204" pitchFamily="18" charset="0"/>
                          <a:ea typeface="Times New Roman" panose="020B0604030504040204" pitchFamily="18" charset="0"/>
                          <a:cs typeface="Times New Roman" pitchFamily="18" charset="0"/>
                        </a:rPr>
                        <a:t>P</a:t>
                      </a: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rogram</a:t>
                      </a:r>
                      <a:endParaRPr lang="vi-VN" altLang="ja-JP"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endParaRPr lang="vi-VN" altLang="ja-JP"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tc>
                  <a:txBody>
                    <a:bodyPr wrap="square" lIns="27432" rIns="27432" tIns="18288" bIns="18288">
                      <a:normAutofit/>
                    </a:bodyPr>
                    <a:lstStyle/>
                    <a:p>
                      <a:pPr marL="0" marR="0" lvl="0" indent="0" algn="l" defTabSz="914400" rtl="0" eaLnBrk="1" fontAlgn="ctr"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Không thể hủy công việc cuối cùng của từng quy trình A1 &amp; A2/A3 bằng máy tính bảng.</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marL="0" marR="0" lvl="0" indent="0" algn="l" defTabSz="914400" rtl="0" eaLnBrk="1" fontAlgn="ctr"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marL="0" marR="0" lvl="0" indent="0" algn="l" defTabSz="914400" rtl="0" eaLnBrk="1" fontAlgn="ctr"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lang="vi-VN" altLang="zh-CN" sz="10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Nhiệm vụ cuối cùng của A1: DisplayNoQuit|Xin_SwitchOFF_Move_the_machine_to_A2_Next_WaitingPool_Then_Press_y_enter_to_continue</a:t>
                      </a:r>
                      <a:r>
                        <a:rPr lang="vi-VN" altLang="en-US" sz="10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0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0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atin typeface="Times New Roman" pitchFamily="18" charset="0"/>
                        <a:ea typeface="Times New Roman" pitchFamily="18" charset="0"/>
                        <a:cs typeface="Times New Roman" pitchFamily="18" charset="0"/>
                      </a:endParaRPr>
                    </a:p>
                    <a:p>
                      <a:pPr marL="0" marR="0" lvl="0" indent="0" algn="l" defTabSz="914400" rtl="0" eaLnBrk="1" fontAlgn="ctr"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lang="vi-VN" altLang="zh-CN" sz="10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Nhiệm vụ cuối cùng của A2: DisplayNoQuit|Xin_SwitchOFF_Move_the_machine_to_A3_Next_WaitingPool_Then_Press_y_enter_to_continue</a:t>
                      </a:r>
                      <a:r>
                        <a:rPr lang="vi-VN" altLang="en-US" sz="10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0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0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atin typeface="Times New Roman" pitchFamily="18" charset="0"/>
                        <a:ea typeface="Times New Roman" pitchFamily="18" charset="0"/>
                        <a:cs typeface="Times New Roman" pitchFamily="18" charset="0"/>
                      </a:endParaRPr>
                    </a:p>
                    <a:p>
                      <a:pPr marL="0" marR="0" lvl="0" indent="0" algn="l" defTabSz="914400" rtl="0" eaLnBrk="1" fontAlgn="ctr"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lang="vi-VN" altLang="zh-CN" sz="10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Tác phẩm cuối cùng A3:</a:t>
                      </a:r>
                      <a:r>
                        <a:rPr lang="vi-VN" altLang="en-US" sz="10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0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atin typeface="Times New Roman" pitchFamily="18" charset="0"/>
                        <a:ea typeface="Times New Roman"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zh-CN" sz="10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DisplayNoQuit|Please_SwitchOFF_Move_the_machine_to_A4_Next_WaitingPool_Then_Press_y_enter_to_continue</a:t>
                      </a:r>
                      <a:endParaRPr lang="vi-VN" altLang="en-US" sz="10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tc>
                  <a:txBody>
                    <a:bodyPr wrap="square" lIns="27432" rIns="27432" tIns="18288" bIns="18288">
                      <a:normAutofit/>
                    </a:bodyPr>
                    <a:lstStyle/>
                    <a:p>
                      <a:pPr algn="l" fontAlgn="ctr">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Nếu bạn muốn dừng công việc trên máy tính bảng vào lúc này,</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marL="0" marR="0" lvl="0" indent="0" algn="l" defTabSz="914400" rtl="0" eaLnBrk="1" fontAlgn="ctr"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① Nhấp đúp vào “√” trên màn hình máy tính bảng trong quy trình liên quan để Raspberry Pi tiếp tục nhiệm vụ tiếp theo.</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marL="0" marR="0" lvl="0" indent="0" algn="l" defTabSz="914400" rtl="0" eaLnBrk="1" fontAlgn="ctr"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②Sau khi đăng nhập vào máy bằng máy tính bảng cho quy trình tiếp theo, hãy nhấp đúp vào dấu "X" trên màn hình máy tính bảng để hủy công việc.</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FF0000"/>
                        </a:solidFill>
                        <a:effectLst/>
                        <a:highlight>
                          <a:srgbClr val="FFFF00"/>
                        </a:highlight>
                        <a:latin typeface="Times New Roman" panose="020B0604030504040204" pitchFamily="18" charset="0"/>
                        <a:ea typeface="Times New Roman" panose="020B0604030504040204" pitchFamily="18" charset="0"/>
                        <a:cs typeface="Times New Roman" pitchFamily="18" charset="0"/>
                      </a:endParaRPr>
                    </a:p>
                    <a:p>
                      <a:pPr marL="0" marR="0" lvl="0" indent="0" algn="l" defTabSz="914400" rtl="0" eaLnBrk="1" fontAlgn="ctr"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extLst>
                  <a:ext uri="{0D108BD9-81ED-4DB2-BD59-A6C34878D82A}">
                    <a16:rowId xmlns:a16="http://schemas.microsoft.com/office/drawing/2014/main" val="775190196"/>
                  </a:ext>
                </a:extLst>
              </a:tr>
              <a:tr h="2114285">
                <a:tc>
                  <a:txBody>
                    <a:bodyPr wrap="square" lIns="27432" rIns="27432" tIns="18288" bIns="18288">
                      <a:normAutofit/>
                    </a:bodyPr>
                    <a:lstStyle/>
                    <a:p>
                      <a:pPr algn="l" fontAlgn="ctr">
                        <a:defRPr lang="vi-VN">
                          <a:latin typeface="Times New Roman" pitchFamily="18" charset="0"/>
                          <a:ea typeface="Times New Roman" pitchFamily="18" charset="0"/>
                          <a:cs typeface="Times New Roman" pitchFamily="18" charset="0"/>
                        </a:defRPr>
                      </a:pP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2</a:t>
                      </a:r>
                      <a:r>
                        <a:rPr lang="vi-VN" altLang="ja-JP" sz="1400" u="none" strike="noStrike" dirty="0">
                          <a:effectLst/>
                          <a:latin typeface="Times New Roman" panose="020B0604030504040204" pitchFamily="18" charset="0"/>
                          <a:ea typeface="Times New Roman" panose="020B0604030504040204" pitchFamily="18" charset="0"/>
                          <a:cs typeface="Times New Roman" pitchFamily="18" charset="0"/>
                        </a:rPr>
                        <a:t>V9_7404</a:t>
                      </a:r>
                      <a:endParaRPr lang="vi-VN">
                        <a:latin typeface="Times New Roman" pitchFamily="18" charset="0"/>
                        <a:ea typeface="Times New Roman"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Tablet </a:t>
                      </a:r>
                      <a:r>
                        <a:rPr lang="vi-VN" altLang="ja-JP" sz="1400" u="none" strike="noStrike" dirty="0">
                          <a:effectLst/>
                          <a:latin typeface="Times New Roman" panose="020B0604030504040204" pitchFamily="18" charset="0"/>
                          <a:ea typeface="Times New Roman" panose="020B0604030504040204" pitchFamily="18" charset="0"/>
                          <a:cs typeface="Times New Roman" pitchFamily="18" charset="0"/>
                        </a:rPr>
                        <a:t>P</a:t>
                      </a: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rogram</a:t>
                      </a:r>
                      <a:endParaRPr lang="vi-VN" altLang="ja-JP"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tc>
                  <a:txBody>
                    <a:bodyPr wrap="square" lIns="27432" rIns="27432" tIns="18288" bIns="18288">
                      <a:normAutofit/>
                    </a:bodyPr>
                    <a:lstStyle/>
                    <a:p>
                      <a:pPr algn="l" fontAlgn="ctr">
                        <a:defRPr lang="vi-VN">
                          <a:latin typeface="Times New Roman" pitchFamily="18" charset="0"/>
                          <a:ea typeface="Times New Roman" pitchFamily="18" charset="0"/>
                          <a:cs typeface="Times New Roman" pitchFamily="18" charset="0"/>
                        </a:defRPr>
                      </a:pPr>
                      <a:r>
                        <a:rPr lang="vi-VN" altLang="ja-JP" sz="1120" u="none" strike="noStrike" dirty="0">
                          <a:effectLst/>
                          <a:latin typeface="Times New Roman" panose="020B0604030504040204" pitchFamily="18" charset="0"/>
                          <a:ea typeface="Times New Roman" panose="020B0604030504040204" pitchFamily="18" charset="0"/>
                          <a:cs typeface="Times New Roman" pitchFamily="18" charset="0"/>
                        </a:rPr>
                        <a:t>Khi Chương trình được cập nhật (bao gồm các cập nhật về mã, nội dung cơ sở dữ liệu, v.v.),</a:t>
                      </a:r>
                      <a:r>
                        <a:rPr lang="vi-VN" altLang="zh-CN" sz="1120" u="none" strike="noStrike" dirty="0">
                          <a:effectLst/>
                          <a:latin typeface="Times New Roman" panose="020B0604030504040204" pitchFamily="18" charset="0"/>
                          <a:ea typeface="Times New Roman" panose="020B0604030504040204" pitchFamily="18" charset="0"/>
                          <a:cs typeface="Times New Roman" pitchFamily="18" charset="0"/>
                        </a:rPr>
                        <a:t/>
                      </a:r>
                      <a:r>
                        <a:rPr lang="vi-VN" altLang="en-US" sz="1120" u="none" strike="noStrike" dirty="0">
                          <a:effectLst/>
                          <a:latin typeface="Times New Roman" panose="020B0604030504040204" pitchFamily="18" charset="0"/>
                          <a:ea typeface="Times New Roman" panose="020B0604030504040204" pitchFamily="18" charset="0"/>
                          <a:cs typeface="Times New Roman" pitchFamily="18" charset="0"/>
                        </a:rPr>
                        <a:t/>
                      </a:r>
                      <a:r>
                        <a:rPr lang="vi-VN" altLang="en-US" sz="1120" u="none" strike="noStrike" dirty="0">
                          <a:effectLst/>
                          <a:latin typeface="Times New Roman" panose="020B0604030504040204" pitchFamily="18" charset="0"/>
                          <a:ea typeface="Times New Roman" panose="020B0604030504040204" pitchFamily="18" charset="0"/>
                          <a:cs typeface="Times New Roman" pitchFamily="18" charset="0"/>
                        </a:rPr>
                        <a:t/>
                      </a:r>
                      <a:r>
                        <a:rPr lang="vi-VN" altLang="en-US" sz="1120" u="none" strike="noStrike" dirty="0">
                          <a:effectLst/>
                          <a:latin typeface="Times New Roman" panose="020B0604030504040204" pitchFamily="18" charset="0"/>
                          <a:ea typeface="Times New Roman" panose="020B0604030504040204" pitchFamily="18" charset="0"/>
                          <a:cs typeface="Times New Roman" pitchFamily="18" charset="0"/>
                        </a:rPr>
                        <a:t/>
                      </a:r>
                      <a:r>
                        <a:rPr lang="vi-VN" altLang="en-US" sz="1120" u="none" strike="noStrike" dirty="0">
                          <a:effectLst/>
                          <a:latin typeface="Times New Roman" panose="020B0604030504040204" pitchFamily="18" charset="0"/>
                          <a:ea typeface="Times New Roman" panose="020B0604030504040204" pitchFamily="18" charset="0"/>
                          <a:cs typeface="Times New Roman" pitchFamily="18" charset="0"/>
                        </a:rPr>
                        <a:t/>
                      </a:r>
                      <a:r>
                        <a:rPr lang="vi-VN" altLang="en-US" sz="1120" u="none" strike="noStrike" dirty="0">
                          <a:effectLst/>
                          <a:latin typeface="Times New Roman" panose="020B0604030504040204" pitchFamily="18" charset="0"/>
                          <a:ea typeface="Times New Roman" panose="020B0604030504040204" pitchFamily="18" charset="0"/>
                          <a:cs typeface="Times New Roman" pitchFamily="18" charset="0"/>
                        </a:rPr>
                        <a:t/>
                      </a:r>
                      <a:endPar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en-US" sz="1120" u="none" strike="noStrike" dirty="0">
                          <a:effectLst/>
                          <a:latin typeface="Times New Roman" panose="020B0604030504040204" pitchFamily="18" charset="0"/>
                          <a:ea typeface="Times New Roman" panose="020B0604030504040204" pitchFamily="18" charset="0"/>
                          <a:cs typeface="Times New Roman" pitchFamily="18" charset="0"/>
                        </a:rPr>
                        <a:t>Trước khi bắt đầu công việc, hãy mở phía Chương trình và xóa bộ nhớ đệm.</a:t>
                      </a:r>
                      <a:r>
                        <a:rPr lang="vi-VN" altLang="ja-JP" sz="1120" u="none" strike="noStrike" dirty="0">
                          <a:effectLst/>
                          <a:latin typeface="Times New Roman" panose="020B0604030504040204" pitchFamily="18" charset="0"/>
                          <a:ea typeface="Times New Roman" panose="020B0604030504040204" pitchFamily="18" charset="0"/>
                          <a:cs typeface="Times New Roman" pitchFamily="18" charset="0"/>
                        </a:rPr>
                        <a:t/>
                      </a:r>
                      <a:r>
                        <a:rPr lang="vi-VN" altLang="zh-CN" sz="1120" u="none" strike="noStrike" dirty="0">
                          <a:effectLst/>
                          <a:latin typeface="Times New Roman" panose="020B0604030504040204" pitchFamily="18" charset="0"/>
                          <a:ea typeface="Times New Roman" panose="020B0604030504040204" pitchFamily="18" charset="0"/>
                          <a:cs typeface="Times New Roman" pitchFamily="18" charset="0"/>
                        </a:rPr>
                        <a:t/>
                      </a:r>
                      <a:r>
                        <a:rPr lang="vi-VN" altLang="en-US" sz="1120" u="none" strike="noStrike" dirty="0">
                          <a:effectLst/>
                          <a:latin typeface="Times New Roman" panose="020B0604030504040204" pitchFamily="18" charset="0"/>
                          <a:ea typeface="Times New Roman" panose="020B0604030504040204" pitchFamily="18" charset="0"/>
                          <a:cs typeface="Times New Roman" pitchFamily="18" charset="0"/>
                        </a:rPr>
                        <a:t/>
                      </a:r>
                      <a:r>
                        <a:rPr lang="vi-VN" altLang="ja-JP" sz="1120" u="none" strike="noStrike" dirty="0">
                          <a:effectLst/>
                          <a:latin typeface="Times New Roman" panose="020B0604030504040204" pitchFamily="18" charset="0"/>
                          <a:ea typeface="Times New Roman" panose="020B0604030504040204" pitchFamily="18" charset="0"/>
                          <a:cs typeface="Times New Roman" pitchFamily="18" charset="0"/>
                        </a:rPr>
                        <a:t/>
                      </a:r>
                      <a:r>
                        <a:rPr lang="vi-VN" altLang="en-US" sz="1120" u="none" strike="noStrike" dirty="0">
                          <a:effectLst/>
                          <a:latin typeface="Times New Roman" panose="020B0604030504040204" pitchFamily="18" charset="0"/>
                          <a:ea typeface="Times New Roman" panose="020B0604030504040204" pitchFamily="18" charset="0"/>
                          <a:cs typeface="Times New Roman" pitchFamily="18" charset="0"/>
                        </a:rPr>
                        <a:t/>
                      </a:r>
                      <a:endParaRPr lang="vi-VN" altLang="en-US"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tc>
                  <a:txBody>
                    <a:bodyPr wrap="square" lIns="27432" rIns="27432" tIns="18288" bIns="18288">
                      <a:normAutofit/>
                    </a:bodyPr>
                    <a:lstStyle/>
                    <a:p>
                      <a:pPr algn="l" fontAlgn="ctr">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Đi vào màn hình bộ đệm của trang web và xóa bộ đệm;</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Nếu không được xóa, lỗi nhầm lẫn sẽ hiển thị trên màn hình Chương trình.</a:t>
                      </a:r>
                      <a:r>
                        <a:rPr lang="vi-VN" altLang="ja-JP" sz="1120" u="none" strike="noStrike" dirty="0">
                          <a:effectLst/>
                          <a:latin typeface="Times New Roman" panose="020B0604030504040204" pitchFamily="18" charset="0"/>
                          <a:ea typeface="Times New Roman" panose="020B0604030504040204" pitchFamily="18" charset="0"/>
                          <a:cs typeface="Times New Roman" pitchFamily="18" charset="0"/>
                        </a:rPr>
                        <a:t/>
                      </a:r>
                      <a:r>
                        <a:rPr lang="vi-VN" altLang="zh-CN" sz="1120" u="none" strike="noStrike" dirty="0">
                          <a:effectLst/>
                          <a:latin typeface="Times New Roman" panose="020B0604030504040204" pitchFamily="18" charset="0"/>
                          <a:ea typeface="Times New Roman" panose="020B0604030504040204" pitchFamily="18" charset="0"/>
                          <a:cs typeface="Times New Roman" pitchFamily="18" charset="0"/>
                        </a:rPr>
                        <a:t/>
                      </a:r>
                      <a:r>
                        <a:rPr lang="vi-VN" altLang="en-US" sz="1120" u="none" strike="noStrike" dirty="0">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atin typeface="Times New Roman" pitchFamily="18" charset="0"/>
                        <a:ea typeface="Times New Roman" pitchFamily="18" charset="0"/>
                        <a:cs typeface="Times New Roman" pitchFamily="18" charset="0"/>
                      </a:endParaRPr>
                    </a:p>
                  </a:txBody>
                  <a:tcPr marL="4763" marR="4763" marT="4763" marB="0"/>
                </a:tc>
                <a:extLst>
                  <a:ext uri="{0D108BD9-81ED-4DB2-BD59-A6C34878D82A}">
                    <a16:rowId xmlns:a16="http://schemas.microsoft.com/office/drawing/2014/main" val="4059748991"/>
                  </a:ext>
                </a:extLst>
              </a:tr>
              <a:tr h="882203">
                <a:tc>
                  <a:txBody>
                    <a:bodyPr wrap="square" lIns="27432" rIns="27432" tIns="18288" bIns="18288">
                      <a:normAutofit/>
                    </a:bodyPr>
                    <a:lstStyle/>
                    <a:p>
                      <a:pPr algn="l" fontAlgn="ctr">
                        <a:defRPr lang="vi-VN">
                          <a:latin typeface="Times New Roman" pitchFamily="18" charset="0"/>
                          <a:ea typeface="Times New Roman" pitchFamily="18" charset="0"/>
                          <a:cs typeface="Times New Roman" pitchFamily="18" charset="0"/>
                        </a:defRPr>
                      </a:pP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2</a:t>
                      </a:r>
                      <a:r>
                        <a:rPr lang="vi-VN" altLang="ja-JP" sz="1400" u="none" strike="noStrike" dirty="0">
                          <a:effectLst/>
                          <a:latin typeface="Times New Roman" panose="020B0604030504040204" pitchFamily="18" charset="0"/>
                          <a:ea typeface="Times New Roman" panose="020B0604030504040204" pitchFamily="18" charset="0"/>
                          <a:cs typeface="Times New Roman" pitchFamily="18" charset="0"/>
                        </a:rPr>
                        <a:t>V9_7402</a:t>
                      </a:r>
                      <a:endParaRPr lang="vi-VN">
                        <a:latin typeface="Times New Roman" pitchFamily="18" charset="0"/>
                        <a:ea typeface="Times New Roman"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Raspberry Pi</a:t>
                      </a:r>
                      <a:r>
                        <a:rPr lang="vi-VN" altLang="en-US" sz="1400" u="none" strike="noStrike" dirty="0">
                          <a:effectLst/>
                          <a:latin typeface="Times New Roman" panose="020B0604030504040204" pitchFamily="18" charset="0"/>
                          <a:ea typeface="Times New Roman" panose="020B0604030504040204" pitchFamily="18" charset="0"/>
                          <a:cs typeface="Times New Roman" pitchFamily="18" charset="0"/>
                        </a:rPr>
                        <a:t> </a:t>
                      </a:r>
                      <a:r>
                        <a:rPr lang="vi-VN" altLang="ja-JP" sz="1400" u="none" strike="noStrike" dirty="0">
                          <a:effectLst/>
                          <a:latin typeface="Times New Roman" panose="020B0604030504040204" pitchFamily="18" charset="0"/>
                          <a:ea typeface="Times New Roman" panose="020B0604030504040204" pitchFamily="18" charset="0"/>
                          <a:cs typeface="Times New Roman" pitchFamily="18" charset="0"/>
                        </a:rPr>
                        <a:t>P</a:t>
                      </a: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rogram</a:t>
                      </a:r>
                      <a:endParaRPr lang="vi-VN" altLang="ja-JP"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tc>
                  <a:txBody>
                    <a:bodyPr wrap="square" lIns="27432" rIns="27432" tIns="18288" bIns="18288">
                      <a:normAutofit/>
                    </a:bodyPr>
                    <a:lstStyle/>
                    <a:p>
                      <a:pPr algn="l" fontAlgn="ctr">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Có thể sử dụng pin di động để tránh bị tắt nguồn khi làm việc trên Raspberry Pi. Người lao động phải cẩn thận về lượng điện năng trong pin di động. Nếu nguồn điện không đủ, công việc phải dừng lại và thay thế thiết bị di động, nếu không công việc sẽ không thể tiếp tục.</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atin typeface="Times New Roman" pitchFamily="18" charset="0"/>
                        <a:ea typeface="Times New Roman" pitchFamily="18" charset="0"/>
                        <a:cs typeface="Times New Roman" pitchFamily="18" charset="0"/>
                      </a:endParaRPr>
                    </a:p>
                  </a:txBody>
                  <a:tcPr marL="4763" marR="4763" marT="4763" marB="0" anchor="ctr"/>
                </a:tc>
                <a:tc>
                  <a:txBody>
                    <a:bodyPr wrap="square" lIns="27432" rIns="27432" tIns="18288" bIns="18288">
                      <a:normAutofit/>
                    </a:bodyPr>
                    <a:lstStyle/>
                    <a:p>
                      <a:pPr algn="l" fontAlgn="ctr">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Khi chuyển đổi quy trình, công nhân kiểm tra lượng điện trong pin di động, nếu không đủ thì dừng công việc, thay pin di động rồi tiếp tục làm việc.</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atin typeface="Times New Roman" pitchFamily="18" charset="0"/>
                        <a:ea typeface="Times New Roman" pitchFamily="18" charset="0"/>
                        <a:cs typeface="Times New Roman" pitchFamily="18" charset="0"/>
                      </a:endParaRPr>
                    </a:p>
                  </a:txBody>
                  <a:tcPr marL="4763" marR="4763" marT="4763" marB="0" anchor="ctr"/>
                </a:tc>
                <a:extLst>
                  <a:ext uri="{0D108BD9-81ED-4DB2-BD59-A6C34878D82A}">
                    <a16:rowId xmlns:a16="http://schemas.microsoft.com/office/drawing/2014/main" val="1246166308"/>
                  </a:ext>
                </a:extLst>
              </a:tr>
              <a:tr h="682580">
                <a:tc>
                  <a:txBody>
                    <a:bodyPr wrap="square" lIns="27432" rIns="27432" tIns="18288" bIns="18288">
                      <a:normAutofit/>
                    </a:bodyPr>
                    <a:lstStyle/>
                    <a:p>
                      <a:pPr algn="l" fontAlgn="ctr">
                        <a:defRPr lang="vi-VN">
                          <a:latin typeface="Times New Roman" pitchFamily="18" charset="0"/>
                          <a:ea typeface="Times New Roman" pitchFamily="18" charset="0"/>
                          <a:cs typeface="Times New Roman" pitchFamily="18" charset="0"/>
                        </a:defRPr>
                      </a:pP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2</a:t>
                      </a:r>
                      <a:r>
                        <a:rPr lang="vi-VN" altLang="ja-JP" sz="1400" u="none" strike="noStrike" dirty="0">
                          <a:effectLst/>
                          <a:latin typeface="Times New Roman" panose="020B0604030504040204" pitchFamily="18" charset="0"/>
                          <a:ea typeface="Times New Roman" panose="020B0604030504040204" pitchFamily="18" charset="0"/>
                          <a:cs typeface="Times New Roman" pitchFamily="18" charset="0"/>
                        </a:rPr>
                        <a:t>V9_7402</a:t>
                      </a:r>
                      <a:endParaRPr lang="vi-VN">
                        <a:latin typeface="Times New Roman" pitchFamily="18" charset="0"/>
                        <a:ea typeface="Times New Roman"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Raspberry Pi</a:t>
                      </a:r>
                      <a:r>
                        <a:rPr lang="vi-VN" altLang="en-US" sz="1400" u="none" strike="noStrike" dirty="0">
                          <a:effectLst/>
                          <a:latin typeface="Times New Roman" panose="020B0604030504040204" pitchFamily="18" charset="0"/>
                          <a:ea typeface="Times New Roman" panose="020B0604030504040204" pitchFamily="18" charset="0"/>
                          <a:cs typeface="Times New Roman" pitchFamily="18" charset="0"/>
                        </a:rPr>
                        <a:t> </a:t>
                      </a:r>
                      <a:r>
                        <a:rPr lang="vi-VN" altLang="ja-JP" sz="1400" u="none" strike="noStrike" dirty="0">
                          <a:effectLst/>
                          <a:latin typeface="Times New Roman" panose="020B0604030504040204" pitchFamily="18" charset="0"/>
                          <a:ea typeface="Times New Roman" panose="020B0604030504040204" pitchFamily="18" charset="0"/>
                          <a:cs typeface="Times New Roman" pitchFamily="18" charset="0"/>
                        </a:rPr>
                        <a:t>P</a:t>
                      </a: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rogram</a:t>
                      </a:r>
                      <a:endParaRPr lang="vi-VN" altLang="ja-JP"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endParaRPr lang="vi-VN" altLang="ja-JP"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tc>
                  <a:txBody>
                    <a:bodyPr wrap="square" lIns="27432" rIns="27432" tIns="18288" bIns="18288">
                      <a:normAutofit/>
                    </a:bodyPr>
                    <a:lstStyle/>
                    <a:p>
                      <a:pPr algn="l" fontAlgn="ctr">
                        <a:defRPr lang="vi-VN">
                          <a:latin typeface="Times New Roman" pitchFamily="18" charset="0"/>
                          <a:ea typeface="Times New Roman" pitchFamily="18" charset="0"/>
                          <a:cs typeface="Times New Roman" pitchFamily="18" charset="0"/>
                        </a:defRPr>
                      </a:pPr>
                      <a:r>
                        <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Khi tải xuống các giá trị corrclow và corrcup ​​của Conveying, cần truy cập vào cơ sở dữ liệu CN [OEXPVCDB → EXAPP_IF_PROD → StatusCodeLinkage_Ver00].</a:t>
                      </a:r>
                      <a:r>
                        <a:rPr lang="vi-VN" altLang="en-US"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400" b="0" i="0" u="none" strike="noStrike" dirty="0" err="1">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400" b="0" i="0" u="none" strike="noStrike" dirty="0" err="1">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ja-JP" sz="1400" dirty="0">
                          <a:latin typeface="Times New Roman" panose="020B0604030504040204" pitchFamily="18" charset="0"/>
                          <a:ea typeface="Times New Roman" panose="020B0604030504040204" pitchFamily="18" charset="0"/>
                          <a:cs typeface="Times New Roman" pitchFamily="18" charset="0"/>
                        </a:rPr>
                        <a:t/>
                      </a:r>
                      <a:r>
                        <a:rPr lang="vi-VN" altLang="en-US" sz="1400" dirty="0">
                          <a:latin typeface="Times New Roman" panose="020B0604030504040204" pitchFamily="18" charset="0"/>
                          <a:ea typeface="Times New Roman" panose="020B0604030504040204" pitchFamily="18" charset="0"/>
                          <a:cs typeface="Times New Roman" pitchFamily="18" charset="0"/>
                        </a:rPr>
                        <a:t/>
                      </a:r>
                      <a:endParaRPr lang="vi-VN" altLang="en-US"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tc>
                  <a:txBody>
                    <a:bodyPr wrap="square" lIns="27432" rIns="27432" tIns="18288" bIns="18288">
                      <a:normAutofit/>
                    </a:bodyPr>
                    <a:lstStyle/>
                    <a:p>
                      <a:pPr algn="l" fontAlgn="ctr">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trả lời tiếng nhật</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Trong quá trình sản xuất GSA, các giá trị sửa lỗi và sửa lỗi cho Truyền tải được xử lý thủ công trong OP.</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err="1">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err="1">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extLst>
                  <a:ext uri="{0D108BD9-81ED-4DB2-BD59-A6C34878D82A}">
                    <a16:rowId xmlns:a16="http://schemas.microsoft.com/office/drawing/2014/main" val="3605061230"/>
                  </a:ext>
                </a:extLst>
              </a:tr>
            </a:tbl>
          </a:graphicData>
        </a:graphic>
      </p:graphicFrame>
      <p:pic>
        <p:nvPicPr>
          <p:cNvPr id="3" name="图片 2">
            <a:extLst>
              <a:ext uri="{FF2B5EF4-FFF2-40B4-BE49-F238E27FC236}">
                <a16:creationId xmlns:a16="http://schemas.microsoft.com/office/drawing/2014/main" id="{FF8E3EA6-6EAD-9D8E-56B4-DF5F426A968E}"/>
              </a:ext>
            </a:extLst>
          </p:cNvPr>
          <p:cNvPicPr>
            <a:picLocks noChangeAspect="1"/>
          </p:cNvPicPr>
          <p:nvPr/>
        </p:nvPicPr>
        <p:blipFill>
          <a:blip r:embed="rId2"/>
          <a:stretch>
            <a:fillRect/>
          </a:stretch>
        </p:blipFill>
        <p:spPr>
          <a:xfrm>
            <a:off x="8271719" y="3224129"/>
            <a:ext cx="2880000" cy="1594074"/>
          </a:xfrm>
          <a:prstGeom prst="rect">
            <a:avLst/>
          </a:prstGeom>
          <a:ln>
            <a:solidFill>
              <a:schemeClr val="accent1">
                <a:lumMod val="40000"/>
                <a:lumOff val="60000"/>
              </a:schemeClr>
            </a:solidFill>
          </a:ln>
        </p:spPr>
      </p:pic>
      <p:sp>
        <p:nvSpPr>
          <p:cNvPr id="28" name="TextBox 27"/>
          <p:cNvSpPr txBox="1"/>
          <p:nvPr/>
        </p:nvSpPr>
        <p:spPr>
          <a:xfrm>
            <a:off x="8526533" y="3366351"/>
            <a:ext cx="2922222" cy="2494222"/>
          </a:xfrm>
          <a:prstGeom prst="rect">
            <a:avLst/>
          </a:prstGeom>
          <a:noFill/>
        </p:spPr>
        <p:txBody>
          <a:bodyPr wrap="square" lIns="0" rIns="0" tIns="0" bIns="0">
            <a:spAutoFit/>
          </a:bodyPr>
          <a:lstStyle/>
          <a:p>
            <a:pPr algn="l">
              <a:defRPr sz="220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Câu Katawa có số chia rõ ràng được bảo toàn (Wakazo</a:t>
            </a:r>
            <a:endParaRPr lang="vi-VN">
              <a:latin typeface="Times New Roman" pitchFamily="18" charset="0"/>
              <a:ea typeface="Times New Roman" pitchFamily="18" charset="0"/>
              <a:cs typeface="Times New Roman" pitchFamily="18" charset="0"/>
            </a:endParaRPr>
          </a:p>
        </p:txBody>
      </p:sp>
      <p:sp>
        <p:nvSpPr>
          <p:cNvPr id="29" name="TextBox 28"/>
          <p:cNvSpPr txBox="1"/>
          <p:nvPr/>
        </p:nvSpPr>
        <p:spPr>
          <a:xfrm>
            <a:off x="9605052" y="3555980"/>
            <a:ext cx="180000" cy="120000"/>
          </a:xfrm>
          <a:prstGeom prst="rect">
            <a:avLst/>
          </a:prstGeom>
          <a:noFill/>
        </p:spPr>
        <p:txBody>
          <a:bodyPr wrap="square" lIns="0" rIns="0" tIns="0" bIns="0">
            <a:spAutoFit/>
          </a:bodyPr>
          <a:lstStyle/>
          <a:p>
            <a:pPr algn="l">
              <a:defRPr sz="750" lang="vi-VN">
                <a:solidFill>
                  <a:srgbClr val="191919"/>
                </a:solidFill>
                <a:latin typeface="Times New Roman" pitchFamily="18" charset="0"/>
                <a:ea typeface="Times New Roman" pitchFamily="18" charset="0"/>
                <a:cs typeface="Times New Roman" pitchFamily="18" charset="0"/>
              </a:defRPr>
            </a:pPr>
            <a:r>
              <a:rPr lang="vi-VN">
                <a:latin typeface="Times New Roman" pitchFamily="18" charset="0"/>
                <a:ea typeface="Times New Roman" pitchFamily="18" charset="0"/>
                <a:cs typeface="Times New Roman" pitchFamily="18" charset="0"/>
              </a:rPr>
              <a:t>nền tảng</a:t>
            </a:r>
            <a:endParaRPr lang="vi-VN">
              <a:latin typeface="Times New Roman" pitchFamily="18" charset="0"/>
              <a:ea typeface="Times New Roman" pitchFamily="18" charset="0"/>
              <a:cs typeface="Times New Roman" pitchFamily="18" charset="0"/>
            </a:endParaRPr>
          </a:p>
        </p:txBody>
      </p:sp>
    </p:spTree>
    <p:extLst>
      <p:ext uri="{BB962C8B-B14F-4D97-AF65-F5344CB8AC3E}">
        <p14:creationId xmlns:p14="http://schemas.microsoft.com/office/powerpoint/2010/main" val="3107203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B000A-1CC8-7FA1-C7B8-115FC028A72F}"/>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E1438FA5-2257-AFAA-AC34-EC13EC274802}"/>
              </a:ext>
            </a:extLst>
          </p:cNvPr>
          <p:cNvSpPr txBox="1">
            <a:spLocks noChangeArrowheads="1"/>
          </p:cNvSpPr>
          <p:nvPr/>
        </p:nvSpPr>
        <p:spPr bwMode="auto">
          <a:xfrm>
            <a:off x="2291249" y="43569"/>
            <a:ext cx="6924661" cy="69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wrap="square" lIns="27432" rIns="27432" tIns="18288" bIns="18288">
            <a:normAutofit/>
          </a:bodyPr>
          <a:lstStyle>
            <a:lvl1pPr>
              <a:lnSpc>
                <a:spcPct val="90000"/>
              </a:lnSpc>
              <a:spcBef>
                <a:spcPts val="1000"/>
              </a:spcBef>
              <a:buFont typeface="Arial" panose="020B0604020202020204" pitchFamily="34" charset="0"/>
              <a:buChar char="+"/>
              <a:defRPr kumimoji="1">
                <a:solidFill>
                  <a:schemeClr val="tx1"/>
                </a:solidFill>
                <a:latin typeface="Meiryo UI" panose="020B0604030504040204" pitchFamily="50" charset="-128"/>
                <a:ea typeface="Meiryo UI" panose="020B0604030504040204" pitchFamily="50" charset="-128"/>
              </a:defRPr>
            </a:lvl1pPr>
            <a:lvl2pPr marL="685800" indent="-228600">
              <a:lnSpc>
                <a:spcPct val="90000"/>
              </a:lnSpc>
              <a:spcBef>
                <a:spcPts val="500"/>
              </a:spcBef>
              <a:buFont typeface="Arial" panose="020B0604020202020204" pitchFamily="34" charset="0"/>
              <a:buChar char="+"/>
              <a:defRPr kumimoji="1">
                <a:solidFill>
                  <a:schemeClr val="tx1"/>
                </a:solidFill>
                <a:latin typeface="Meiryo UI" panose="020B0604030504040204" pitchFamily="50" charset="-128"/>
                <a:ea typeface="Meiryo UI" panose="020B0604030504040204" pitchFamily="50" charset="-128"/>
              </a:defRPr>
            </a:lvl2pPr>
            <a:lvl3pPr marL="1143000" indent="-228600">
              <a:lnSpc>
                <a:spcPct val="90000"/>
              </a:lnSpc>
              <a:spcBef>
                <a:spcPts val="500"/>
              </a:spcBef>
              <a:buFont typeface="Arial" panose="020B0604020202020204" pitchFamily="34" charset="0"/>
              <a:buChar char="+"/>
              <a:defRPr kumimoji="1" sz="1600">
                <a:solidFill>
                  <a:schemeClr val="tx1"/>
                </a:solidFill>
                <a:latin typeface="Meiryo UI" panose="020B0604030504040204" pitchFamily="50" charset="-128"/>
                <a:ea typeface="Meiryo UI" panose="020B0604030504040204" pitchFamily="50" charset="-128"/>
              </a:defRPr>
            </a:lvl3pPr>
            <a:lvl4pPr marL="1600200" indent="-228600">
              <a:lnSpc>
                <a:spcPct val="90000"/>
              </a:lnSpc>
              <a:spcBef>
                <a:spcPts val="500"/>
              </a:spcBef>
              <a:buFont typeface="Arial" panose="020B0604020202020204" pitchFamily="34" charset="0"/>
              <a:buChar char="+"/>
              <a:defRPr kumimoji="1" sz="1600">
                <a:solidFill>
                  <a:schemeClr val="tx1"/>
                </a:solidFill>
                <a:latin typeface="Meiryo UI" panose="020B0604030504040204" pitchFamily="50" charset="-128"/>
                <a:ea typeface="Meiryo UI" panose="020B0604030504040204" pitchFamily="50" charset="-128"/>
              </a:defRPr>
            </a:lvl4pPr>
            <a:lvl5pPr marL="2057400" indent="-228600">
              <a:lnSpc>
                <a:spcPct val="90000"/>
              </a:lnSpc>
              <a:spcBef>
                <a:spcPts val="500"/>
              </a:spcBef>
              <a:buFont typeface="Arial" panose="020B0604020202020204" pitchFamily="34" charset="0"/>
              <a:buChar char="+"/>
              <a:defRPr kumimoji="1" sz="1400">
                <a:solidFill>
                  <a:schemeClr val="tx1"/>
                </a:solidFill>
                <a:latin typeface="Meiryo UI" panose="020B0604030504040204" pitchFamily="50" charset="-128"/>
                <a:ea typeface="Meiryo UI" panose="020B0604030504040204" pitchFamily="50" charset="-128"/>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kumimoji="1" sz="1400">
                <a:solidFill>
                  <a:schemeClr val="tx1"/>
                </a:solidFill>
                <a:latin typeface="Meiryo UI" panose="020B0604030504040204" pitchFamily="50" charset="-128"/>
                <a:ea typeface="Meiryo UI" panose="020B0604030504040204" pitchFamily="50" charset="-128"/>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kumimoji="1" sz="1400">
                <a:solidFill>
                  <a:schemeClr val="tx1"/>
                </a:solidFill>
                <a:latin typeface="Meiryo UI" panose="020B0604030504040204" pitchFamily="50" charset="-128"/>
                <a:ea typeface="Meiryo UI" panose="020B0604030504040204" pitchFamily="50" charset="-128"/>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kumimoji="1" sz="1400">
                <a:solidFill>
                  <a:schemeClr val="tx1"/>
                </a:solidFill>
                <a:latin typeface="Meiryo UI" panose="020B0604030504040204" pitchFamily="50" charset="-128"/>
                <a:ea typeface="Meiryo UI" panose="020B0604030504040204" pitchFamily="50" charset="-128"/>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kumimoji="1" sz="1400">
                <a:solidFill>
                  <a:schemeClr val="tx1"/>
                </a:solidFill>
                <a:latin typeface="Meiryo UI" panose="020B0604030504040204" pitchFamily="50" charset="-128"/>
                <a:ea typeface="Meiryo UI" panose="020B0604030504040204" pitchFamily="50" charset="-128"/>
              </a:defRPr>
            </a:lvl9pPr>
          </a:lstStyle>
          <a:p>
            <a:pPr algn="ctr">
              <a:lnSpc>
                <a:spcPct val="100000"/>
              </a:lnSpc>
              <a:spcBef>
                <a:spcPct val="0"/>
              </a:spcBef>
              <a:buFontTx/>
              <a:buNone/>
              <a:defRPr lang="vi-VN">
                <a:latin typeface="Times New Roman" pitchFamily="18" charset="0"/>
                <a:ea typeface="Times New Roman" pitchFamily="18" charset="0"/>
                <a:cs typeface="Times New Roman" pitchFamily="18" charset="0"/>
              </a:defRPr>
            </a:pPr>
            <a:r>
              <a:rPr lang="vi-VN" altLang="zh-CN" sz="1920" b="1" dirty="0">
                <a:latin typeface="Times New Roman" panose="020B0604030504040204" pitchFamily="18" charset="0"/>
                <a:ea typeface="Times New Roman" panose="020B0604030504040204" pitchFamily="18" charset="0"/>
                <a:cs typeface="Times New Roman" panose="020B0604030504040204" pitchFamily="18" charset="0"/>
              </a:rPr>
              <a:t>Điểm cản trở hệ thống sản xuất mới của Athena ②</a:t>
            </a:r>
            <a:r>
              <a:rPr lang="vi-VN" altLang="en-US" sz="1920" b="1" dirty="0">
                <a:latin typeface="Times New Roman" panose="020B0604030504040204" pitchFamily="18" charset="0"/>
                <a:ea typeface="Times New Roman" panose="020B0604030504040204" pitchFamily="18" charset="0"/>
                <a:cs typeface="Times New Roman" panose="020B0604030504040204" pitchFamily="18" charset="0"/>
              </a:rPr>
              <a:t/>
            </a:r>
            <a:r>
              <a:rPr lang="vi-VN" altLang="en-US" sz="1920" b="1" dirty="0">
                <a:latin typeface="Times New Roman" panose="020B0604030504040204" pitchFamily="18" charset="0"/>
                <a:ea typeface="Times New Roman" panose="020B0604030504040204" pitchFamily="18" charset="0"/>
                <a:cs typeface="Times New Roman" pitchFamily="18" charset="0"/>
              </a:rPr>
              <a:t/>
            </a:r>
            <a:endParaRPr lang="vi-VN" altLang="en-US" sz="2400" b="1" dirty="0">
              <a:latin typeface="Times New Roman" panose="020B0604030504040204" pitchFamily="18" charset="0"/>
              <a:ea typeface="Times New Roman" panose="020B0604030504040204" pitchFamily="18" charset="0"/>
              <a:cs typeface="Times New Roman" panose="020B0604030504040204" pitchFamily="18" charset="0"/>
            </a:endParaRPr>
          </a:p>
        </p:txBody>
      </p:sp>
      <p:graphicFrame>
        <p:nvGraphicFramePr>
          <p:cNvPr id="27" name="表格 26">
            <a:extLst>
              <a:ext uri="{FF2B5EF4-FFF2-40B4-BE49-F238E27FC236}">
                <a16:creationId xmlns:a16="http://schemas.microsoft.com/office/drawing/2014/main" id="{37F5266E-9A11-4BE3-FA92-ED7C50A0EE08}"/>
              </a:ext>
            </a:extLst>
          </p:cNvPr>
          <p:cNvGraphicFramePr>
            <a:graphicFrameLocks noGrp="1"/>
          </p:cNvGraphicFramePr>
          <p:nvPr>
            <p:extLst>
              <p:ext uri="{D42A27DB-BD31-4B8C-83A1-F6EECF244321}">
                <p14:modId xmlns:p14="http://schemas.microsoft.com/office/powerpoint/2010/main" val="2201673826"/>
              </p:ext>
            </p:extLst>
          </p:nvPr>
        </p:nvGraphicFramePr>
        <p:xfrm>
          <a:off x="309092" y="721265"/>
          <a:ext cx="11590549" cy="5835045"/>
        </p:xfrm>
        <a:graphic>
          <a:graphicData uri="http://schemas.openxmlformats.org/drawingml/2006/table">
            <a:tbl>
              <a:tblPr>
                <a:tableStyleId>{5940675A-B579-460E-94D1-54222C63F5DA}</a:tableStyleId>
              </a:tblPr>
              <a:tblGrid>
                <a:gridCol w="2051823">
                  <a:extLst>
                    <a:ext uri="{9D8B030D-6E8A-4147-A177-3AD203B41FA5}">
                      <a16:colId xmlns:a16="http://schemas.microsoft.com/office/drawing/2014/main" val="2223039794"/>
                    </a:ext>
                  </a:extLst>
                </a:gridCol>
                <a:gridCol w="4727554">
                  <a:extLst>
                    <a:ext uri="{9D8B030D-6E8A-4147-A177-3AD203B41FA5}">
                      <a16:colId xmlns:a16="http://schemas.microsoft.com/office/drawing/2014/main" val="3952420282"/>
                    </a:ext>
                  </a:extLst>
                </a:gridCol>
                <a:gridCol w="4811172">
                  <a:extLst>
                    <a:ext uri="{9D8B030D-6E8A-4147-A177-3AD203B41FA5}">
                      <a16:colId xmlns:a16="http://schemas.microsoft.com/office/drawing/2014/main" val="788126979"/>
                    </a:ext>
                  </a:extLst>
                </a:gridCol>
              </a:tblGrid>
              <a:tr h="374812">
                <a:tc>
                  <a:txBody>
                    <a:bodyPr wrap="square" lIns="27432" rIns="27432" tIns="18288" bIns="18288">
                      <a:normAutofit/>
                    </a:bodyPr>
                    <a:lstStyle/>
                    <a:p>
                      <a:pPr algn="ctr" fontAlgn="ctr">
                        <a:defRPr lang="vi-VN">
                          <a:latin typeface="Times New Roman" pitchFamily="18" charset="0"/>
                          <a:ea typeface="Times New Roman" pitchFamily="18" charset="0"/>
                          <a:cs typeface="Times New Roman" pitchFamily="18" charset="0"/>
                        </a:defRPr>
                      </a:pPr>
                      <a:r>
                        <a:rPr lang="vi-VN" altLang="en-US" sz="1120" b="1"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Số khuôn</a:t>
                      </a:r>
                      <a:endParaRPr lang="vi-VN" altLang="en-US" sz="1400" b="1"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tc>
                  <a:txBody>
                    <a:bodyPr wrap="square" lIns="27432" rIns="27432" tIns="18288" bIns="18288">
                      <a:normAutofit/>
                    </a:bodyPr>
                    <a:lstStyle/>
                    <a:p>
                      <a:pPr algn="ctr" fontAlgn="ctr">
                        <a:defRPr lang="vi-VN">
                          <a:latin typeface="Times New Roman" pitchFamily="18" charset="0"/>
                          <a:ea typeface="Times New Roman" pitchFamily="18" charset="0"/>
                          <a:cs typeface="Times New Roman" pitchFamily="18" charset="0"/>
                        </a:defRPr>
                      </a:pPr>
                      <a:r>
                        <a:rPr lang="vi-VN" altLang="en-US" sz="1120" b="1"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điểm ức chế</a:t>
                      </a:r>
                      <a:r>
                        <a:rPr lang="vi-VN" altLang="en-US" sz="1120" b="1"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atin typeface="Times New Roman" pitchFamily="18" charset="0"/>
                        <a:ea typeface="Times New Roman" pitchFamily="18" charset="0"/>
                        <a:cs typeface="Times New Roman" pitchFamily="18" charset="0"/>
                      </a:endParaRPr>
                    </a:p>
                  </a:txBody>
                  <a:tcPr marL="4763" marR="4763" marT="4763" marB="0" anchor="ctr"/>
                </a:tc>
                <a:tc>
                  <a:txBody>
                    <a:bodyPr wrap="square" lIns="27432" rIns="27432" tIns="18288" bIns="18288">
                      <a:normAutofit/>
                    </a:bodyPr>
                    <a:lstStyle/>
                    <a:p>
                      <a:pPr algn="ctr" fontAlgn="ctr">
                        <a:defRPr lang="vi-VN">
                          <a:latin typeface="Times New Roman" pitchFamily="18" charset="0"/>
                          <a:ea typeface="Times New Roman" pitchFamily="18" charset="0"/>
                          <a:cs typeface="Times New Roman" pitchFamily="18" charset="0"/>
                        </a:defRPr>
                      </a:pPr>
                      <a:r>
                        <a:rPr lang="vi-VN" altLang="en-US" sz="1120" b="1"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các bước công việc</a:t>
                      </a:r>
                      <a:endParaRPr lang="vi-VN" altLang="en-US" sz="1400" b="1"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extLst>
                  <a:ext uri="{0D108BD9-81ED-4DB2-BD59-A6C34878D82A}">
                    <a16:rowId xmlns:a16="http://schemas.microsoft.com/office/drawing/2014/main" val="3535050122"/>
                  </a:ext>
                </a:extLst>
              </a:tr>
              <a:tr h="2021808">
                <a:tc>
                  <a:txBody>
                    <a:bodyPr wrap="square" lIns="27432" rIns="27432" tIns="18288" bIns="18288">
                      <a:normAutofit/>
                    </a:bodyPr>
                    <a:lstStyle/>
                    <a:p>
                      <a:pPr algn="l" fontAlgn="ctr">
                        <a:defRPr lang="vi-VN">
                          <a:latin typeface="Times New Roman" pitchFamily="18" charset="0"/>
                          <a:ea typeface="Times New Roman" pitchFamily="18" charset="0"/>
                          <a:cs typeface="Times New Roman" pitchFamily="18" charset="0"/>
                        </a:defRPr>
                      </a:pP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2</a:t>
                      </a:r>
                      <a:r>
                        <a:rPr lang="vi-VN" altLang="ja-JP" sz="1400" u="none" strike="noStrike" dirty="0">
                          <a:effectLst/>
                          <a:latin typeface="Times New Roman" panose="020B0604030504040204" pitchFamily="18" charset="0"/>
                          <a:ea typeface="Times New Roman" panose="020B0604030504040204" pitchFamily="18" charset="0"/>
                          <a:cs typeface="Times New Roman" pitchFamily="18" charset="0"/>
                        </a:rPr>
                        <a:t>V9_7404</a:t>
                      </a:r>
                      <a:endParaRPr lang="vi-VN">
                        <a:latin typeface="Times New Roman" pitchFamily="18" charset="0"/>
                        <a:ea typeface="Times New Roman"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Tablet </a:t>
                      </a:r>
                      <a:r>
                        <a:rPr lang="vi-VN" altLang="ja-JP" sz="1400" u="none" strike="noStrike" dirty="0">
                          <a:effectLst/>
                          <a:latin typeface="Times New Roman" panose="020B0604030504040204" pitchFamily="18" charset="0"/>
                          <a:ea typeface="Times New Roman" panose="020B0604030504040204" pitchFamily="18" charset="0"/>
                          <a:cs typeface="Times New Roman" pitchFamily="18" charset="0"/>
                        </a:rPr>
                        <a:t>P</a:t>
                      </a: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rogram</a:t>
                      </a:r>
                      <a:endParaRPr lang="vi-VN">
                        <a:latin typeface="Times New Roman" pitchFamily="18" charset="0"/>
                        <a:ea typeface="Times New Roman"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endParaRPr lang="vi-VN" altLang="ja-JP"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2</a:t>
                      </a:r>
                      <a:r>
                        <a:rPr lang="vi-VN" altLang="ja-JP" sz="1400" u="none" strike="noStrike" dirty="0">
                          <a:effectLst/>
                          <a:latin typeface="Times New Roman" panose="020B0604030504040204" pitchFamily="18" charset="0"/>
                          <a:ea typeface="Times New Roman" panose="020B0604030504040204" pitchFamily="18" charset="0"/>
                          <a:cs typeface="Times New Roman" pitchFamily="18" charset="0"/>
                        </a:rPr>
                        <a:t>V9_7402</a:t>
                      </a:r>
                      <a:endParaRPr lang="vi-VN">
                        <a:latin typeface="Times New Roman" pitchFamily="18" charset="0"/>
                        <a:ea typeface="Times New Roman"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Raspberry Pi</a:t>
                      </a:r>
                      <a:r>
                        <a:rPr lang="vi-VN" altLang="en-US" sz="1400" u="none" strike="noStrike" dirty="0">
                          <a:effectLst/>
                          <a:latin typeface="Times New Roman" panose="020B0604030504040204" pitchFamily="18" charset="0"/>
                          <a:ea typeface="Times New Roman" panose="020B0604030504040204" pitchFamily="18" charset="0"/>
                          <a:cs typeface="Times New Roman" pitchFamily="18" charset="0"/>
                        </a:rPr>
                        <a:t> </a:t>
                      </a:r>
                      <a:r>
                        <a:rPr lang="vi-VN" altLang="ja-JP" sz="1400" u="none" strike="noStrike" dirty="0">
                          <a:effectLst/>
                          <a:latin typeface="Times New Roman" panose="020B0604030504040204" pitchFamily="18" charset="0"/>
                          <a:ea typeface="Times New Roman" panose="020B0604030504040204" pitchFamily="18" charset="0"/>
                          <a:cs typeface="Times New Roman" pitchFamily="18" charset="0"/>
                        </a:rPr>
                        <a:t>P</a:t>
                      </a: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rogram</a:t>
                      </a:r>
                      <a:endParaRPr lang="vi-VN" altLang="ja-JP"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endParaRPr lang="vi-VN" altLang="ja-JP"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tc>
                  <a:txBody>
                    <a:bodyPr wrap="square" lIns="27432" rIns="27432" tIns="18288" bIns="18288">
                      <a:normAutofit/>
                    </a:bodyPr>
                    <a:lstStyle/>
                    <a:p>
                      <a:pPr marL="0" marR="0" lvl="0" indent="0" algn="l" defTabSz="914400" rtl="0" eaLnBrk="1" fontAlgn="ctr"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Bước công việc quay lại dây chuyền khi làm lại khi công việc thất bại là rắc rối.</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en-US"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tc>
                  <a:txBody>
                    <a:bodyPr wrap="square" lIns="27432" rIns="27432" tIns="18288" bIns="18288">
                      <a:normAutofit/>
                    </a:bodyPr>
                    <a:lstStyle/>
                    <a:p>
                      <a:pPr algn="l" fontAlgn="ctr">
                        <a:defRPr lang="vi-VN">
                          <a:latin typeface="Times New Roman" pitchFamily="18" charset="0"/>
                          <a:ea typeface="Times New Roman" pitchFamily="18" charset="0"/>
                          <a:cs typeface="Times New Roman" pitchFamily="18" charset="0"/>
                        </a:defRPr>
                      </a:pP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Khi NG xảy ra,</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① Raspberry Pi không thể bị chấm dứt bình thường trừ khi thông tin NG được gửi hai lần trên máy tính bảng.</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ja-JP"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② Raspberry Pi TẮT → Raspberry Pi BẬT → Đợi cho đến khi Raspberry Pi bật</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ja-JP"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ja-JP"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③ Đăng ký mã vạch trên máy tính bảng → Chọn bước công việc để tiếp tục công việc → Đăng ký thành công, bắt đầu công việc</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Thời gian xử lý từ ① đến ③: 5 phút/lần</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extLst>
                  <a:ext uri="{0D108BD9-81ED-4DB2-BD59-A6C34878D82A}">
                    <a16:rowId xmlns:a16="http://schemas.microsoft.com/office/drawing/2014/main" val="775190196"/>
                  </a:ext>
                </a:extLst>
              </a:tr>
              <a:tr h="1820078">
                <a:tc>
                  <a:txBody>
                    <a:bodyPr wrap="square" lIns="27432" rIns="27432" tIns="18288" bIns="18288">
                      <a:normAutofit/>
                    </a:bodyPr>
                    <a:lstStyle/>
                    <a:p>
                      <a:pPr algn="l" fontAlgn="ctr">
                        <a:defRPr lang="vi-VN">
                          <a:latin typeface="Times New Roman" pitchFamily="18" charset="0"/>
                          <a:ea typeface="Times New Roman" pitchFamily="18" charset="0"/>
                          <a:cs typeface="Times New Roman" pitchFamily="18" charset="0"/>
                        </a:defRPr>
                      </a:pP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2</a:t>
                      </a:r>
                      <a:r>
                        <a:rPr lang="vi-VN" altLang="ja-JP" sz="1400" u="none" strike="noStrike" dirty="0">
                          <a:effectLst/>
                          <a:latin typeface="Times New Roman" panose="020B0604030504040204" pitchFamily="18" charset="0"/>
                          <a:ea typeface="Times New Roman" panose="020B0604030504040204" pitchFamily="18" charset="0"/>
                          <a:cs typeface="Times New Roman" pitchFamily="18" charset="0"/>
                        </a:rPr>
                        <a:t>V9_7402</a:t>
                      </a:r>
                      <a:endParaRPr lang="vi-VN">
                        <a:latin typeface="Times New Roman" pitchFamily="18" charset="0"/>
                        <a:ea typeface="Times New Roman"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Raspberry Pi</a:t>
                      </a:r>
                      <a:r>
                        <a:rPr lang="vi-VN" altLang="en-US" sz="1400" u="none" strike="noStrike" dirty="0">
                          <a:effectLst/>
                          <a:latin typeface="Times New Roman" panose="020B0604030504040204" pitchFamily="18" charset="0"/>
                          <a:ea typeface="Times New Roman" panose="020B0604030504040204" pitchFamily="18" charset="0"/>
                          <a:cs typeface="Times New Roman" pitchFamily="18" charset="0"/>
                        </a:rPr>
                        <a:t> </a:t>
                      </a:r>
                      <a:r>
                        <a:rPr lang="vi-VN" altLang="ja-JP" sz="1400" u="none" strike="noStrike" dirty="0">
                          <a:effectLst/>
                          <a:latin typeface="Times New Roman" panose="020B0604030504040204" pitchFamily="18" charset="0"/>
                          <a:ea typeface="Times New Roman" panose="020B0604030504040204" pitchFamily="18" charset="0"/>
                          <a:cs typeface="Times New Roman" pitchFamily="18" charset="0"/>
                        </a:rPr>
                        <a:t>P</a:t>
                      </a: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rogram</a:t>
                      </a:r>
                      <a:endParaRPr lang="vi-VN" altLang="ja-JP"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tc>
                  <a:txBody>
                    <a:bodyPr wrap="square" lIns="27432" rIns="27432" tIns="18288" bIns="18288">
                      <a:normAutofit/>
                    </a:bodyPr>
                    <a:lstStyle/>
                    <a:p>
                      <a:pPr algn="l" fontAlgn="ctr">
                        <a:defRPr lang="vi-VN">
                          <a:latin typeface="Times New Roman" pitchFamily="18" charset="0"/>
                          <a:ea typeface="Times New Roman" pitchFamily="18" charset="0"/>
                          <a:cs typeface="Times New Roman" pitchFamily="18" charset="0"/>
                        </a:defRPr>
                      </a:pPr>
                      <a:r>
                        <a:rPr lang="vi-VN" altLang="en-US" sz="1120" u="none" strike="noStrike" dirty="0">
                          <a:effectLst/>
                          <a:latin typeface="Times New Roman" panose="020B0604030504040204" pitchFamily="18" charset="0"/>
                          <a:ea typeface="Times New Roman" panose="020B0604030504040204" pitchFamily="18" charset="0"/>
                          <a:cs typeface="Times New Roman" pitchFamily="18" charset="0"/>
                        </a:rPr>
                        <a:t>Ở chế độ bình thường, Raspberry Pi không được kết nối với Moritor + chuột, bàn phím không được kết nối,</a:t>
                      </a:r>
                      <a:r>
                        <a:rPr lang="vi-VN" altLang="zh-CN" sz="1120" u="none" strike="noStrike" dirty="0">
                          <a:effectLst/>
                          <a:latin typeface="Times New Roman" panose="020B0604030504040204" pitchFamily="18" charset="0"/>
                          <a:ea typeface="Times New Roman" panose="020B0604030504040204" pitchFamily="18" charset="0"/>
                          <a:cs typeface="Times New Roman" pitchFamily="18" charset="0"/>
                        </a:rPr>
                        <a:t/>
                      </a:r>
                      <a:r>
                        <a:rPr lang="vi-VN" altLang="en-US" sz="1120" u="none" strike="noStrike" dirty="0">
                          <a:effectLst/>
                          <a:latin typeface="Times New Roman" panose="020B0604030504040204" pitchFamily="18" charset="0"/>
                          <a:ea typeface="Times New Roman" panose="020B0604030504040204" pitchFamily="18" charset="0"/>
                          <a:cs typeface="Times New Roman" pitchFamily="18" charset="0"/>
                        </a:rPr>
                        <a:t/>
                      </a:r>
                      <a:endPar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en-US" sz="1120" u="none" strike="noStrike" dirty="0">
                          <a:effectLst/>
                          <a:latin typeface="Times New Roman" panose="020B0604030504040204" pitchFamily="18" charset="0"/>
                          <a:ea typeface="Times New Roman" panose="020B0604030504040204" pitchFamily="18" charset="0"/>
                          <a:cs typeface="Times New Roman" pitchFamily="18" charset="0"/>
                        </a:rPr>
                        <a:t>Phải mất rất nhiều thời gian để sao chép F/W của thiết bị chính sang tuyến đường được chỉ định cho Raspberry Pi.</a:t>
                      </a:r>
                      <a:r>
                        <a:rPr lang="vi-VN" altLang="zh-CN" sz="1120" u="none" strike="noStrike" dirty="0">
                          <a:effectLst/>
                          <a:latin typeface="Times New Roman" panose="020B0604030504040204" pitchFamily="18" charset="0"/>
                          <a:ea typeface="Times New Roman" panose="020B0604030504040204" pitchFamily="18" charset="0"/>
                          <a:cs typeface="Times New Roman" pitchFamily="18" charset="0"/>
                        </a:rPr>
                        <a:t/>
                      </a:r>
                      <a:r>
                        <a:rPr lang="vi-VN" altLang="en-US" sz="1120" u="none" strike="noStrike" dirty="0">
                          <a:effectLst/>
                          <a:latin typeface="Times New Roman" panose="020B0604030504040204" pitchFamily="18" charset="0"/>
                          <a:ea typeface="Times New Roman" panose="020B0604030504040204" pitchFamily="18" charset="0"/>
                          <a:cs typeface="Times New Roman" pitchFamily="18" charset="0"/>
                        </a:rPr>
                        <a:t/>
                      </a:r>
                      <a:endParaRPr lang="vi-VN" altLang="en-US"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tc>
                  <a:txBody>
                    <a:bodyPr wrap="square" lIns="27432" rIns="27432" tIns="18288" bIns="18288">
                      <a:normAutofit/>
                    </a:bodyPr>
                    <a:lstStyle/>
                    <a:p>
                      <a:pPr algn="l" fontAlgn="ctr">
                        <a:defRPr lang="vi-VN">
                          <a:latin typeface="Times New Roman" pitchFamily="18" charset="0"/>
                          <a:ea typeface="Times New Roman" pitchFamily="18" charset="0"/>
                          <a:cs typeface="Times New Roman" pitchFamily="18" charset="0"/>
                        </a:defRPr>
                      </a:pPr>
                      <a:r>
                        <a:rPr lang="vi-VN" altLang="en-US" sz="1120" u="none" strike="noStrike" dirty="0">
                          <a:effectLst/>
                          <a:latin typeface="Times New Roman" panose="020B0604030504040204" pitchFamily="18" charset="0"/>
                          <a:ea typeface="Times New Roman" panose="020B0604030504040204" pitchFamily="18" charset="0"/>
                          <a:cs typeface="Times New Roman" pitchFamily="18" charset="0"/>
                        </a:rPr>
                        <a:t>Bước sao chép F/W của thiết bị chính,</a:t>
                      </a:r>
                      <a:r>
                        <a:rPr lang="vi-VN" altLang="zh-CN" sz="1120" u="none" strike="noStrike" dirty="0">
                          <a:effectLst/>
                          <a:latin typeface="Times New Roman" panose="020B0604030504040204" pitchFamily="18" charset="0"/>
                          <a:ea typeface="Times New Roman" panose="020B0604030504040204" pitchFamily="18" charset="0"/>
                          <a:cs typeface="Times New Roman" pitchFamily="18" charset="0"/>
                        </a:rPr>
                        <a:t/>
                      </a:r>
                      <a:r>
                        <a:rPr lang="vi-VN" altLang="en-US" sz="1120" u="none" strike="noStrike" dirty="0">
                          <a:effectLst/>
                          <a:latin typeface="Times New Roman" panose="020B0604030504040204" pitchFamily="18" charset="0"/>
                          <a:ea typeface="Times New Roman" panose="020B0604030504040204" pitchFamily="18" charset="0"/>
                          <a:cs typeface="Times New Roman" pitchFamily="18" charset="0"/>
                        </a:rPr>
                        <a:t/>
                      </a:r>
                      <a:endPar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① Chuẩn bị molitor + bàn phím chuột</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② Kết nối Raspberry Pi với Molitor + bàn phím chuột</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③ Kết nối Molitor + Raspberry Pi với nguồn điện</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④ Sao chép F/W của thiết bị chính vào tuyến đường được chỉ định của Raspberry Pi</a:t>
                      </a:r>
                      <a:r>
                        <a:rPr lang="vi-VN" altLang="en-US" sz="1120" u="none" strike="noStrike" dirty="0">
                          <a:effectLst/>
                          <a:latin typeface="Times New Roman" panose="020B0604030504040204" pitchFamily="18" charset="0"/>
                          <a:ea typeface="Times New Roman" panose="020B0604030504040204" pitchFamily="18" charset="0"/>
                          <a:cs typeface="Times New Roman" pitchFamily="18" charset="0"/>
                        </a:rPr>
                        <a:t/>
                      </a:r>
                      <a:r>
                        <a:rPr lang="vi-VN" altLang="zh-CN" sz="1120" u="none" strike="noStrike" dirty="0">
                          <a:effectLst/>
                          <a:latin typeface="Times New Roman" panose="020B0604030504040204" pitchFamily="18" charset="0"/>
                          <a:ea typeface="Times New Roman" panose="020B0604030504040204" pitchFamily="18" charset="0"/>
                          <a:cs typeface="Times New Roman" pitchFamily="18" charset="0"/>
                        </a:rPr>
                        <a:t/>
                      </a:r>
                      <a:r>
                        <a:rPr lang="vi-VN" altLang="en-US" sz="1120" u="none" strike="noStrike" dirty="0">
                          <a:effectLst/>
                          <a:latin typeface="Times New Roman" panose="020B0604030504040204" pitchFamily="18" charset="0"/>
                          <a:ea typeface="Times New Roman" panose="020B0604030504040204" pitchFamily="18" charset="0"/>
                          <a:cs typeface="Times New Roman" pitchFamily="18" charset="0"/>
                        </a:rPr>
                        <a:t/>
                      </a:r>
                      <a:endPar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endParaRPr>
                    </a:p>
                    <a:p>
                      <a:pPr marL="0" marR="0" lvl="0" indent="0" algn="l" defTabSz="914400" rtl="0" eaLnBrk="1" fontAlgn="ctr"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lang="vi-VN" altLang="en-US" sz="1120" u="none" strike="noStrike" dirty="0">
                          <a:effectLst/>
                          <a:latin typeface="Times New Roman" panose="020B0604030504040204" pitchFamily="18" charset="0"/>
                          <a:ea typeface="Times New Roman" panose="020B0604030504040204" pitchFamily="18" charset="0"/>
                          <a:cs typeface="Times New Roman" pitchFamily="18" charset="0"/>
                        </a:rPr>
                        <a:t>⑤Xóa bàn phím chuột Molitor + vào Raspberry Pi</a:t>
                      </a:r>
                      <a:r>
                        <a:rPr lang="vi-VN" altLang="en-US" sz="1120" u="none" strike="noStrike" dirty="0">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Thời gian xử lý từ ① đến ⑤: 10mim/cái (Tổng Raspberry Pi: 26)</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extLst>
                  <a:ext uri="{0D108BD9-81ED-4DB2-BD59-A6C34878D82A}">
                    <a16:rowId xmlns:a16="http://schemas.microsoft.com/office/drawing/2014/main" val="4059748991"/>
                  </a:ext>
                </a:extLst>
              </a:tr>
              <a:tr h="1618347">
                <a:tc>
                  <a:txBody>
                    <a:bodyPr wrap="square" lIns="27432" rIns="27432" tIns="18288" bIns="18288">
                      <a:normAutofit/>
                    </a:bodyPr>
                    <a:lstStyle/>
                    <a:p>
                      <a:pPr algn="l" fontAlgn="ctr">
                        <a:defRPr lang="vi-VN">
                          <a:latin typeface="Times New Roman" pitchFamily="18" charset="0"/>
                          <a:ea typeface="Times New Roman" pitchFamily="18" charset="0"/>
                          <a:cs typeface="Times New Roman" pitchFamily="18" charset="0"/>
                        </a:defRPr>
                      </a:pP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2</a:t>
                      </a:r>
                      <a:r>
                        <a:rPr lang="vi-VN" altLang="ja-JP" sz="1400" u="none" strike="noStrike" dirty="0">
                          <a:effectLst/>
                          <a:latin typeface="Times New Roman" panose="020B0604030504040204" pitchFamily="18" charset="0"/>
                          <a:ea typeface="Times New Roman" panose="020B0604030504040204" pitchFamily="18" charset="0"/>
                          <a:cs typeface="Times New Roman" pitchFamily="18" charset="0"/>
                        </a:rPr>
                        <a:t>V9_7402</a:t>
                      </a:r>
                      <a:endParaRPr lang="vi-VN">
                        <a:latin typeface="Times New Roman" pitchFamily="18" charset="0"/>
                        <a:ea typeface="Times New Roman"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Raspberry Pi</a:t>
                      </a:r>
                      <a:r>
                        <a:rPr lang="vi-VN" altLang="en-US" sz="1400" u="none" strike="noStrike" dirty="0">
                          <a:effectLst/>
                          <a:latin typeface="Times New Roman" panose="020B0604030504040204" pitchFamily="18" charset="0"/>
                          <a:ea typeface="Times New Roman" panose="020B0604030504040204" pitchFamily="18" charset="0"/>
                          <a:cs typeface="Times New Roman" pitchFamily="18" charset="0"/>
                        </a:rPr>
                        <a:t> </a:t>
                      </a:r>
                      <a:r>
                        <a:rPr lang="vi-VN" altLang="ja-JP" sz="1400" u="none" strike="noStrike" dirty="0">
                          <a:effectLst/>
                          <a:latin typeface="Times New Roman" panose="020B0604030504040204" pitchFamily="18" charset="0"/>
                          <a:ea typeface="Times New Roman" panose="020B0604030504040204" pitchFamily="18" charset="0"/>
                          <a:cs typeface="Times New Roman" pitchFamily="18" charset="0"/>
                        </a:rPr>
                        <a:t>P</a:t>
                      </a: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rogram</a:t>
                      </a:r>
                      <a:endParaRPr lang="vi-VN" altLang="ja-JP"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tc>
                  <a:txBody>
                    <a:bodyPr wrap="square" lIns="27432" rIns="27432" tIns="18288" bIns="18288">
                      <a:normAutofit/>
                    </a:bodyPr>
                    <a:lstStyle/>
                    <a:p>
                      <a:pPr marL="0" marR="0" lvl="0" indent="0" algn="l" defTabSz="914400" rtl="0" eaLnBrk="1" fontAlgn="ctr"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lang="vi-VN" altLang="en-US" sz="1120" u="none" strike="noStrike" dirty="0">
                          <a:effectLst/>
                          <a:latin typeface="Times New Roman" panose="020B0604030504040204" pitchFamily="18" charset="0"/>
                          <a:ea typeface="Times New Roman" panose="020B0604030504040204" pitchFamily="18" charset="0"/>
                          <a:cs typeface="Times New Roman" pitchFamily="18" charset="0"/>
                        </a:rPr>
                        <a:t>Molitor + chuột và bàn phím không được kết nối ở chế độ bình thường,</a:t>
                      </a:r>
                      <a:r>
                        <a:rPr lang="vi-VN" altLang="zh-CN" sz="1120" u="none" strike="noStrike" dirty="0">
                          <a:effectLst/>
                          <a:latin typeface="Times New Roman" panose="020B0604030504040204" pitchFamily="18" charset="0"/>
                          <a:ea typeface="Times New Roman" panose="020B0604030504040204" pitchFamily="18" charset="0"/>
                          <a:cs typeface="Times New Roman" pitchFamily="18" charset="0"/>
                        </a:rPr>
                        <a:t/>
                      </a:r>
                      <a:r>
                        <a:rPr lang="vi-VN" altLang="en-US" sz="1120" u="none" strike="noStrike" dirty="0">
                          <a:effectLst/>
                          <a:latin typeface="Times New Roman" panose="020B0604030504040204" pitchFamily="18" charset="0"/>
                          <a:ea typeface="Times New Roman" panose="020B0604030504040204" pitchFamily="18" charset="0"/>
                          <a:cs typeface="Times New Roman" pitchFamily="18" charset="0"/>
                        </a:rPr>
                        <a:t/>
                      </a:r>
                      <a:endPar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en-US" sz="1120" u="none" strike="noStrike" dirty="0">
                          <a:effectLst/>
                          <a:latin typeface="Times New Roman" panose="020B0604030504040204" pitchFamily="18" charset="0"/>
                          <a:ea typeface="Times New Roman" panose="020B0604030504040204" pitchFamily="18" charset="0"/>
                          <a:cs typeface="Times New Roman" pitchFamily="18" charset="0"/>
                        </a:rPr>
                        <a:t>Thời gian thu thập lịch sử quá dài, làm tăng thời gian cần thiết để điều tra những bất thường.</a:t>
                      </a:r>
                      <a:endParaRPr lang="vi-VN" altLang="en-US"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tc>
                  <a:txBody>
                    <a:bodyPr wrap="square" lIns="27432" rIns="27432" tIns="18288" bIns="18288">
                      <a:normAutofit/>
                    </a:bodyPr>
                    <a:lstStyle/>
                    <a:p>
                      <a:pPr algn="l" fontAlgn="ctr">
                        <a:defRPr lang="vi-VN">
                          <a:latin typeface="Times New Roman" pitchFamily="18" charset="0"/>
                          <a:ea typeface="Times New Roman" pitchFamily="18" charset="0"/>
                          <a:cs typeface="Times New Roman" pitchFamily="18" charset="0"/>
                        </a:defRPr>
                      </a:pPr>
                      <a:r>
                        <a:rPr lang="vi-VN" altLang="en-US" sz="1120" u="none" strike="noStrike" dirty="0">
                          <a:effectLst/>
                          <a:latin typeface="Times New Roman" panose="020B0604030504040204" pitchFamily="18" charset="0"/>
                          <a:ea typeface="Times New Roman" panose="020B0604030504040204" pitchFamily="18" charset="0"/>
                          <a:cs typeface="Times New Roman" pitchFamily="18" charset="0"/>
                        </a:rPr>
                        <a:t>bước thu thập lịch sử,</a:t>
                      </a:r>
                      <a:endPar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① Chuẩn bị molitor + bàn phím chuột</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② Kết nối Raspberry Pi với Molitor + bàn phím chuột</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③ Kết nối Molitor + Raspberry Pi với nguồn điện</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④ Sao chép lịch sử liên quan hoặc kiểm tra thông tin bất thường</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en-US" sz="1120" u="none" strike="noStrike" dirty="0">
                          <a:effectLst/>
                          <a:latin typeface="Times New Roman" panose="020B0604030504040204" pitchFamily="18" charset="0"/>
                          <a:ea typeface="Times New Roman" panose="020B0604030504040204" pitchFamily="18" charset="0"/>
                          <a:cs typeface="Times New Roman" pitchFamily="18" charset="0"/>
                        </a:rPr>
                        <a:t>⑤Xóa bàn phím chuột Molitor + vào Raspberry Pi</a:t>
                      </a:r>
                      <a:r>
                        <a:rPr lang="vi-VN" altLang="en-US" sz="1120" u="none" strike="noStrike" dirty="0">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Thời gian xử lý từ ① đến ⑤: 5mim/lần</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extLst>
                  <a:ext uri="{0D108BD9-81ED-4DB2-BD59-A6C34878D82A}">
                    <a16:rowId xmlns:a16="http://schemas.microsoft.com/office/drawing/2014/main" val="4095456719"/>
                  </a:ext>
                </a:extLst>
              </a:tr>
            </a:tbl>
          </a:graphicData>
        </a:graphic>
      </p:graphicFrame>
    </p:spTree>
    <p:extLst>
      <p:ext uri="{BB962C8B-B14F-4D97-AF65-F5344CB8AC3E}">
        <p14:creationId xmlns:p14="http://schemas.microsoft.com/office/powerpoint/2010/main" val="851719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ACD18-092E-B5DB-AADD-BDE2B41CB7B1}"/>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B2737564-D2D1-C7A3-BF7F-75F2C6E76574}"/>
              </a:ext>
            </a:extLst>
          </p:cNvPr>
          <p:cNvSpPr txBox="1">
            <a:spLocks noChangeArrowheads="1"/>
          </p:cNvSpPr>
          <p:nvPr/>
        </p:nvSpPr>
        <p:spPr bwMode="auto">
          <a:xfrm>
            <a:off x="2284809" y="9544"/>
            <a:ext cx="6924661" cy="69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wrap="square" lIns="27432" rIns="27432" tIns="18288" bIns="18288">
            <a:normAutofit/>
          </a:bodyPr>
          <a:lstStyle>
            <a:lvl1pPr>
              <a:lnSpc>
                <a:spcPct val="90000"/>
              </a:lnSpc>
              <a:spcBef>
                <a:spcPts val="1000"/>
              </a:spcBef>
              <a:buFont typeface="Arial" panose="020B0604020202020204" pitchFamily="34" charset="0"/>
              <a:buChar char="+"/>
              <a:defRPr kumimoji="1">
                <a:solidFill>
                  <a:schemeClr val="tx1"/>
                </a:solidFill>
                <a:latin typeface="Meiryo UI" panose="020B0604030504040204" pitchFamily="50" charset="-128"/>
                <a:ea typeface="Meiryo UI" panose="020B0604030504040204" pitchFamily="50" charset="-128"/>
              </a:defRPr>
            </a:lvl1pPr>
            <a:lvl2pPr marL="685800" indent="-228600">
              <a:lnSpc>
                <a:spcPct val="90000"/>
              </a:lnSpc>
              <a:spcBef>
                <a:spcPts val="500"/>
              </a:spcBef>
              <a:buFont typeface="Arial" panose="020B0604020202020204" pitchFamily="34" charset="0"/>
              <a:buChar char="+"/>
              <a:defRPr kumimoji="1">
                <a:solidFill>
                  <a:schemeClr val="tx1"/>
                </a:solidFill>
                <a:latin typeface="Meiryo UI" panose="020B0604030504040204" pitchFamily="50" charset="-128"/>
                <a:ea typeface="Meiryo UI" panose="020B0604030504040204" pitchFamily="50" charset="-128"/>
              </a:defRPr>
            </a:lvl2pPr>
            <a:lvl3pPr marL="1143000" indent="-228600">
              <a:lnSpc>
                <a:spcPct val="90000"/>
              </a:lnSpc>
              <a:spcBef>
                <a:spcPts val="500"/>
              </a:spcBef>
              <a:buFont typeface="Arial" panose="020B0604020202020204" pitchFamily="34" charset="0"/>
              <a:buChar char="+"/>
              <a:defRPr kumimoji="1" sz="1600">
                <a:solidFill>
                  <a:schemeClr val="tx1"/>
                </a:solidFill>
                <a:latin typeface="Meiryo UI" panose="020B0604030504040204" pitchFamily="50" charset="-128"/>
                <a:ea typeface="Meiryo UI" panose="020B0604030504040204" pitchFamily="50" charset="-128"/>
              </a:defRPr>
            </a:lvl3pPr>
            <a:lvl4pPr marL="1600200" indent="-228600">
              <a:lnSpc>
                <a:spcPct val="90000"/>
              </a:lnSpc>
              <a:spcBef>
                <a:spcPts val="500"/>
              </a:spcBef>
              <a:buFont typeface="Arial" panose="020B0604020202020204" pitchFamily="34" charset="0"/>
              <a:buChar char="+"/>
              <a:defRPr kumimoji="1" sz="1600">
                <a:solidFill>
                  <a:schemeClr val="tx1"/>
                </a:solidFill>
                <a:latin typeface="Meiryo UI" panose="020B0604030504040204" pitchFamily="50" charset="-128"/>
                <a:ea typeface="Meiryo UI" panose="020B0604030504040204" pitchFamily="50" charset="-128"/>
              </a:defRPr>
            </a:lvl4pPr>
            <a:lvl5pPr marL="2057400" indent="-228600">
              <a:lnSpc>
                <a:spcPct val="90000"/>
              </a:lnSpc>
              <a:spcBef>
                <a:spcPts val="500"/>
              </a:spcBef>
              <a:buFont typeface="Arial" panose="020B0604020202020204" pitchFamily="34" charset="0"/>
              <a:buChar char="+"/>
              <a:defRPr kumimoji="1" sz="1400">
                <a:solidFill>
                  <a:schemeClr val="tx1"/>
                </a:solidFill>
                <a:latin typeface="Meiryo UI" panose="020B0604030504040204" pitchFamily="50" charset="-128"/>
                <a:ea typeface="Meiryo UI" panose="020B0604030504040204" pitchFamily="50" charset="-128"/>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kumimoji="1" sz="1400">
                <a:solidFill>
                  <a:schemeClr val="tx1"/>
                </a:solidFill>
                <a:latin typeface="Meiryo UI" panose="020B0604030504040204" pitchFamily="50" charset="-128"/>
                <a:ea typeface="Meiryo UI" panose="020B0604030504040204" pitchFamily="50" charset="-128"/>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kumimoji="1" sz="1400">
                <a:solidFill>
                  <a:schemeClr val="tx1"/>
                </a:solidFill>
                <a:latin typeface="Meiryo UI" panose="020B0604030504040204" pitchFamily="50" charset="-128"/>
                <a:ea typeface="Meiryo UI" panose="020B0604030504040204" pitchFamily="50" charset="-128"/>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kumimoji="1" sz="1400">
                <a:solidFill>
                  <a:schemeClr val="tx1"/>
                </a:solidFill>
                <a:latin typeface="Meiryo UI" panose="020B0604030504040204" pitchFamily="50" charset="-128"/>
                <a:ea typeface="Meiryo UI" panose="020B0604030504040204" pitchFamily="50" charset="-128"/>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kumimoji="1" sz="1400">
                <a:solidFill>
                  <a:schemeClr val="tx1"/>
                </a:solidFill>
                <a:latin typeface="Meiryo UI" panose="020B0604030504040204" pitchFamily="50" charset="-128"/>
                <a:ea typeface="Meiryo UI" panose="020B0604030504040204" pitchFamily="50" charset="-128"/>
              </a:defRPr>
            </a:lvl9pPr>
          </a:lstStyle>
          <a:p>
            <a:pPr algn="ctr">
              <a:lnSpc>
                <a:spcPct val="100000"/>
              </a:lnSpc>
              <a:spcBef>
                <a:spcPct val="0"/>
              </a:spcBef>
              <a:buFontTx/>
              <a:buNone/>
              <a:defRPr lang="vi-VN">
                <a:latin typeface="Times New Roman" pitchFamily="18" charset="0"/>
                <a:ea typeface="Times New Roman" pitchFamily="18" charset="0"/>
                <a:cs typeface="Times New Roman" pitchFamily="18" charset="0"/>
              </a:defRPr>
            </a:pPr>
            <a:r>
              <a:rPr lang="vi-VN" altLang="zh-CN" sz="1920" b="1" dirty="0">
                <a:latin typeface="Times New Roman" panose="020B0503020204020204" pitchFamily="18" charset="0"/>
                <a:ea typeface="Times New Roman" panose="020B0503020204020204" pitchFamily="18" charset="0"/>
                <a:cs typeface="Times New Roman" panose="020B0604030504040204" pitchFamily="18" charset="0"/>
              </a:rPr>
              <a:t>Hệ thống sản xuất mới của Athena vấn đề kinh niên</a:t>
            </a:r>
            <a:r>
              <a:rPr lang="vi-VN" altLang="en-US" sz="1920" b="1" dirty="0">
                <a:latin typeface="Times New Roman" panose="020B0503020204020204" pitchFamily="18" charset="0"/>
                <a:ea typeface="Times New Roman" panose="020B0503020204020204" pitchFamily="18" charset="0"/>
                <a:cs typeface="Times New Roman" panose="020B0604030504040204" pitchFamily="18" charset="0"/>
              </a:rPr>
              <a:t/>
            </a:r>
            <a:endParaRPr lang="vi-VN">
              <a:latin typeface="Times New Roman" pitchFamily="18" charset="0"/>
              <a:ea typeface="Times New Roman" pitchFamily="18" charset="0"/>
              <a:cs typeface="Times New Roman" pitchFamily="18" charset="0"/>
            </a:endParaRPr>
          </a:p>
        </p:txBody>
      </p:sp>
      <p:graphicFrame>
        <p:nvGraphicFramePr>
          <p:cNvPr id="27" name="表格 26">
            <a:extLst>
              <a:ext uri="{FF2B5EF4-FFF2-40B4-BE49-F238E27FC236}">
                <a16:creationId xmlns:a16="http://schemas.microsoft.com/office/drawing/2014/main" id="{0A6FFAF3-F851-353A-1CD1-B680AB79644A}"/>
              </a:ext>
            </a:extLst>
          </p:cNvPr>
          <p:cNvGraphicFramePr>
            <a:graphicFrameLocks noGrp="1"/>
          </p:cNvGraphicFramePr>
          <p:nvPr>
            <p:extLst>
              <p:ext uri="{D42A27DB-BD31-4B8C-83A1-F6EECF244321}">
                <p14:modId xmlns:p14="http://schemas.microsoft.com/office/powerpoint/2010/main" val="371471016"/>
              </p:ext>
            </p:extLst>
          </p:nvPr>
        </p:nvGraphicFramePr>
        <p:xfrm>
          <a:off x="380029" y="597600"/>
          <a:ext cx="11590986" cy="5869588"/>
        </p:xfrm>
        <a:graphic>
          <a:graphicData uri="http://schemas.openxmlformats.org/drawingml/2006/table">
            <a:tbl>
              <a:tblPr>
                <a:tableStyleId>{5940675A-B579-460E-94D1-54222C63F5DA}</a:tableStyleId>
              </a:tblPr>
              <a:tblGrid>
                <a:gridCol w="1918952">
                  <a:extLst>
                    <a:ext uri="{9D8B030D-6E8A-4147-A177-3AD203B41FA5}">
                      <a16:colId xmlns:a16="http://schemas.microsoft.com/office/drawing/2014/main" val="2223039794"/>
                    </a:ext>
                  </a:extLst>
                </a:gridCol>
                <a:gridCol w="5338293">
                  <a:extLst>
                    <a:ext uri="{9D8B030D-6E8A-4147-A177-3AD203B41FA5}">
                      <a16:colId xmlns:a16="http://schemas.microsoft.com/office/drawing/2014/main" val="3952420282"/>
                    </a:ext>
                  </a:extLst>
                </a:gridCol>
                <a:gridCol w="4333741">
                  <a:extLst>
                    <a:ext uri="{9D8B030D-6E8A-4147-A177-3AD203B41FA5}">
                      <a16:colId xmlns:a16="http://schemas.microsoft.com/office/drawing/2014/main" val="788126979"/>
                    </a:ext>
                  </a:extLst>
                </a:gridCol>
              </a:tblGrid>
              <a:tr h="387255">
                <a:tc>
                  <a:txBody>
                    <a:bodyPr wrap="square" lIns="27432" rIns="27432" tIns="18288" bIns="18288">
                      <a:normAutofit/>
                    </a:bodyPr>
                    <a:lstStyle/>
                    <a:p>
                      <a:pPr algn="ctr" fontAlgn="ctr">
                        <a:defRPr lang="vi-VN">
                          <a:latin typeface="Times New Roman" pitchFamily="18" charset="0"/>
                          <a:ea typeface="Times New Roman" pitchFamily="18" charset="0"/>
                          <a:cs typeface="Times New Roman" pitchFamily="18" charset="0"/>
                        </a:defRPr>
                      </a:pPr>
                      <a:r>
                        <a:rPr lang="vi-VN" altLang="en-US" sz="1120" b="1"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Số khuôn</a:t>
                      </a:r>
                      <a:endParaRPr lang="vi-VN" altLang="en-US" sz="1400" b="1"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tc>
                  <a:txBody>
                    <a:bodyPr wrap="square" lIns="27432" rIns="27432" tIns="18288" bIns="18288">
                      <a:normAutofit/>
                    </a:bodyPr>
                    <a:lstStyle/>
                    <a:p>
                      <a:pPr algn="ctr" fontAlgn="ctr">
                        <a:defRPr lang="vi-VN">
                          <a:latin typeface="Times New Roman" pitchFamily="18" charset="0"/>
                          <a:ea typeface="Times New Roman" pitchFamily="18" charset="0"/>
                          <a:cs typeface="Times New Roman" pitchFamily="18" charset="0"/>
                        </a:defRPr>
                      </a:pPr>
                      <a:r>
                        <a:rPr lang="vi-VN" altLang="en-US" sz="1120" b="1"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vấn đề mãn tính</a:t>
                      </a:r>
                      <a:endParaRPr lang="vi-VN" altLang="en-US" sz="1400" b="1"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tc>
                  <a:txBody>
                    <a:bodyPr wrap="square" lIns="27432" rIns="27432" tIns="18288" bIns="18288">
                      <a:normAutofit/>
                    </a:bodyPr>
                    <a:lstStyle/>
                    <a:p>
                      <a:pPr algn="ctr" fontAlgn="ctr">
                        <a:defRPr lang="vi-VN">
                          <a:latin typeface="Times New Roman" pitchFamily="18" charset="0"/>
                          <a:ea typeface="Times New Roman" pitchFamily="18" charset="0"/>
                          <a:cs typeface="Times New Roman" pitchFamily="18" charset="0"/>
                        </a:defRPr>
                      </a:pPr>
                      <a:r>
                        <a:rPr lang="vi-VN" altLang="en-US" sz="1120" b="1"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Đo chi tiết</a:t>
                      </a:r>
                      <a:r>
                        <a:rPr lang="vi-VN" altLang="en-US" sz="1120" b="1"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atin typeface="Times New Roman" pitchFamily="18" charset="0"/>
                        <a:ea typeface="Times New Roman" pitchFamily="18" charset="0"/>
                        <a:cs typeface="Times New Roman" pitchFamily="18" charset="0"/>
                      </a:endParaRPr>
                    </a:p>
                  </a:txBody>
                  <a:tcPr marL="4763" marR="4763" marT="4763" marB="0" anchor="ctr"/>
                </a:tc>
                <a:extLst>
                  <a:ext uri="{0D108BD9-81ED-4DB2-BD59-A6C34878D82A}">
                    <a16:rowId xmlns:a16="http://schemas.microsoft.com/office/drawing/2014/main" val="3535050122"/>
                  </a:ext>
                </a:extLst>
              </a:tr>
              <a:tr h="1046788">
                <a:tc>
                  <a:txBody>
                    <a:bodyPr wrap="square" lIns="27432" rIns="27432" tIns="18288" bIns="18288">
                      <a:normAutofit/>
                    </a:bodyPr>
                    <a:lstStyle/>
                    <a:p>
                      <a:pPr algn="l" fontAlgn="ctr">
                        <a:defRPr lang="vi-VN">
                          <a:latin typeface="Times New Roman" pitchFamily="18" charset="0"/>
                          <a:ea typeface="Times New Roman" pitchFamily="18" charset="0"/>
                          <a:cs typeface="Times New Roman" pitchFamily="18" charset="0"/>
                        </a:defRPr>
                      </a:pP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2</a:t>
                      </a:r>
                      <a:r>
                        <a:rPr lang="vi-VN" altLang="ja-JP" sz="1400" u="none" strike="noStrike" dirty="0">
                          <a:effectLst/>
                          <a:latin typeface="Times New Roman" panose="020B0604030504040204" pitchFamily="18" charset="0"/>
                          <a:ea typeface="Times New Roman" panose="020B0604030504040204" pitchFamily="18" charset="0"/>
                          <a:cs typeface="Times New Roman" pitchFamily="18" charset="0"/>
                        </a:rPr>
                        <a:t>V9_7402</a:t>
                      </a:r>
                      <a:endParaRPr lang="vi-VN">
                        <a:latin typeface="Times New Roman" pitchFamily="18" charset="0"/>
                        <a:ea typeface="Times New Roman"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Raspberry Pi</a:t>
                      </a:r>
                      <a:r>
                        <a:rPr lang="vi-VN" altLang="en-US" sz="1400" u="none" strike="noStrike" dirty="0">
                          <a:effectLst/>
                          <a:latin typeface="Times New Roman" panose="020B0604030504040204" pitchFamily="18" charset="0"/>
                          <a:ea typeface="Times New Roman" panose="020B0604030504040204" pitchFamily="18" charset="0"/>
                          <a:cs typeface="Times New Roman" pitchFamily="18" charset="0"/>
                        </a:rPr>
                        <a:t> </a:t>
                      </a:r>
                      <a:r>
                        <a:rPr lang="vi-VN" altLang="ja-JP" sz="1400" u="none" strike="noStrike" dirty="0">
                          <a:effectLst/>
                          <a:latin typeface="Times New Roman" panose="020B0604030504040204" pitchFamily="18" charset="0"/>
                          <a:ea typeface="Times New Roman" panose="020B0604030504040204" pitchFamily="18" charset="0"/>
                          <a:cs typeface="Times New Roman" pitchFamily="18" charset="0"/>
                        </a:rPr>
                        <a:t>P</a:t>
                      </a: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rogram</a:t>
                      </a:r>
                      <a:endParaRPr lang="vi-VN" altLang="ja-JP"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endParaRPr lang="vi-VN" altLang="ja-JP"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tc>
                  <a:txBody>
                    <a:bodyPr wrap="square" lIns="27432" rIns="27432" tIns="18288" bIns="18288">
                      <a:normAutofit/>
                    </a:bodyPr>
                    <a:lstStyle/>
                    <a:p>
                      <a:pPr marL="0" marR="0" lvl="0" indent="0" algn="l" defTabSz="914400" rtl="0" eaLnBrk="1" fontAlgn="ctr"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Nếu Raspberry Pi bị tắt không rõ lý do hoặc khởi động lại không ổn định, máy tính bảng sẽ không thể nhận được gợi ý tác vụ tiếp theo và sẽ chờ tác vụ tiếp theo khiến tác vụ bị hủy.</a:t>
                      </a:r>
                      <a:r>
                        <a:rPr lang="vi-VN" altLang="ja-JP"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marL="0" marR="0" lvl="0" indent="0" algn="l" defTabSz="914400" rtl="0" eaLnBrk="1" fontAlgn="ctr"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→Không rõ nguyên nhân, tần suất xuất hiện: 2 lần/tuần</a:t>
                      </a:r>
                      <a:r>
                        <a:rPr lang="vi-VN" altLang="en-US" sz="1120" b="0" i="0" u="none" strike="noStrike" dirty="0">
                          <a:solidFill>
                            <a:srgbClr val="FF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FF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tc>
                  <a:txBody>
                    <a:bodyPr wrap="square" lIns="27432" rIns="27432" tIns="18288" bIns="18288">
                      <a:normAutofit/>
                    </a:bodyPr>
                    <a:lstStyle/>
                    <a:p>
                      <a:pPr marL="0" marR="0" lvl="0" indent="0" algn="l" defTabSz="914400" rtl="0" eaLnBrk="1" fontAlgn="ctr"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biện pháp tạm thời,</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marL="0" marR="0" lvl="0" indent="0" algn="l" defTabSz="914400" rtl="0" eaLnBrk="1" fontAlgn="ctr"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①Jig IE tự giải phóng máy bất thường trên màn hình máy tính bảng</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marL="0" marR="0" lvl="0" indent="0" algn="l" defTabSz="914400" rtl="0" eaLnBrk="1" fontAlgn="ctr"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② Công nhân khởi động lại Raspberry Pi và làm lại.</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marL="0" marR="0" lvl="0" indent="0" algn="l" defTabSz="914400" rtl="0" eaLnBrk="1" fontAlgn="ctr"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marL="0" marR="0" lvl="0" indent="0" algn="l" defTabSz="914400" rtl="0" eaLnBrk="1" fontAlgn="ctr"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highlight>
                            <a:srgbClr val="FFFF00"/>
                          </a:highlight>
                          <a:latin typeface="Times New Roman" panose="020B0604030504040204" pitchFamily="18" charset="0"/>
                          <a:ea typeface="Times New Roman" panose="020B0604030504040204" pitchFamily="18" charset="0"/>
                          <a:cs typeface="Times New Roman" pitchFamily="18" charset="0"/>
                        </a:rPr>
                        <a:t>Các biện pháp lâu dài: Không</a:t>
                      </a:r>
                      <a:r>
                        <a:rPr lang="vi-VN" altLang="en-US" sz="1120" b="0" i="0" u="none" strike="noStrike" dirty="0">
                          <a:solidFill>
                            <a:srgbClr val="000000"/>
                          </a:solidFill>
                          <a:effectLst/>
                          <a:highlight>
                            <a:srgbClr val="FFFF00"/>
                          </a:highligh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highlight>
                            <a:srgbClr val="FFFF00"/>
                          </a:highligh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highlight>
                          <a:srgbClr val="FFFF00"/>
                        </a:highligh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extLst>
                  <a:ext uri="{0D108BD9-81ED-4DB2-BD59-A6C34878D82A}">
                    <a16:rowId xmlns:a16="http://schemas.microsoft.com/office/drawing/2014/main" val="775190196"/>
                  </a:ext>
                </a:extLst>
              </a:tr>
              <a:tr h="838361">
                <a:tc>
                  <a:txBody>
                    <a:bodyPr wrap="square" lIns="27432" rIns="27432" tIns="18288" bIns="18288">
                      <a:normAutofit/>
                    </a:bodyPr>
                    <a:lstStyle/>
                    <a:p>
                      <a:pPr algn="l" fontAlgn="ctr">
                        <a:defRPr lang="vi-VN">
                          <a:latin typeface="Times New Roman" pitchFamily="18" charset="0"/>
                          <a:ea typeface="Times New Roman" pitchFamily="18" charset="0"/>
                          <a:cs typeface="Times New Roman" pitchFamily="18" charset="0"/>
                        </a:defRPr>
                      </a:pP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2</a:t>
                      </a:r>
                      <a:r>
                        <a:rPr lang="vi-VN" altLang="ja-JP" sz="1400" u="none" strike="noStrike" dirty="0">
                          <a:effectLst/>
                          <a:latin typeface="Times New Roman" panose="020B0604030504040204" pitchFamily="18" charset="0"/>
                          <a:ea typeface="Times New Roman" panose="020B0604030504040204" pitchFamily="18" charset="0"/>
                          <a:cs typeface="Times New Roman" pitchFamily="18" charset="0"/>
                        </a:rPr>
                        <a:t>V9_7402</a:t>
                      </a:r>
                      <a:endParaRPr lang="vi-VN">
                        <a:latin typeface="Times New Roman" pitchFamily="18" charset="0"/>
                        <a:ea typeface="Times New Roman"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Raspberry Pi</a:t>
                      </a:r>
                      <a:r>
                        <a:rPr lang="vi-VN" altLang="en-US" sz="1400" u="none" strike="noStrike" dirty="0">
                          <a:effectLst/>
                          <a:latin typeface="Times New Roman" panose="020B0604030504040204" pitchFamily="18" charset="0"/>
                          <a:ea typeface="Times New Roman" panose="020B0604030504040204" pitchFamily="18" charset="0"/>
                          <a:cs typeface="Times New Roman" pitchFamily="18" charset="0"/>
                        </a:rPr>
                        <a:t> </a:t>
                      </a:r>
                      <a:r>
                        <a:rPr lang="vi-VN" altLang="ja-JP" sz="1400" u="none" strike="noStrike" dirty="0">
                          <a:effectLst/>
                          <a:latin typeface="Times New Roman" panose="020B0604030504040204" pitchFamily="18" charset="0"/>
                          <a:ea typeface="Times New Roman" panose="020B0604030504040204" pitchFamily="18" charset="0"/>
                          <a:cs typeface="Times New Roman" pitchFamily="18" charset="0"/>
                        </a:rPr>
                        <a:t>P</a:t>
                      </a: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rogram</a:t>
                      </a:r>
                      <a:endParaRPr lang="vi-VN" altLang="ja-JP"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tc>
                  <a:txBody>
                    <a:bodyPr wrap="square" lIns="27432" rIns="27432" tIns="18288" bIns="18288">
                      <a:normAutofit/>
                    </a:bodyPr>
                    <a:lstStyle/>
                    <a:p>
                      <a:pPr algn="l" fontAlgn="ctr">
                        <a:defRPr lang="vi-VN">
                          <a:latin typeface="Times New Roman" pitchFamily="18" charset="0"/>
                          <a:ea typeface="Times New Roman" pitchFamily="18" charset="0"/>
                          <a:cs typeface="Times New Roman" pitchFamily="18" charset="0"/>
                        </a:defRPr>
                      </a:pPr>
                      <a:r>
                        <a:rPr lang="vi-VN" altLang="ja-JP" sz="1120" u="none" strike="noStrike" dirty="0">
                          <a:effectLst/>
                          <a:latin typeface="Times New Roman" panose="020B0604030504040204" pitchFamily="18" charset="0"/>
                          <a:ea typeface="Times New Roman" panose="020B0604030504040204" pitchFamily="18" charset="0"/>
                          <a:cs typeface="Times New Roman" pitchFamily="18" charset="0"/>
                        </a:rPr>
                        <a:t>Khi làm việc ở quy trình A1, việc ghi F/W vào thân máy không thành công.</a:t>
                      </a:r>
                      <a:r>
                        <a:rPr lang="vi-VN" altLang="en-US" sz="1120" u="none" strike="noStrike" dirty="0">
                          <a:effectLst/>
                          <a:latin typeface="Times New Roman" panose="020B0604030504040204" pitchFamily="18" charset="0"/>
                          <a:ea typeface="Times New Roman" panose="020B0604030504040204" pitchFamily="18" charset="0"/>
                          <a:cs typeface="Times New Roman" pitchFamily="18" charset="0"/>
                        </a:rPr>
                        <a:t/>
                      </a:r>
                      <a:r>
                        <a:rPr lang="vi-VN" altLang="en-US" sz="1120" u="none" strike="noStrike" dirty="0">
                          <a:effectLst/>
                          <a:latin typeface="Times New Roman" panose="020B0604030504040204" pitchFamily="18" charset="0"/>
                          <a:ea typeface="Times New Roman" panose="020B0604030504040204" pitchFamily="18" charset="0"/>
                          <a:cs typeface="Times New Roman" pitchFamily="18" charset="0"/>
                        </a:rPr>
                        <a:t/>
                      </a:r>
                      <a:r>
                        <a:rPr lang="vi-VN" altLang="en-US" sz="1120" u="none" strike="noStrike" dirty="0">
                          <a:effectLst/>
                          <a:latin typeface="Times New Roman" panose="020B0604030504040204" pitchFamily="18" charset="0"/>
                          <a:ea typeface="Times New Roman" panose="020B0604030504040204" pitchFamily="18" charset="0"/>
                          <a:cs typeface="Times New Roman" pitchFamily="18" charset="0"/>
                        </a:rPr>
                        <a:t/>
                      </a:r>
                      <a:r>
                        <a:rPr lang="vi-VN" altLang="zh-CN" sz="1120" u="none" strike="noStrike" dirty="0">
                          <a:effectLst/>
                          <a:latin typeface="Times New Roman" panose="020B0604030504040204" pitchFamily="18" charset="0"/>
                          <a:ea typeface="Times New Roman" panose="020B0604030504040204" pitchFamily="18" charset="0"/>
                          <a:cs typeface="Times New Roman" pitchFamily="18" charset="0"/>
                        </a:rPr>
                        <a:t/>
                      </a:r>
                      <a:r>
                        <a:rPr lang="vi-VN" altLang="en-US" sz="1120" u="none" strike="noStrike" dirty="0">
                          <a:effectLst/>
                          <a:latin typeface="Times New Roman" panose="020B0604030504040204" pitchFamily="18" charset="0"/>
                          <a:ea typeface="Times New Roman" panose="020B0604030504040204" pitchFamily="18" charset="0"/>
                          <a:cs typeface="Times New Roman" pitchFamily="18" charset="0"/>
                        </a:rPr>
                        <a:t/>
                      </a:r>
                      <a:r>
                        <a:rPr lang="vi-VN" altLang="en-US" sz="1120" u="none" strike="noStrike" dirty="0">
                          <a:effectLst/>
                          <a:latin typeface="Times New Roman" panose="020B0604030504040204" pitchFamily="18" charset="0"/>
                          <a:ea typeface="Times New Roman" panose="020B0604030504040204" pitchFamily="18" charset="0"/>
                          <a:cs typeface="Times New Roman" pitchFamily="18" charset="0"/>
                        </a:rPr>
                        <a:t/>
                      </a:r>
                      <a:endPar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→Không rõ nguyên nhân, tần suất xuất hiện: 2 lần/tuần</a:t>
                      </a:r>
                      <a:r>
                        <a:rPr lang="vi-VN" altLang="en-US" sz="1120" b="0" i="0" u="none" strike="noStrike" dirty="0">
                          <a:solidFill>
                            <a:srgbClr val="FF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FF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tc>
                  <a:txBody>
                    <a:bodyPr wrap="square" lIns="27432" rIns="27432" tIns="18288" bIns="18288">
                      <a:normAutofit/>
                    </a:bodyPr>
                    <a:lstStyle/>
                    <a:p>
                      <a:pPr algn="l" fontAlgn="ctr">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biện pháp tạm thời,</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marL="0" marR="0" lvl="0" indent="0" algn="l" defTabSz="914400" rtl="0" eaLnBrk="1" fontAlgn="ctr"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Sau khi công nhân hủy công việc, hãy đăng ký lại trên máy tính bảng và làm việc lại.</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highlight>
                            <a:srgbClr val="FFFF00"/>
                          </a:highlight>
                          <a:latin typeface="Times New Roman" panose="020B0604030504040204" pitchFamily="18" charset="0"/>
                          <a:ea typeface="Times New Roman" panose="020B0604030504040204" pitchFamily="18" charset="0"/>
                          <a:cs typeface="Times New Roman" pitchFamily="18" charset="0"/>
                        </a:rPr>
                        <a:t>Các biện pháp lâu dài: Không</a:t>
                      </a:r>
                      <a:r>
                        <a:rPr lang="vi-VN" altLang="en-US" sz="1120" b="0" i="0" u="none" strike="noStrike" dirty="0">
                          <a:solidFill>
                            <a:srgbClr val="000000"/>
                          </a:solidFill>
                          <a:effectLst/>
                          <a:highlight>
                            <a:srgbClr val="FFFF00"/>
                          </a:highligh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highlight>
                            <a:srgbClr val="FFFF00"/>
                          </a:highligh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highlight>
                          <a:srgbClr val="FFFF00"/>
                        </a:highligh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extLst>
                  <a:ext uri="{0D108BD9-81ED-4DB2-BD59-A6C34878D82A}">
                    <a16:rowId xmlns:a16="http://schemas.microsoft.com/office/drawing/2014/main" val="4059748991"/>
                  </a:ext>
                </a:extLst>
              </a:tr>
              <a:tr h="1672070">
                <a:tc>
                  <a:txBody>
                    <a:bodyPr wrap="square" lIns="27432" rIns="27432" tIns="18288" bIns="18288">
                      <a:normAutofit/>
                    </a:bodyPr>
                    <a:lstStyle/>
                    <a:p>
                      <a:pPr algn="l" fontAlgn="ctr">
                        <a:defRPr lang="vi-VN">
                          <a:latin typeface="Times New Roman" pitchFamily="18" charset="0"/>
                          <a:ea typeface="Times New Roman" pitchFamily="18" charset="0"/>
                          <a:cs typeface="Times New Roman" pitchFamily="18" charset="0"/>
                        </a:defRPr>
                      </a:pP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2</a:t>
                      </a:r>
                      <a:r>
                        <a:rPr lang="vi-VN" altLang="ja-JP" sz="1400" u="none" strike="noStrike" dirty="0">
                          <a:effectLst/>
                          <a:latin typeface="Times New Roman" panose="020B0604030504040204" pitchFamily="18" charset="0"/>
                          <a:ea typeface="Times New Roman" panose="020B0604030504040204" pitchFamily="18" charset="0"/>
                          <a:cs typeface="Times New Roman" pitchFamily="18" charset="0"/>
                        </a:rPr>
                        <a:t>V9_7401</a:t>
                      </a:r>
                      <a:endParaRPr lang="vi-VN">
                        <a:latin typeface="Times New Roman" pitchFamily="18" charset="0"/>
                        <a:ea typeface="Times New Roman"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zh-CN" sz="1400" u="none" strike="noStrike" dirty="0" err="1">
                          <a:effectLst/>
                          <a:latin typeface="Times New Roman" panose="020B0604030504040204" pitchFamily="18" charset="0"/>
                          <a:ea typeface="Times New Roman" panose="020B0604030504040204" pitchFamily="18" charset="0"/>
                          <a:cs typeface="Times New Roman" pitchFamily="18" charset="0"/>
                        </a:rPr>
                        <a:t>HostPC</a:t>
                      </a: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 </a:t>
                      </a:r>
                      <a:r>
                        <a:rPr lang="vi-VN" altLang="ja-JP" sz="1400" u="none" strike="noStrike" dirty="0">
                          <a:effectLst/>
                          <a:latin typeface="Times New Roman" panose="020B0604030504040204" pitchFamily="18" charset="0"/>
                          <a:ea typeface="Times New Roman" panose="020B0604030504040204" pitchFamily="18" charset="0"/>
                          <a:cs typeface="Times New Roman" pitchFamily="18" charset="0"/>
                        </a:rPr>
                        <a:t>P</a:t>
                      </a:r>
                      <a:r>
                        <a:rPr lang="vi-VN" altLang="zh-CN" sz="1400" u="none" strike="noStrike" dirty="0">
                          <a:effectLst/>
                          <a:latin typeface="Times New Roman" panose="020B0604030504040204" pitchFamily="18" charset="0"/>
                          <a:ea typeface="Times New Roman" panose="020B0604030504040204" pitchFamily="18" charset="0"/>
                          <a:cs typeface="Times New Roman" pitchFamily="18" charset="0"/>
                        </a:rPr>
                        <a:t>rogram</a:t>
                      </a:r>
                      <a:endParaRPr lang="vi-VN" altLang="ja-JP"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endParaRPr lang="vi-VN" altLang="ja-JP"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tc>
                  <a:txBody>
                    <a:bodyPr wrap="square" lIns="27432" rIns="27432" tIns="18288" bIns="18288">
                      <a:normAutofit/>
                    </a:bodyPr>
                    <a:lstStyle/>
                    <a:p>
                      <a:pPr algn="l" fontAlgn="ctr">
                        <a:defRPr lang="vi-VN">
                          <a:latin typeface="Times New Roman" pitchFamily="18" charset="0"/>
                          <a:ea typeface="Times New Roman" pitchFamily="18" charset="0"/>
                          <a:cs typeface="Times New Roman" pitchFamily="18" charset="0"/>
                        </a:defRPr>
                      </a:pP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Khi gram mâm xôi pipe hoàn thành một cách bất thường, ID phiên vẫn còn trong Swagger.</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marL="0" marR="0" lvl="0" indent="0" algn="l" defTabSz="914400" rtl="0" eaLnBrk="1" fontAlgn="ctr"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Sau khi Raspberry Pi khởi động lại, ID phiên mới được tạo trong Swagger, nhưng</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en-US"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Rất khó để biết khi nào cần tạo ID mới. Nếu bạn đăng ký mã vạch máy trên máy tính bảng trong khi ID mới vẫn đang được tạo, thông tin ID cũ sẽ được thu thập và sẽ không có phản hồi sau khi đăng ký.</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Tần suất xuất hiện: 3 lần/tuần</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tc>
                  <a:txBody>
                    <a:bodyPr wrap="square" lIns="27432" rIns="27432" tIns="18288" bIns="18288">
                      <a:normAutofit/>
                    </a:bodyPr>
                    <a:lstStyle/>
                    <a:p>
                      <a:pPr marL="0" marR="0" lvl="0" indent="0" algn="l" defTabSz="914400" rtl="0" eaLnBrk="1" fontAlgn="ctr"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Các biện pháp tạm thời:</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marL="0" marR="0" lvl="0" indent="0" algn="l" defTabSz="914400" rtl="0" eaLnBrk="1" fontAlgn="ctr"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①Jig IE tự giải phóng máy bất thường trên màn hình máy tính bảng</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marL="0" marR="0" lvl="0" indent="0" algn="l" defTabSz="914400" rtl="0" eaLnBrk="1" fontAlgn="ctr"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② Công nhân khởi động lại Raspberry Pi và làm lại.</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marL="0" marR="0" lvl="0" indent="0" algn="l" defTabSz="914400" rtl="0" eaLnBrk="1" fontAlgn="ctr"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highlight>
                            <a:srgbClr val="FFFF00"/>
                          </a:highlight>
                          <a:latin typeface="Times New Roman" panose="020B0604030504040204" pitchFamily="18" charset="0"/>
                          <a:ea typeface="Times New Roman" panose="020B0604030504040204" pitchFamily="18" charset="0"/>
                          <a:cs typeface="Times New Roman" pitchFamily="18" charset="0"/>
                        </a:rPr>
                        <a:t>Các biện pháp lâu dài: Không</a:t>
                      </a:r>
                      <a:r>
                        <a:rPr lang="vi-VN" altLang="en-US" sz="1120" b="0" i="0" u="none" strike="noStrike" dirty="0">
                          <a:solidFill>
                            <a:srgbClr val="000000"/>
                          </a:solidFill>
                          <a:effectLst/>
                          <a:highlight>
                            <a:srgbClr val="FFFF00"/>
                          </a:highligh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highlight>
                            <a:srgbClr val="FFFF00"/>
                          </a:highligh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highlight>
                          <a:srgbClr val="FFFF00"/>
                        </a:highligh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endParaRPr lang="vi-VN" altLang="zh-CN" sz="1400" b="0" i="0" u="none" strike="noStrike" dirty="0">
                        <a:solidFill>
                          <a:srgbClr val="000000"/>
                        </a:solidFill>
                        <a:effectLst/>
                        <a:highlight>
                          <a:srgbClr val="FFFF00"/>
                        </a:highligh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extLst>
                  <a:ext uri="{0D108BD9-81ED-4DB2-BD59-A6C34878D82A}">
                    <a16:rowId xmlns:a16="http://schemas.microsoft.com/office/drawing/2014/main" val="2861628496"/>
                  </a:ext>
                </a:extLst>
              </a:tr>
              <a:tr h="1880497">
                <a:tc>
                  <a:txBody>
                    <a:bodyPr wrap="square" lIns="27432" rIns="27432" tIns="18288" bIns="18288">
                      <a:normAutofit/>
                    </a:bodyPr>
                    <a:lstStyle/>
                    <a:p>
                      <a:pPr algn="l" fontAlgn="ctr">
                        <a:defRPr lang="vi-VN">
                          <a:latin typeface="Times New Roman" pitchFamily="18" charset="0"/>
                          <a:ea typeface="Times New Roman" pitchFamily="18" charset="0"/>
                          <a:cs typeface="Times New Roman" pitchFamily="18" charset="0"/>
                        </a:defRPr>
                      </a:pPr>
                      <a:r>
                        <a:rPr lang="vi-VN" altLang="zh-CN" sz="1120" u="none" strike="noStrike" dirty="0">
                          <a:effectLst/>
                          <a:latin typeface="Times New Roman" panose="020B0604030504040204" pitchFamily="18" charset="0"/>
                          <a:ea typeface="Times New Roman" panose="020B0604030504040204" pitchFamily="18" charset="0"/>
                          <a:cs typeface="Times New Roman" pitchFamily="18" charset="0"/>
                        </a:rPr>
                        <a:t>2</a:t>
                      </a:r>
                      <a:r>
                        <a:rPr lang="vi-VN" altLang="ja-JP" sz="1120" u="none" strike="noStrike" dirty="0">
                          <a:effectLst/>
                          <a:latin typeface="Times New Roman" panose="020B0604030504040204" pitchFamily="18" charset="0"/>
                          <a:ea typeface="Times New Roman" panose="020B0604030504040204" pitchFamily="18" charset="0"/>
                          <a:cs typeface="Times New Roman" pitchFamily="18" charset="0"/>
                        </a:rPr>
                        <a:t>V9_7404</a:t>
                      </a:r>
                      <a:endParaRPr lang="vi-VN">
                        <a:latin typeface="Times New Roman" pitchFamily="18" charset="0"/>
                        <a:ea typeface="Times New Roman"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zh-CN" sz="1120" u="none" strike="noStrike" dirty="0">
                          <a:effectLst/>
                          <a:latin typeface="Times New Roman" panose="020B0604030504040204" pitchFamily="18" charset="0"/>
                          <a:ea typeface="Times New Roman" panose="020B0604030504040204" pitchFamily="18" charset="0"/>
                          <a:cs typeface="Times New Roman" pitchFamily="18" charset="0"/>
                        </a:rPr>
                        <a:t>Tablet </a:t>
                      </a:r>
                      <a:r>
                        <a:rPr lang="vi-VN" altLang="ja-JP" sz="1120" u="none" strike="noStrike" dirty="0">
                          <a:effectLst/>
                          <a:latin typeface="Times New Roman" panose="020B0604030504040204" pitchFamily="18" charset="0"/>
                          <a:ea typeface="Times New Roman" panose="020B0604030504040204" pitchFamily="18" charset="0"/>
                          <a:cs typeface="Times New Roman" pitchFamily="18" charset="0"/>
                        </a:rPr>
                        <a:t>P</a:t>
                      </a:r>
                      <a:r>
                        <a:rPr lang="vi-VN" altLang="zh-CN" sz="1120" u="none" strike="noStrike" dirty="0">
                          <a:effectLst/>
                          <a:latin typeface="Times New Roman" panose="020B0604030504040204" pitchFamily="18" charset="0"/>
                          <a:ea typeface="Times New Roman" panose="020B0604030504040204" pitchFamily="18" charset="0"/>
                          <a:cs typeface="Times New Roman" pitchFamily="18" charset="0"/>
                        </a:rPr>
                        <a:t>rogram</a:t>
                      </a:r>
                      <a:endParaRPr lang="vi-VN">
                        <a:latin typeface="Times New Roman" pitchFamily="18" charset="0"/>
                        <a:ea typeface="Times New Roman"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zh-CN" sz="1120" u="none" strike="noStrike" dirty="0">
                          <a:effectLst/>
                          <a:latin typeface="Times New Roman" panose="020B0604030504040204" pitchFamily="18" charset="0"/>
                          <a:ea typeface="Times New Roman" panose="020B0604030504040204" pitchFamily="18" charset="0"/>
                          <a:cs typeface="Times New Roman" pitchFamily="18" charset="0"/>
                        </a:rPr>
                        <a:t>2</a:t>
                      </a:r>
                      <a:r>
                        <a:rPr lang="vi-VN" altLang="ja-JP" sz="1120" u="none" strike="noStrike" dirty="0">
                          <a:effectLst/>
                          <a:latin typeface="Times New Roman" panose="020B0604030504040204" pitchFamily="18" charset="0"/>
                          <a:ea typeface="Times New Roman" panose="020B0604030504040204" pitchFamily="18" charset="0"/>
                          <a:cs typeface="Times New Roman" pitchFamily="18" charset="0"/>
                        </a:rPr>
                        <a:t>V9_7402</a:t>
                      </a:r>
                      <a:endParaRPr lang="vi-VN">
                        <a:latin typeface="Times New Roman" pitchFamily="18" charset="0"/>
                        <a:ea typeface="Times New Roman"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zh-CN" sz="1120" u="none" strike="noStrike" dirty="0">
                          <a:effectLst/>
                          <a:latin typeface="Times New Roman" panose="020B0604030504040204" pitchFamily="18" charset="0"/>
                          <a:ea typeface="Times New Roman" panose="020B0604030504040204" pitchFamily="18" charset="0"/>
                          <a:cs typeface="Times New Roman" pitchFamily="18" charset="0"/>
                        </a:rPr>
                        <a:t>Raspberry Pi</a:t>
                      </a:r>
                      <a:r>
                        <a:rPr lang="vi-VN" altLang="en-US" sz="1120" u="none" strike="noStrike" dirty="0">
                          <a:effectLst/>
                          <a:latin typeface="Times New Roman" panose="020B0604030504040204" pitchFamily="18" charset="0"/>
                          <a:ea typeface="Times New Roman" panose="020B0604030504040204" pitchFamily="18" charset="0"/>
                          <a:cs typeface="Times New Roman" pitchFamily="18" charset="0"/>
                        </a:rPr>
                        <a:t> </a:t>
                      </a:r>
                      <a:r>
                        <a:rPr lang="vi-VN" altLang="ja-JP" sz="1120" u="none" strike="noStrike" dirty="0">
                          <a:effectLst/>
                          <a:latin typeface="Times New Roman" panose="020B0604030504040204" pitchFamily="18" charset="0"/>
                          <a:ea typeface="Times New Roman" panose="020B0604030504040204" pitchFamily="18" charset="0"/>
                          <a:cs typeface="Times New Roman" pitchFamily="18" charset="0"/>
                        </a:rPr>
                        <a:t>P</a:t>
                      </a:r>
                      <a:r>
                        <a:rPr lang="vi-VN" altLang="zh-CN" sz="1120" u="none" strike="noStrike" dirty="0">
                          <a:effectLst/>
                          <a:latin typeface="Times New Roman" panose="020B0604030504040204" pitchFamily="18" charset="0"/>
                          <a:ea typeface="Times New Roman" panose="020B0604030504040204" pitchFamily="18" charset="0"/>
                          <a:cs typeface="Times New Roman" pitchFamily="18" charset="0"/>
                        </a:rPr>
                        <a:t>rogram</a:t>
                      </a:r>
                      <a:endParaRPr lang="vi-VN">
                        <a:latin typeface="Times New Roman" pitchFamily="18" charset="0"/>
                        <a:ea typeface="Times New Roman"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zh-CN" sz="1120" u="none" strike="noStrike" dirty="0">
                          <a:effectLst/>
                          <a:latin typeface="Times New Roman" panose="020B0604030504040204" pitchFamily="18" charset="0"/>
                          <a:ea typeface="Times New Roman" panose="020B0604030504040204" pitchFamily="18" charset="0"/>
                          <a:cs typeface="Times New Roman" pitchFamily="18" charset="0"/>
                        </a:rPr>
                        <a:t>2V9_7401</a:t>
                      </a:r>
                      <a:endParaRPr lang="vi-VN">
                        <a:latin typeface="Times New Roman" pitchFamily="18" charset="0"/>
                        <a:ea typeface="Times New Roman" pitchFamily="18" charset="0"/>
                        <a:cs typeface="Times New Roman" pitchFamily="18" charset="0"/>
                      </a:endParaRPr>
                    </a:p>
                    <a:p>
                      <a:pPr marL="0" marR="0" lvl="0" indent="0" algn="l" defTabSz="914400" rtl="0" eaLnBrk="1" fontAlgn="ctr"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lang="vi-VN" altLang="zh-CN" sz="1120" u="none" strike="noStrike" dirty="0" err="1">
                          <a:effectLst/>
                          <a:latin typeface="Times New Roman" panose="020B0604030504040204" pitchFamily="18" charset="0"/>
                          <a:ea typeface="Times New Roman" panose="020B0604030504040204" pitchFamily="18" charset="0"/>
                          <a:cs typeface="Times New Roman" pitchFamily="18" charset="0"/>
                        </a:rPr>
                        <a:t>HostPC</a:t>
                      </a:r>
                      <a:r>
                        <a:rPr lang="vi-VN" altLang="zh-CN" sz="1120" u="none" strike="noStrike" dirty="0">
                          <a:effectLst/>
                          <a:latin typeface="Times New Roman" panose="020B0604030504040204" pitchFamily="18" charset="0"/>
                          <a:ea typeface="Times New Roman" panose="020B0604030504040204" pitchFamily="18" charset="0"/>
                          <a:cs typeface="Times New Roman" pitchFamily="18" charset="0"/>
                        </a:rPr>
                        <a:t> </a:t>
                      </a:r>
                      <a:r>
                        <a:rPr lang="vi-VN" altLang="ja-JP" sz="1120" u="none" strike="noStrike" dirty="0">
                          <a:effectLst/>
                          <a:latin typeface="Times New Roman" panose="020B0604030504040204" pitchFamily="18" charset="0"/>
                          <a:ea typeface="Times New Roman" panose="020B0604030504040204" pitchFamily="18" charset="0"/>
                          <a:cs typeface="Times New Roman" pitchFamily="18" charset="0"/>
                        </a:rPr>
                        <a:t>P</a:t>
                      </a:r>
                      <a:r>
                        <a:rPr lang="vi-VN" altLang="zh-CN" sz="1120" u="none" strike="noStrike" dirty="0">
                          <a:effectLst/>
                          <a:latin typeface="Times New Roman" panose="020B0604030504040204" pitchFamily="18" charset="0"/>
                          <a:ea typeface="Times New Roman" panose="020B0604030504040204" pitchFamily="18" charset="0"/>
                          <a:cs typeface="Times New Roman" pitchFamily="18" charset="0"/>
                        </a:rPr>
                        <a:t>rogram</a:t>
                      </a:r>
                      <a:endParaRPr lang="vi-VN" altLang="ja-JP"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ja-JP"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2V9_7910</a:t>
                      </a:r>
                      <a:endParaRPr lang="vi-VN">
                        <a:latin typeface="Times New Roman" pitchFamily="18" charset="0"/>
                        <a:ea typeface="Times New Roman"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Chương trình kiểm tra điều chỉnh</a:t>
                      </a:r>
                      <a:r>
                        <a:rPr lang="vi-VN" altLang="ja-JP" sz="1120" u="none" strike="noStrike" dirty="0">
                          <a:effectLst/>
                          <a:latin typeface="Times New Roman" panose="020B0604030504040204" pitchFamily="18" charset="0"/>
                          <a:ea typeface="Times New Roman" panose="020B0604030504040204" pitchFamily="18" charset="0"/>
                          <a:cs typeface="Times New Roman" pitchFamily="18" charset="0"/>
                        </a:rPr>
                        <a:t/>
                      </a:r>
                      <a:r>
                        <a:rPr lang="vi-VN" altLang="zh-CN" sz="1120" u="none" strike="noStrike" dirty="0">
                          <a:effectLst/>
                          <a:latin typeface="Times New Roman" panose="020B0604030504040204" pitchFamily="18" charset="0"/>
                          <a:ea typeface="Times New Roman" panose="020B0604030504040204" pitchFamily="18" charset="0"/>
                          <a:cs typeface="Times New Roman" pitchFamily="18" charset="0"/>
                        </a:rPr>
                        <a:t/>
                      </a:r>
                      <a:endParaRPr lang="vi-VN" altLang="ja-JP"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tc>
                  <a:txBody>
                    <a:bodyPr wrap="square" lIns="27432" rIns="27432" tIns="18288" bIns="18288">
                      <a:normAutofit/>
                    </a:bodyPr>
                    <a:lstStyle/>
                    <a:p>
                      <a:pPr algn="l" fontAlgn="ctr">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Vì các lệnh công việc được nhận và truyền hoàn toàn không dây nên thường xuyên xảy ra những bất thường do lỗi mạng hoặc độ trễ mạng.</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Tần suất xuất hiện: 2-3 lần/tuần</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tc>
                  <a:txBody>
                    <a:bodyPr wrap="square" lIns="27432" rIns="27432" tIns="18288" bIns="18288">
                      <a:normAutofit/>
                    </a:bodyPr>
                    <a:lstStyle/>
                    <a:p>
                      <a:pPr marL="0" marR="0" lvl="0" indent="0" algn="l" defTabSz="914400" rtl="0" eaLnBrk="1" fontAlgn="ctr"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biện pháp tạm thời,</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marL="0" marR="0" lvl="0" indent="0" algn="l" defTabSz="914400" rtl="0" eaLnBrk="1" fontAlgn="ctr"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①Jig IE tự giải phóng máy bất thường trên màn hình máy tính bảng</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zh-CN"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marL="0" marR="0" lvl="0" indent="0" algn="l" defTabSz="914400" rtl="0" eaLnBrk="1" fontAlgn="ctr"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② Công nhân khởi động lại Raspberry Pi và làm lại.</a:t>
                      </a:r>
                      <a:r>
                        <a:rPr lang="vi-VN" altLang="en-US" sz="112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marL="0" marR="0" lvl="0" indent="0" algn="l" defTabSz="914400" rtl="0" eaLnBrk="1" fontAlgn="ctr" latinLnBrk="0" hangingPunct="1">
                        <a:lnSpc>
                          <a:spcPct val="100000"/>
                        </a:lnSpc>
                        <a:spcBef>
                          <a:spcPts val="0"/>
                        </a:spcBef>
                        <a:spcAft>
                          <a:spcPts val="0"/>
                        </a:spcAft>
                        <a:buClrTx/>
                        <a:buSzTx/>
                        <a:buFontTx/>
                        <a:buNone/>
                        <a:tabLst/>
                        <a:defRPr lang="vi-VN">
                          <a:latin typeface="Times New Roman" pitchFamily="18" charset="0"/>
                          <a:ea typeface="Times New Roman" pitchFamily="18" charset="0"/>
                          <a:cs typeface="Times New Roman" pitchFamily="18" charset="0"/>
                        </a:defRPr>
                      </a:pP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r>
                        <a:rPr lang="vi-VN" altLang="en-US" sz="1120" b="0" i="0" u="none" strike="noStrike" dirty="0">
                          <a:solidFill>
                            <a:srgbClr val="000000"/>
                          </a:solidFill>
                          <a:effectLst/>
                          <a:highlight>
                            <a:srgbClr val="FFFF00"/>
                          </a:highlight>
                          <a:latin typeface="Times New Roman" panose="020B0604030504040204" pitchFamily="18" charset="0"/>
                          <a:ea typeface="Times New Roman" panose="020B0604030504040204" pitchFamily="18" charset="0"/>
                          <a:cs typeface="Times New Roman" pitchFamily="18" charset="0"/>
                        </a:rPr>
                        <a:t>Các biện pháp lâu dài: Không</a:t>
                      </a:r>
                      <a:r>
                        <a:rPr lang="vi-VN" altLang="en-US" sz="1120" b="0" i="0" u="none" strike="noStrike" dirty="0">
                          <a:solidFill>
                            <a:srgbClr val="000000"/>
                          </a:solidFill>
                          <a:effectLst/>
                          <a:highlight>
                            <a:srgbClr val="FFFF00"/>
                          </a:highlight>
                          <a:latin typeface="Times New Roman" panose="020B0604030504040204" pitchFamily="18" charset="0"/>
                          <a:ea typeface="Times New Roman" panose="020B0604030504040204" pitchFamily="18" charset="0"/>
                          <a:cs typeface="Times New Roman" pitchFamily="18" charset="0"/>
                        </a:rPr>
                        <a:t/>
                      </a:r>
                      <a:r>
                        <a:rPr lang="vi-VN" altLang="en-US" sz="1120" b="0" i="0" u="none" strike="noStrike" dirty="0">
                          <a:solidFill>
                            <a:srgbClr val="000000"/>
                          </a:solidFill>
                          <a:effectLst/>
                          <a:highlight>
                            <a:srgbClr val="FFFF00"/>
                          </a:highlight>
                          <a:latin typeface="Times New Roman" panose="020B0604030504040204" pitchFamily="18" charset="0"/>
                          <a:ea typeface="Times New Roman" panose="020B0604030504040204" pitchFamily="18" charset="0"/>
                          <a:cs typeface="Times New Roman" pitchFamily="18" charset="0"/>
                        </a:rPr>
                        <a:t/>
                      </a:r>
                      <a:endParaRPr lang="vi-VN" altLang="zh-CN" sz="1400" b="0" i="0" u="none" strike="noStrike" dirty="0">
                        <a:solidFill>
                          <a:srgbClr val="000000"/>
                        </a:solidFill>
                        <a:effectLst/>
                        <a:highlight>
                          <a:srgbClr val="FFFF00"/>
                        </a:highligh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p>
                      <a:pPr algn="l" fontAlgn="ctr">
                        <a:defRPr lang="vi-VN">
                          <a:latin typeface="Times New Roman" pitchFamily="18" charset="0"/>
                          <a:ea typeface="Times New Roman" pitchFamily="18" charset="0"/>
                          <a:cs typeface="Times New Roman" pitchFamily="18" charset="0"/>
                        </a:defRPr>
                      </a:pPr>
                      <a:endParaRPr lang="vi-VN" altLang="zh-CN" sz="1400" b="0" i="0" u="none" strike="noStrike" dirty="0">
                        <a:solidFill>
                          <a:srgbClr val="000000"/>
                        </a:solidFill>
                        <a:effectLst/>
                        <a:latin typeface="Times New Roman" panose="020B0604030504040204" pitchFamily="18" charset="0"/>
                        <a:ea typeface="Times New Roman" panose="020B0604030504040204" pitchFamily="18" charset="0"/>
                        <a:cs typeface="Times New Roman" pitchFamily="18" charset="0"/>
                      </a:endParaRPr>
                    </a:p>
                  </a:txBody>
                  <a:tcPr marL="4763" marR="4763" marT="4763" marB="0" anchor="ctr"/>
                </a:tc>
                <a:extLst>
                  <a:ext uri="{0D108BD9-81ED-4DB2-BD59-A6C34878D82A}">
                    <a16:rowId xmlns:a16="http://schemas.microsoft.com/office/drawing/2014/main" val="4130486350"/>
                  </a:ext>
                </a:extLst>
              </a:tr>
            </a:tbl>
          </a:graphicData>
        </a:graphic>
      </p:graphicFrame>
    </p:spTree>
    <p:extLst>
      <p:ext uri="{BB962C8B-B14F-4D97-AF65-F5344CB8AC3E}">
        <p14:creationId xmlns:p14="http://schemas.microsoft.com/office/powerpoint/2010/main" val="1218049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p:cNvSpPr txBox="1"/>
          <p:nvPr/>
        </p:nvSpPr>
        <p:spPr>
          <a:xfrm>
            <a:off x="0" y="2739982"/>
            <a:ext cx="12192000" cy="1015663"/>
          </a:xfrm>
          <a:prstGeom prst="rect">
            <a:avLst/>
          </a:prstGeom>
          <a:solidFill>
            <a:schemeClr val="accent3">
              <a:lumMod val="50000"/>
            </a:schemeClr>
          </a:solidFill>
          <a:ln>
            <a:noFill/>
          </a:ln>
          <a:effectLst>
            <a:outerShdw blurRad="50800" dist="38100" dir="2700000" algn="tl" rotWithShape="0">
              <a:prstClr val="black">
                <a:alpha val="40000"/>
              </a:prstClr>
            </a:outerShdw>
          </a:effectLst>
        </p:spPr>
        <p:txBody>
          <a:bodyPr wrap="square" rtlCol="0" lIns="27432" rIns="27432" tIns="18288" bIns="18288">
            <a:normAutofit/>
          </a:bodyPr>
          <a:lstStyle/>
          <a:p>
            <a:pPr algn="ctr">
              <a:defRPr lang="vi-VN">
                <a:latin typeface="Times New Roman" pitchFamily="18" charset="0"/>
                <a:ea typeface="Times New Roman" pitchFamily="18" charset="0"/>
                <a:cs typeface="Times New Roman" pitchFamily="18" charset="0"/>
              </a:defRPr>
            </a:pPr>
            <a:r>
              <a:rPr lang="vi-VN" altLang="ja-JP" sz="6000" b="1" dirty="0">
                <a:solidFill>
                  <a:schemeClr val="bg1"/>
                </a:solidFill>
                <a:latin typeface="Times New Roman" pitchFamily="18" charset="0"/>
                <a:ea typeface="Times New Roman" pitchFamily="18" charset="0"/>
                <a:cs typeface="Times New Roman" pitchFamily="18" charset="0"/>
              </a:rPr>
              <a:t>END</a:t>
            </a:r>
            <a:endParaRPr kumimoji="1" lang="vi-VN" altLang="en-US" sz="6000" b="1" dirty="0">
              <a:solidFill>
                <a:schemeClr val="bg1"/>
              </a:solidFill>
              <a:latin typeface="Times New Roman" pitchFamily="18" charset="0"/>
              <a:ea typeface="Times New Roman" pitchFamily="18" charset="0"/>
              <a:cs typeface="Times New Roman" pitchFamily="18" charset="0"/>
            </a:endParaRPr>
          </a:p>
        </p:txBody>
      </p:sp>
    </p:spTree>
    <p:extLst>
      <p:ext uri="{BB962C8B-B14F-4D97-AF65-F5344CB8AC3E}">
        <p14:creationId xmlns:p14="http://schemas.microsoft.com/office/powerpoint/2010/main" val="1676347189"/>
      </p:ext>
    </p:extLst>
  </p:cSld>
  <p:clrMapOvr>
    <a:masterClrMapping/>
  </p:clrMapOvr>
</p:sld>
</file>

<file path=ppt/theme/theme1.xml><?xml version="1.0" encoding="utf-8"?>
<a:theme xmlns:a="http://schemas.openxmlformats.org/drawingml/2006/main" name="1_Kyocera">
  <a:themeElements>
    <a:clrScheme name="Saffron(Branding)">
      <a:dk1>
        <a:sysClr val="windowText" lastClr="000000"/>
      </a:dk1>
      <a:lt1>
        <a:sysClr val="window" lastClr="FFFFFF"/>
      </a:lt1>
      <a:dk2>
        <a:srgbClr val="282828"/>
      </a:dk2>
      <a:lt2>
        <a:srgbClr val="F2F2F2"/>
      </a:lt2>
      <a:accent1>
        <a:srgbClr val="6E3CBE"/>
      </a:accent1>
      <a:accent2>
        <a:srgbClr val="F5B400"/>
      </a:accent2>
      <a:accent3>
        <a:srgbClr val="0A9BCD"/>
      </a:accent3>
      <a:accent4>
        <a:srgbClr val="F06400"/>
      </a:accent4>
      <a:accent5>
        <a:srgbClr val="26AF72"/>
      </a:accent5>
      <a:accent6>
        <a:srgbClr val="A9A9A9"/>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Kyocera_PPT_Template_KDC(MeiryoUI)4x3_201904.potx" id="{F7824327-EC3B-4A60-8311-B051A00F6AFE}" vid="{6D7B0D19-6042-4B58-9131-C9BAC69EA51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020C45F11115134F91C22EC17B4E2172" ma:contentTypeVersion="6" ma:contentTypeDescription="新しいドキュメントを作成します。" ma:contentTypeScope="" ma:versionID="0f02be9c4bbbbad9952571b44dcd4e70">
  <xsd:schema xmlns:xsd="http://www.w3.org/2001/XMLSchema" xmlns:xs="http://www.w3.org/2001/XMLSchema" xmlns:p="http://schemas.microsoft.com/office/2006/metadata/properties" xmlns:ns2="0822f7e7-e76d-4d34-b36a-2e1b760e47af" targetNamespace="http://schemas.microsoft.com/office/2006/metadata/properties" ma:root="true" ma:fieldsID="cfa2c8bd0d594cd0e29817af954bd091" ns2:_="">
    <xsd:import namespace="0822f7e7-e76d-4d34-b36a-2e1b760e47af"/>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22f7e7-e76d-4d34-b36a-2e1b760e47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コンテンツ タイプ"/>
        <xsd:element ref="dc:title" minOccurs="0" maxOccurs="1" ma:index="3"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8E8814D-B370-44EF-8BA8-DEB5221437A1}">
  <ds:schemaRefs>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http://purl.org/dc/elements/1.1/"/>
    <ds:schemaRef ds:uri="http://schemas.microsoft.com/office/2006/metadata/properties"/>
    <ds:schemaRef ds:uri="http://purl.org/dc/terms/"/>
    <ds:schemaRef ds:uri="0822f7e7-e76d-4d34-b36a-2e1b760e47af"/>
    <ds:schemaRef ds:uri="http://www.w3.org/XML/1998/namespace"/>
  </ds:schemaRefs>
</ds:datastoreItem>
</file>

<file path=customXml/itemProps2.xml><?xml version="1.0" encoding="utf-8"?>
<ds:datastoreItem xmlns:ds="http://schemas.openxmlformats.org/officeDocument/2006/customXml" ds:itemID="{CFBBDCFB-9C08-42FC-9D9C-DB5C3E1AD6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822f7e7-e76d-4d34-b36a-2e1b760e47a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DD3D008-3E51-4FD4-A566-4E24AFFD36A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19369</TotalTime>
  <Words>1136</Words>
  <Application>Microsoft Office PowerPoint</Application>
  <PresentationFormat>宽屏</PresentationFormat>
  <Paragraphs>129</Paragraphs>
  <Slides>6</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6</vt:i4>
      </vt:variant>
    </vt:vector>
  </HeadingPairs>
  <TitlesOfParts>
    <vt:vector size="11" baseType="lpstr">
      <vt:lpstr>Meiryo UI</vt:lpstr>
      <vt:lpstr>Microsoft YaHei</vt:lpstr>
      <vt:lpstr>游ゴシック</vt:lpstr>
      <vt:lpstr>Arial</vt:lpstr>
      <vt:lpstr>1_Kyocera</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Eguchi，Yuko(江口優子)</dc:creator>
  <cp:lastModifiedBy>he shu zhen（何淑桢）</cp:lastModifiedBy>
  <cp:revision>1904</cp:revision>
  <cp:lastPrinted>2026-06-11T06:18:32Z</cp:lastPrinted>
  <dcterms:created xsi:type="dcterms:W3CDTF">2019-04-25T02:35:23Z</dcterms:created>
  <dcterms:modified xsi:type="dcterms:W3CDTF">2026-06-23T01:31:10Z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0x010100020C45F11115134F91C22EC17B4E2172</vt:lpwstr>
  </property>
</Properties>
</file>