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4"/>
  </p:sldMasterIdLst>
  <p:notesMasterIdLst>
    <p:notesMasterId r:id="rId11"/>
  </p:notesMasterIdLst>
  <p:handoutMasterIdLst>
    <p:handoutMasterId r:id="rId12"/>
  </p:handoutMasterIdLst>
  <p:sldIdLst>
    <p:sldId id="710" r:id="rId5"/>
    <p:sldId id="732" r:id="rId6"/>
    <p:sldId id="850" r:id="rId7"/>
    <p:sldId id="853" r:id="rId8"/>
    <p:sldId id="854" r:id="rId9"/>
    <p:sldId id="731" r:id="rId10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ui Hong Li(芮红丽）" initials="RHL" lastIdx="3" clrIdx="0">
    <p:extLst>
      <p:ext uri="{19B8F6BF-5375-455C-9EA6-DF929625EA0E}">
        <p15:presenceInfo xmlns:p15="http://schemas.microsoft.com/office/powerpoint/2012/main" userId="S::hongli.rui@dtcn.kyocera.com::019f02e7-3eb4-4609-8e33-b3d6ada96a7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A9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28" autoAdjust="0"/>
    <p:restoredTop sz="96224" autoAdjust="0"/>
  </p:normalViewPr>
  <p:slideViewPr>
    <p:cSldViewPr snapToGrid="0">
      <p:cViewPr varScale="1">
        <p:scale>
          <a:sx n="70" d="100"/>
          <a:sy n="70" d="100"/>
        </p:scale>
        <p:origin x="156" y="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177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F7B6E-06F8-4EA4-9972-29E59E3DA8F7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48240-D91F-4129-BF79-2A71E83D0D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9740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E4F50-57D5-4638-8961-5783F5566392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B736C-7E22-4286-9492-6D1359224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0292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表紙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 descr="草, スポーツゲーム, フィール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BBD16A2-5EE0-F5AB-5B8B-64BC0C1BC2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-1" y="2752078"/>
            <a:ext cx="12192000" cy="4114467"/>
          </a:xfrm>
          <a:prstGeom prst="rect">
            <a:avLst/>
          </a:prstGeom>
        </p:spPr>
      </p:pic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1884EE6E-3E92-03A4-B8D6-58EF134C2A83}"/>
              </a:ext>
            </a:extLst>
          </p:cNvPr>
          <p:cNvSpPr/>
          <p:nvPr userDrawn="1"/>
        </p:nvSpPr>
        <p:spPr>
          <a:xfrm>
            <a:off x="-6786" y="-2379"/>
            <a:ext cx="12203469" cy="5982686"/>
          </a:xfrm>
          <a:custGeom>
            <a:avLst/>
            <a:gdLst>
              <a:gd name="csX0" fmla="*/ 146304 w 4873752"/>
              <a:gd name="csY0" fmla="*/ 2569464 h 2569464"/>
              <a:gd name="csX1" fmla="*/ 2011680 w 4873752"/>
              <a:gd name="csY1" fmla="*/ 1600200 h 2569464"/>
              <a:gd name="csX2" fmla="*/ 4873752 w 4873752"/>
              <a:gd name="csY2" fmla="*/ 1005840 h 2569464"/>
              <a:gd name="csX3" fmla="*/ 4873752 w 4873752"/>
              <a:gd name="csY3" fmla="*/ 0 h 2569464"/>
              <a:gd name="csX4" fmla="*/ 0 w 4873752"/>
              <a:gd name="csY4" fmla="*/ 0 h 2569464"/>
              <a:gd name="csX5" fmla="*/ 146304 w 4873752"/>
              <a:gd name="csY5" fmla="*/ 2569464 h 2569464"/>
              <a:gd name="csX0" fmla="*/ 146304 w 4873752"/>
              <a:gd name="csY0" fmla="*/ 2569464 h 2569464"/>
              <a:gd name="csX1" fmla="*/ 2057400 w 4873752"/>
              <a:gd name="csY1" fmla="*/ 1591056 h 2569464"/>
              <a:gd name="csX2" fmla="*/ 4873752 w 4873752"/>
              <a:gd name="csY2" fmla="*/ 1005840 h 2569464"/>
              <a:gd name="csX3" fmla="*/ 4873752 w 4873752"/>
              <a:gd name="csY3" fmla="*/ 0 h 2569464"/>
              <a:gd name="csX4" fmla="*/ 0 w 4873752"/>
              <a:gd name="csY4" fmla="*/ 0 h 2569464"/>
              <a:gd name="csX5" fmla="*/ 146304 w 4873752"/>
              <a:gd name="csY5" fmla="*/ 2569464 h 2569464"/>
              <a:gd name="csX0" fmla="*/ 146304 w 4873752"/>
              <a:gd name="csY0" fmla="*/ 2569464 h 2569464"/>
              <a:gd name="csX1" fmla="*/ 2057400 w 4873752"/>
              <a:gd name="csY1" fmla="*/ 1591056 h 2569464"/>
              <a:gd name="csX2" fmla="*/ 4873752 w 4873752"/>
              <a:gd name="csY2" fmla="*/ 1005840 h 2569464"/>
              <a:gd name="csX3" fmla="*/ 4873752 w 4873752"/>
              <a:gd name="csY3" fmla="*/ 0 h 2569464"/>
              <a:gd name="csX4" fmla="*/ 0 w 4873752"/>
              <a:gd name="csY4" fmla="*/ 0 h 2569464"/>
              <a:gd name="csX5" fmla="*/ 146304 w 4873752"/>
              <a:gd name="csY5" fmla="*/ 2569464 h 2569464"/>
              <a:gd name="csX0" fmla="*/ 146304 w 4873752"/>
              <a:gd name="csY0" fmla="*/ 2569464 h 2569464"/>
              <a:gd name="csX1" fmla="*/ 2057400 w 4873752"/>
              <a:gd name="csY1" fmla="*/ 1591056 h 2569464"/>
              <a:gd name="csX2" fmla="*/ 4873752 w 4873752"/>
              <a:gd name="csY2" fmla="*/ 1005840 h 2569464"/>
              <a:gd name="csX3" fmla="*/ 4873752 w 4873752"/>
              <a:gd name="csY3" fmla="*/ 0 h 2569464"/>
              <a:gd name="csX4" fmla="*/ 0 w 4873752"/>
              <a:gd name="csY4" fmla="*/ 0 h 2569464"/>
              <a:gd name="csX5" fmla="*/ 146304 w 4873752"/>
              <a:gd name="csY5" fmla="*/ 2569464 h 2569464"/>
              <a:gd name="csX0" fmla="*/ 146304 w 4873752"/>
              <a:gd name="csY0" fmla="*/ 2569464 h 2584262"/>
              <a:gd name="csX1" fmla="*/ 4873752 w 4873752"/>
              <a:gd name="csY1" fmla="*/ 1005840 h 2584262"/>
              <a:gd name="csX2" fmla="*/ 4873752 w 4873752"/>
              <a:gd name="csY2" fmla="*/ 0 h 2584262"/>
              <a:gd name="csX3" fmla="*/ 0 w 4873752"/>
              <a:gd name="csY3" fmla="*/ 0 h 2584262"/>
              <a:gd name="csX4" fmla="*/ 146304 w 4873752"/>
              <a:gd name="csY4" fmla="*/ 2569464 h 2584262"/>
              <a:gd name="csX0" fmla="*/ 146304 w 4873752"/>
              <a:gd name="csY0" fmla="*/ 2569464 h 2569464"/>
              <a:gd name="csX1" fmla="*/ 4873752 w 4873752"/>
              <a:gd name="csY1" fmla="*/ 1005840 h 2569464"/>
              <a:gd name="csX2" fmla="*/ 4873752 w 4873752"/>
              <a:gd name="csY2" fmla="*/ 0 h 2569464"/>
              <a:gd name="csX3" fmla="*/ 0 w 4873752"/>
              <a:gd name="csY3" fmla="*/ 0 h 2569464"/>
              <a:gd name="csX4" fmla="*/ 146304 w 4873752"/>
              <a:gd name="csY4" fmla="*/ 2569464 h 2569464"/>
              <a:gd name="csX0" fmla="*/ 146304 w 4873752"/>
              <a:gd name="csY0" fmla="*/ 2569464 h 2569464"/>
              <a:gd name="csX1" fmla="*/ 4873752 w 4873752"/>
              <a:gd name="csY1" fmla="*/ 1005840 h 2569464"/>
              <a:gd name="csX2" fmla="*/ 4873752 w 4873752"/>
              <a:gd name="csY2" fmla="*/ 0 h 2569464"/>
              <a:gd name="csX3" fmla="*/ 0 w 4873752"/>
              <a:gd name="csY3" fmla="*/ 0 h 2569464"/>
              <a:gd name="csX4" fmla="*/ 146304 w 4873752"/>
              <a:gd name="csY4" fmla="*/ 2569464 h 2569464"/>
              <a:gd name="csX0" fmla="*/ 0 w 5409173"/>
              <a:gd name="csY0" fmla="*/ 3113080 h 3113080"/>
              <a:gd name="csX1" fmla="*/ 5409173 w 5409173"/>
              <a:gd name="csY1" fmla="*/ 1005840 h 3113080"/>
              <a:gd name="csX2" fmla="*/ 5409173 w 5409173"/>
              <a:gd name="csY2" fmla="*/ 0 h 3113080"/>
              <a:gd name="csX3" fmla="*/ 535421 w 5409173"/>
              <a:gd name="csY3" fmla="*/ 0 h 3113080"/>
              <a:gd name="csX4" fmla="*/ 0 w 5409173"/>
              <a:gd name="csY4" fmla="*/ 3113080 h 3113080"/>
              <a:gd name="csX0" fmla="*/ 0 w 5409173"/>
              <a:gd name="csY0" fmla="*/ 3113080 h 3113080"/>
              <a:gd name="csX1" fmla="*/ 5409173 w 5409173"/>
              <a:gd name="csY1" fmla="*/ 1005840 h 3113080"/>
              <a:gd name="csX2" fmla="*/ 5409173 w 5409173"/>
              <a:gd name="csY2" fmla="*/ 0 h 3113080"/>
              <a:gd name="csX3" fmla="*/ 535421 w 5409173"/>
              <a:gd name="csY3" fmla="*/ 0 h 3113080"/>
              <a:gd name="csX4" fmla="*/ 0 w 5409173"/>
              <a:gd name="csY4" fmla="*/ 3113080 h 3113080"/>
              <a:gd name="csX0" fmla="*/ 0 w 5409173"/>
              <a:gd name="csY0" fmla="*/ 3113080 h 3113080"/>
              <a:gd name="csX1" fmla="*/ 5409173 w 5409173"/>
              <a:gd name="csY1" fmla="*/ 1005840 h 3113080"/>
              <a:gd name="csX2" fmla="*/ 5409173 w 5409173"/>
              <a:gd name="csY2" fmla="*/ 0 h 3113080"/>
              <a:gd name="csX3" fmla="*/ 535421 w 5409173"/>
              <a:gd name="csY3" fmla="*/ 0 h 3113080"/>
              <a:gd name="csX4" fmla="*/ 0 w 5409173"/>
              <a:gd name="csY4" fmla="*/ 3113080 h 3113080"/>
              <a:gd name="csX0" fmla="*/ 0 w 5501549"/>
              <a:gd name="csY0" fmla="*/ 2943757 h 2943757"/>
              <a:gd name="csX1" fmla="*/ 5501549 w 5501549"/>
              <a:gd name="csY1" fmla="*/ 1005840 h 2943757"/>
              <a:gd name="csX2" fmla="*/ 5501549 w 5501549"/>
              <a:gd name="csY2" fmla="*/ 0 h 2943757"/>
              <a:gd name="csX3" fmla="*/ 627797 w 5501549"/>
              <a:gd name="csY3" fmla="*/ 0 h 2943757"/>
              <a:gd name="csX4" fmla="*/ 0 w 5501549"/>
              <a:gd name="csY4" fmla="*/ 2943757 h 2943757"/>
              <a:gd name="csX0" fmla="*/ 0 w 5501549"/>
              <a:gd name="csY0" fmla="*/ 2943757 h 2943757"/>
              <a:gd name="csX1" fmla="*/ 5501549 w 5501549"/>
              <a:gd name="csY1" fmla="*/ 1005840 h 2943757"/>
              <a:gd name="csX2" fmla="*/ 5501549 w 5501549"/>
              <a:gd name="csY2" fmla="*/ 0 h 2943757"/>
              <a:gd name="csX3" fmla="*/ 627797 w 5501549"/>
              <a:gd name="csY3" fmla="*/ 0 h 2943757"/>
              <a:gd name="csX4" fmla="*/ 0 w 5501549"/>
              <a:gd name="csY4" fmla="*/ 2943757 h 2943757"/>
              <a:gd name="csX0" fmla="*/ 0 w 5501549"/>
              <a:gd name="csY0" fmla="*/ 2943757 h 2943757"/>
              <a:gd name="csX1" fmla="*/ 5501549 w 5501549"/>
              <a:gd name="csY1" fmla="*/ 1005840 h 2943757"/>
              <a:gd name="csX2" fmla="*/ 5501549 w 5501549"/>
              <a:gd name="csY2" fmla="*/ 0 h 2943757"/>
              <a:gd name="csX3" fmla="*/ 627797 w 5501549"/>
              <a:gd name="csY3" fmla="*/ 0 h 2943757"/>
              <a:gd name="csX4" fmla="*/ 0 w 5501549"/>
              <a:gd name="csY4" fmla="*/ 2943757 h 2943757"/>
              <a:gd name="csX0" fmla="*/ 0 w 5501549"/>
              <a:gd name="csY0" fmla="*/ 2943757 h 2943757"/>
              <a:gd name="csX1" fmla="*/ 5493850 w 5501549"/>
              <a:gd name="csY1" fmla="*/ 1344486 h 2943757"/>
              <a:gd name="csX2" fmla="*/ 5501549 w 5501549"/>
              <a:gd name="csY2" fmla="*/ 0 h 2943757"/>
              <a:gd name="csX3" fmla="*/ 627797 w 5501549"/>
              <a:gd name="csY3" fmla="*/ 0 h 2943757"/>
              <a:gd name="csX4" fmla="*/ 0 w 5501549"/>
              <a:gd name="csY4" fmla="*/ 2943757 h 2943757"/>
              <a:gd name="csX0" fmla="*/ 0 w 5963430"/>
              <a:gd name="csY0" fmla="*/ 3095257 h 3095257"/>
              <a:gd name="csX1" fmla="*/ 5955731 w 5963430"/>
              <a:gd name="csY1" fmla="*/ 1344486 h 3095257"/>
              <a:gd name="csX2" fmla="*/ 5963430 w 5963430"/>
              <a:gd name="csY2" fmla="*/ 0 h 3095257"/>
              <a:gd name="csX3" fmla="*/ 1089678 w 5963430"/>
              <a:gd name="csY3" fmla="*/ 0 h 3095257"/>
              <a:gd name="csX4" fmla="*/ 0 w 5963430"/>
              <a:gd name="csY4" fmla="*/ 3095257 h 3095257"/>
              <a:gd name="csX0" fmla="*/ 3829362 w 9792792"/>
              <a:gd name="csY0" fmla="*/ 3095257 h 3095257"/>
              <a:gd name="csX1" fmla="*/ 9785093 w 9792792"/>
              <a:gd name="csY1" fmla="*/ 1344486 h 3095257"/>
              <a:gd name="csX2" fmla="*/ 9792792 w 9792792"/>
              <a:gd name="csY2" fmla="*/ 0 h 3095257"/>
              <a:gd name="csX3" fmla="*/ 0 w 9792792"/>
              <a:gd name="csY3" fmla="*/ 26735 h 3095257"/>
              <a:gd name="csX4" fmla="*/ 3829362 w 9792792"/>
              <a:gd name="csY4" fmla="*/ 3095257 h 3095257"/>
              <a:gd name="csX0" fmla="*/ 3829362 w 9792792"/>
              <a:gd name="csY0" fmla="*/ 3095257 h 3095257"/>
              <a:gd name="csX1" fmla="*/ 9785093 w 9792792"/>
              <a:gd name="csY1" fmla="*/ 1344486 h 3095257"/>
              <a:gd name="csX2" fmla="*/ 9792792 w 9792792"/>
              <a:gd name="csY2" fmla="*/ 0 h 3095257"/>
              <a:gd name="csX3" fmla="*/ 0 w 9792792"/>
              <a:gd name="csY3" fmla="*/ 26735 h 3095257"/>
              <a:gd name="csX4" fmla="*/ 1779153 w 9792792"/>
              <a:gd name="csY4" fmla="*/ 1464601 h 3095257"/>
              <a:gd name="csX5" fmla="*/ 3829362 w 9792792"/>
              <a:gd name="csY5" fmla="*/ 3095257 h 3095257"/>
              <a:gd name="csX0" fmla="*/ 3829362 w 9792792"/>
              <a:gd name="csY0" fmla="*/ 3095257 h 3122184"/>
              <a:gd name="csX1" fmla="*/ 9785093 w 9792792"/>
              <a:gd name="csY1" fmla="*/ 1344486 h 3122184"/>
              <a:gd name="csX2" fmla="*/ 9792792 w 9792792"/>
              <a:gd name="csY2" fmla="*/ 0 h 3122184"/>
              <a:gd name="csX3" fmla="*/ 0 w 9792792"/>
              <a:gd name="csY3" fmla="*/ 26735 h 3122184"/>
              <a:gd name="csX4" fmla="*/ 31701 w 9792792"/>
              <a:gd name="csY4" fmla="*/ 3122184 h 3122184"/>
              <a:gd name="csX5" fmla="*/ 3829362 w 9792792"/>
              <a:gd name="csY5" fmla="*/ 3095257 h 3122184"/>
              <a:gd name="csX0" fmla="*/ 3829362 w 9792792"/>
              <a:gd name="csY0" fmla="*/ 3095257 h 3374720"/>
              <a:gd name="csX1" fmla="*/ 9785093 w 9792792"/>
              <a:gd name="csY1" fmla="*/ 1344486 h 3374720"/>
              <a:gd name="csX2" fmla="*/ 9792792 w 9792792"/>
              <a:gd name="csY2" fmla="*/ 0 h 3374720"/>
              <a:gd name="csX3" fmla="*/ 0 w 9792792"/>
              <a:gd name="csY3" fmla="*/ 26735 h 3374720"/>
              <a:gd name="csX4" fmla="*/ 31701 w 9792792"/>
              <a:gd name="csY4" fmla="*/ 3122184 h 3374720"/>
              <a:gd name="csX5" fmla="*/ 3829362 w 9792792"/>
              <a:gd name="csY5" fmla="*/ 3095257 h 3374720"/>
              <a:gd name="csX0" fmla="*/ 3829362 w 9792792"/>
              <a:gd name="csY0" fmla="*/ 3095257 h 3439949"/>
              <a:gd name="csX1" fmla="*/ 9785093 w 9792792"/>
              <a:gd name="csY1" fmla="*/ 1344486 h 3439949"/>
              <a:gd name="csX2" fmla="*/ 9792792 w 9792792"/>
              <a:gd name="csY2" fmla="*/ 0 h 3439949"/>
              <a:gd name="csX3" fmla="*/ 0 w 9792792"/>
              <a:gd name="csY3" fmla="*/ 26735 h 3439949"/>
              <a:gd name="csX4" fmla="*/ 31701 w 9792792"/>
              <a:gd name="csY4" fmla="*/ 3122184 h 3439949"/>
              <a:gd name="csX5" fmla="*/ 3829362 w 9792792"/>
              <a:gd name="csY5" fmla="*/ 3095257 h 3439949"/>
              <a:gd name="csX0" fmla="*/ 3829362 w 9792792"/>
              <a:gd name="csY0" fmla="*/ 3095257 h 3439949"/>
              <a:gd name="csX1" fmla="*/ 9785093 w 9792792"/>
              <a:gd name="csY1" fmla="*/ 1594015 h 3439949"/>
              <a:gd name="csX2" fmla="*/ 9792792 w 9792792"/>
              <a:gd name="csY2" fmla="*/ 0 h 3439949"/>
              <a:gd name="csX3" fmla="*/ 0 w 9792792"/>
              <a:gd name="csY3" fmla="*/ 26735 h 3439949"/>
              <a:gd name="csX4" fmla="*/ 31701 w 9792792"/>
              <a:gd name="csY4" fmla="*/ 3122184 h 3439949"/>
              <a:gd name="csX5" fmla="*/ 3829362 w 9792792"/>
              <a:gd name="csY5" fmla="*/ 3095257 h 3439949"/>
              <a:gd name="csX0" fmla="*/ 4175773 w 9792792"/>
              <a:gd name="csY0" fmla="*/ 3113081 h 3446408"/>
              <a:gd name="csX1" fmla="*/ 9785093 w 9792792"/>
              <a:gd name="csY1" fmla="*/ 1594015 h 3446408"/>
              <a:gd name="csX2" fmla="*/ 9792792 w 9792792"/>
              <a:gd name="csY2" fmla="*/ 0 h 3446408"/>
              <a:gd name="csX3" fmla="*/ 0 w 9792792"/>
              <a:gd name="csY3" fmla="*/ 26735 h 3446408"/>
              <a:gd name="csX4" fmla="*/ 31701 w 9792792"/>
              <a:gd name="csY4" fmla="*/ 3122184 h 3446408"/>
              <a:gd name="csX5" fmla="*/ 4175773 w 9792792"/>
              <a:gd name="csY5" fmla="*/ 3113081 h 3446408"/>
              <a:gd name="csX0" fmla="*/ 4175773 w 9792792"/>
              <a:gd name="csY0" fmla="*/ 3113081 h 3465611"/>
              <a:gd name="csX1" fmla="*/ 9785093 w 9792792"/>
              <a:gd name="csY1" fmla="*/ 1594015 h 3465611"/>
              <a:gd name="csX2" fmla="*/ 9792792 w 9792792"/>
              <a:gd name="csY2" fmla="*/ 0 h 3465611"/>
              <a:gd name="csX3" fmla="*/ 0 w 9792792"/>
              <a:gd name="csY3" fmla="*/ 26735 h 3465611"/>
              <a:gd name="csX4" fmla="*/ 31701 w 9792792"/>
              <a:gd name="csY4" fmla="*/ 3122184 h 3465611"/>
              <a:gd name="csX5" fmla="*/ 4175773 w 9792792"/>
              <a:gd name="csY5" fmla="*/ 3113081 h 3465611"/>
              <a:gd name="csX0" fmla="*/ 4175773 w 9792792"/>
              <a:gd name="csY0" fmla="*/ 3113081 h 3417739"/>
              <a:gd name="csX1" fmla="*/ 9785093 w 9792792"/>
              <a:gd name="csY1" fmla="*/ 1594015 h 3417739"/>
              <a:gd name="csX2" fmla="*/ 9792792 w 9792792"/>
              <a:gd name="csY2" fmla="*/ 0 h 3417739"/>
              <a:gd name="csX3" fmla="*/ 0 w 9792792"/>
              <a:gd name="csY3" fmla="*/ 26735 h 3417739"/>
              <a:gd name="csX4" fmla="*/ 31701 w 9792792"/>
              <a:gd name="csY4" fmla="*/ 3122184 h 3417739"/>
              <a:gd name="csX5" fmla="*/ 4175773 w 9792792"/>
              <a:gd name="csY5" fmla="*/ 3113081 h 3417739"/>
              <a:gd name="csX0" fmla="*/ 4556665 w 9792792"/>
              <a:gd name="csY0" fmla="*/ 3135769 h 3427729"/>
              <a:gd name="csX1" fmla="*/ 9785093 w 9792792"/>
              <a:gd name="csY1" fmla="*/ 1594015 h 3427729"/>
              <a:gd name="csX2" fmla="*/ 9792792 w 9792792"/>
              <a:gd name="csY2" fmla="*/ 0 h 3427729"/>
              <a:gd name="csX3" fmla="*/ 0 w 9792792"/>
              <a:gd name="csY3" fmla="*/ 26735 h 3427729"/>
              <a:gd name="csX4" fmla="*/ 31701 w 9792792"/>
              <a:gd name="csY4" fmla="*/ 3122184 h 3427729"/>
              <a:gd name="csX5" fmla="*/ 4556665 w 9792792"/>
              <a:gd name="csY5" fmla="*/ 3135769 h 3427729"/>
              <a:gd name="csX0" fmla="*/ 4556665 w 9792792"/>
              <a:gd name="csY0" fmla="*/ 3135769 h 3484767"/>
              <a:gd name="csX1" fmla="*/ 9785093 w 9792792"/>
              <a:gd name="csY1" fmla="*/ 1594015 h 3484767"/>
              <a:gd name="csX2" fmla="*/ 9792792 w 9792792"/>
              <a:gd name="csY2" fmla="*/ 0 h 3484767"/>
              <a:gd name="csX3" fmla="*/ 0 w 9792792"/>
              <a:gd name="csY3" fmla="*/ 26735 h 3484767"/>
              <a:gd name="csX4" fmla="*/ 39318 w 9792792"/>
              <a:gd name="csY4" fmla="*/ 3218606 h 3484767"/>
              <a:gd name="csX5" fmla="*/ 4556665 w 9792792"/>
              <a:gd name="csY5" fmla="*/ 3135769 h 3484767"/>
              <a:gd name="csX0" fmla="*/ 4556665 w 9792792"/>
              <a:gd name="csY0" fmla="*/ 3135769 h 3446271"/>
              <a:gd name="csX1" fmla="*/ 9785093 w 9792792"/>
              <a:gd name="csY1" fmla="*/ 1594015 h 3446271"/>
              <a:gd name="csX2" fmla="*/ 9792792 w 9792792"/>
              <a:gd name="csY2" fmla="*/ 0 h 3446271"/>
              <a:gd name="csX3" fmla="*/ 0 w 9792792"/>
              <a:gd name="csY3" fmla="*/ 26735 h 3446271"/>
              <a:gd name="csX4" fmla="*/ 39318 w 9792792"/>
              <a:gd name="csY4" fmla="*/ 3218606 h 3446271"/>
              <a:gd name="csX5" fmla="*/ 4556665 w 9792792"/>
              <a:gd name="csY5" fmla="*/ 3135769 h 3446271"/>
              <a:gd name="csX0" fmla="*/ 4556665 w 9792792"/>
              <a:gd name="csY0" fmla="*/ 3135769 h 3464683"/>
              <a:gd name="csX1" fmla="*/ 9785093 w 9792792"/>
              <a:gd name="csY1" fmla="*/ 1594015 h 3464683"/>
              <a:gd name="csX2" fmla="*/ 9792792 w 9792792"/>
              <a:gd name="csY2" fmla="*/ 0 h 3464683"/>
              <a:gd name="csX3" fmla="*/ 0 w 9792792"/>
              <a:gd name="csY3" fmla="*/ 26735 h 3464683"/>
              <a:gd name="csX4" fmla="*/ 39318 w 9792792"/>
              <a:gd name="csY4" fmla="*/ 3218606 h 3464683"/>
              <a:gd name="csX5" fmla="*/ 4556665 w 9792792"/>
              <a:gd name="csY5" fmla="*/ 3135769 h 3464683"/>
              <a:gd name="csX0" fmla="*/ 4556665 w 9792792"/>
              <a:gd name="csY0" fmla="*/ 3135769 h 3464683"/>
              <a:gd name="csX1" fmla="*/ 9785093 w 9792792"/>
              <a:gd name="csY1" fmla="*/ 1594015 h 3464683"/>
              <a:gd name="csX2" fmla="*/ 9792792 w 9792792"/>
              <a:gd name="csY2" fmla="*/ 0 h 3464683"/>
              <a:gd name="csX3" fmla="*/ 0 w 9792792"/>
              <a:gd name="csY3" fmla="*/ 26735 h 3464683"/>
              <a:gd name="csX4" fmla="*/ 39318 w 9792792"/>
              <a:gd name="csY4" fmla="*/ 3218606 h 3464683"/>
              <a:gd name="csX5" fmla="*/ 4556665 w 9792792"/>
              <a:gd name="csY5" fmla="*/ 3135769 h 3464683"/>
              <a:gd name="csX0" fmla="*/ 4532288 w 9768415"/>
              <a:gd name="csY0" fmla="*/ 3135769 h 3464683"/>
              <a:gd name="csX1" fmla="*/ 9760716 w 9768415"/>
              <a:gd name="csY1" fmla="*/ 1594015 h 3464683"/>
              <a:gd name="csX2" fmla="*/ 9768415 w 9768415"/>
              <a:gd name="csY2" fmla="*/ 0 h 3464683"/>
              <a:gd name="csX3" fmla="*/ 0 w 9768415"/>
              <a:gd name="csY3" fmla="*/ 20685 h 3464683"/>
              <a:gd name="csX4" fmla="*/ 14941 w 9768415"/>
              <a:gd name="csY4" fmla="*/ 3218606 h 3464683"/>
              <a:gd name="csX5" fmla="*/ 4532288 w 9768415"/>
              <a:gd name="csY5" fmla="*/ 3135769 h 3464683"/>
              <a:gd name="csX0" fmla="*/ 4533013 w 9769140"/>
              <a:gd name="csY0" fmla="*/ 3135769 h 3464683"/>
              <a:gd name="csX1" fmla="*/ 9761441 w 9769140"/>
              <a:gd name="csY1" fmla="*/ 1594015 h 3464683"/>
              <a:gd name="csX2" fmla="*/ 9769140 w 9769140"/>
              <a:gd name="csY2" fmla="*/ 0 h 3464683"/>
              <a:gd name="csX3" fmla="*/ 725 w 9769140"/>
              <a:gd name="csY3" fmla="*/ 20685 h 3464683"/>
              <a:gd name="csX4" fmla="*/ 4239 w 9769140"/>
              <a:gd name="csY4" fmla="*/ 3218606 h 3464683"/>
              <a:gd name="csX5" fmla="*/ 4533013 w 9769140"/>
              <a:gd name="csY5" fmla="*/ 3135769 h 3464683"/>
              <a:gd name="csX0" fmla="*/ 4532288 w 9768415"/>
              <a:gd name="csY0" fmla="*/ 3135769 h 3464683"/>
              <a:gd name="csX1" fmla="*/ 9760716 w 9768415"/>
              <a:gd name="csY1" fmla="*/ 1594015 h 3464683"/>
              <a:gd name="csX2" fmla="*/ 9768415 w 9768415"/>
              <a:gd name="csY2" fmla="*/ 0 h 3464683"/>
              <a:gd name="csX3" fmla="*/ 0 w 9768415"/>
              <a:gd name="csY3" fmla="*/ 20685 h 3464683"/>
              <a:gd name="csX4" fmla="*/ 3514 w 9768415"/>
              <a:gd name="csY4" fmla="*/ 3218606 h 3464683"/>
              <a:gd name="csX5" fmla="*/ 4532288 w 9768415"/>
              <a:gd name="csY5" fmla="*/ 3135769 h 3464683"/>
              <a:gd name="csX0" fmla="*/ 4528774 w 9764901"/>
              <a:gd name="csY0" fmla="*/ 3208670 h 3537584"/>
              <a:gd name="csX1" fmla="*/ 9757202 w 9764901"/>
              <a:gd name="csY1" fmla="*/ 1666916 h 3537584"/>
              <a:gd name="csX2" fmla="*/ 9764901 w 9764901"/>
              <a:gd name="csY2" fmla="*/ 72901 h 3537584"/>
              <a:gd name="csX3" fmla="*/ 295 w 9764901"/>
              <a:gd name="csY3" fmla="*/ 0 h 3537584"/>
              <a:gd name="csX4" fmla="*/ 0 w 9764901"/>
              <a:gd name="csY4" fmla="*/ 3291507 h 3537584"/>
              <a:gd name="csX5" fmla="*/ 4528774 w 9764901"/>
              <a:gd name="csY5" fmla="*/ 3208670 h 3537584"/>
              <a:gd name="csX0" fmla="*/ 4532439 w 9768566"/>
              <a:gd name="csY0" fmla="*/ 3208670 h 3537584"/>
              <a:gd name="csX1" fmla="*/ 9760867 w 9768566"/>
              <a:gd name="csY1" fmla="*/ 1666916 h 3537584"/>
              <a:gd name="csX2" fmla="*/ 9768566 w 9768566"/>
              <a:gd name="csY2" fmla="*/ 72901 h 3537584"/>
              <a:gd name="csX3" fmla="*/ 3960 w 9768566"/>
              <a:gd name="csY3" fmla="*/ 0 h 3537584"/>
              <a:gd name="csX4" fmla="*/ 3665 w 9768566"/>
              <a:gd name="csY4" fmla="*/ 3291507 h 3537584"/>
              <a:gd name="csX5" fmla="*/ 4532439 w 9768566"/>
              <a:gd name="csY5" fmla="*/ 3208670 h 3537584"/>
              <a:gd name="csX0" fmla="*/ 4532439 w 9768566"/>
              <a:gd name="csY0" fmla="*/ 3208670 h 3537584"/>
              <a:gd name="csX1" fmla="*/ 9760867 w 9768566"/>
              <a:gd name="csY1" fmla="*/ 1666916 h 3537584"/>
              <a:gd name="csX2" fmla="*/ 9768566 w 9768566"/>
              <a:gd name="csY2" fmla="*/ 72901 h 3537584"/>
              <a:gd name="csX3" fmla="*/ 3960 w 9768566"/>
              <a:gd name="csY3" fmla="*/ 0 h 3537584"/>
              <a:gd name="csX4" fmla="*/ 3665 w 9768566"/>
              <a:gd name="csY4" fmla="*/ 3291507 h 3537584"/>
              <a:gd name="csX5" fmla="*/ 4532439 w 9768566"/>
              <a:gd name="csY5" fmla="*/ 3208670 h 3537584"/>
              <a:gd name="csX0" fmla="*/ 4532439 w 9761617"/>
              <a:gd name="csY0" fmla="*/ 3210921 h 3539835"/>
              <a:gd name="csX1" fmla="*/ 9760867 w 9761617"/>
              <a:gd name="csY1" fmla="*/ 1669167 h 3539835"/>
              <a:gd name="csX2" fmla="*/ 9760948 w 9761617"/>
              <a:gd name="csY2" fmla="*/ 0 h 3539835"/>
              <a:gd name="csX3" fmla="*/ 3960 w 9761617"/>
              <a:gd name="csY3" fmla="*/ 2251 h 3539835"/>
              <a:gd name="csX4" fmla="*/ 3665 w 9761617"/>
              <a:gd name="csY4" fmla="*/ 3293758 h 3539835"/>
              <a:gd name="csX5" fmla="*/ 4532439 w 9761617"/>
              <a:gd name="csY5" fmla="*/ 3210921 h 3539835"/>
              <a:gd name="csX0" fmla="*/ 4532439 w 9761617"/>
              <a:gd name="csY0" fmla="*/ 3210921 h 3539835"/>
              <a:gd name="csX1" fmla="*/ 9760867 w 9761617"/>
              <a:gd name="csY1" fmla="*/ 1669167 h 3539835"/>
              <a:gd name="csX2" fmla="*/ 9760948 w 9761617"/>
              <a:gd name="csY2" fmla="*/ 0 h 3539835"/>
              <a:gd name="csX3" fmla="*/ 3960 w 9761617"/>
              <a:gd name="csY3" fmla="*/ 2251 h 3539835"/>
              <a:gd name="csX4" fmla="*/ 3665 w 9761617"/>
              <a:gd name="csY4" fmla="*/ 3293758 h 3539835"/>
              <a:gd name="csX5" fmla="*/ 4532439 w 9761617"/>
              <a:gd name="csY5" fmla="*/ 3210921 h 3539835"/>
              <a:gd name="csX0" fmla="*/ 4532439 w 9761239"/>
              <a:gd name="csY0" fmla="*/ 3210921 h 3539835"/>
              <a:gd name="csX1" fmla="*/ 9760867 w 9761239"/>
              <a:gd name="csY1" fmla="*/ 1669167 h 3539835"/>
              <a:gd name="csX2" fmla="*/ 9760948 w 9761239"/>
              <a:gd name="csY2" fmla="*/ 0 h 3539835"/>
              <a:gd name="csX3" fmla="*/ 3960 w 9761239"/>
              <a:gd name="csY3" fmla="*/ 2251 h 3539835"/>
              <a:gd name="csX4" fmla="*/ 3665 w 9761239"/>
              <a:gd name="csY4" fmla="*/ 3293758 h 3539835"/>
              <a:gd name="csX5" fmla="*/ 4532439 w 9761239"/>
              <a:gd name="csY5" fmla="*/ 3210921 h 3539835"/>
              <a:gd name="csX0" fmla="*/ 4532439 w 9762057"/>
              <a:gd name="csY0" fmla="*/ 3210921 h 3539835"/>
              <a:gd name="csX1" fmla="*/ 9760867 w 9762057"/>
              <a:gd name="csY1" fmla="*/ 1669167 h 3539835"/>
              <a:gd name="csX2" fmla="*/ 9760948 w 9762057"/>
              <a:gd name="csY2" fmla="*/ 0 h 3539835"/>
              <a:gd name="csX3" fmla="*/ 3960 w 9762057"/>
              <a:gd name="csY3" fmla="*/ 2251 h 3539835"/>
              <a:gd name="csX4" fmla="*/ 3665 w 9762057"/>
              <a:gd name="csY4" fmla="*/ 3293758 h 3539835"/>
              <a:gd name="csX5" fmla="*/ 4532439 w 9762057"/>
              <a:gd name="csY5" fmla="*/ 3210921 h 3539835"/>
              <a:gd name="csX0" fmla="*/ 4532439 w 9762057"/>
              <a:gd name="csY0" fmla="*/ 3210921 h 3539835"/>
              <a:gd name="csX1" fmla="*/ 9760867 w 9762057"/>
              <a:gd name="csY1" fmla="*/ 1669167 h 3539835"/>
              <a:gd name="csX2" fmla="*/ 9760948 w 9762057"/>
              <a:gd name="csY2" fmla="*/ 0 h 3539835"/>
              <a:gd name="csX3" fmla="*/ 3960 w 9762057"/>
              <a:gd name="csY3" fmla="*/ 2251 h 3539835"/>
              <a:gd name="csX4" fmla="*/ 3665 w 9762057"/>
              <a:gd name="csY4" fmla="*/ 3293758 h 3539835"/>
              <a:gd name="csX5" fmla="*/ 4532439 w 9762057"/>
              <a:gd name="csY5" fmla="*/ 3210921 h 3539835"/>
              <a:gd name="csX0" fmla="*/ 4528774 w 9758392"/>
              <a:gd name="csY0" fmla="*/ 3210921 h 3539835"/>
              <a:gd name="csX1" fmla="*/ 9757202 w 9758392"/>
              <a:gd name="csY1" fmla="*/ 1669167 h 3539835"/>
              <a:gd name="csX2" fmla="*/ 9757283 w 9758392"/>
              <a:gd name="csY2" fmla="*/ 0 h 3539835"/>
              <a:gd name="csX3" fmla="*/ 295 w 9758392"/>
              <a:gd name="csY3" fmla="*/ 2251 h 3539835"/>
              <a:gd name="csX4" fmla="*/ 0 w 9758392"/>
              <a:gd name="csY4" fmla="*/ 3293758 h 3539835"/>
              <a:gd name="csX5" fmla="*/ 4528774 w 9758392"/>
              <a:gd name="csY5" fmla="*/ 3210921 h 3539835"/>
              <a:gd name="csX0" fmla="*/ 4530392 w 9760010"/>
              <a:gd name="csY0" fmla="*/ 3210921 h 3539835"/>
              <a:gd name="csX1" fmla="*/ 9758820 w 9760010"/>
              <a:gd name="csY1" fmla="*/ 1669167 h 3539835"/>
              <a:gd name="csX2" fmla="*/ 9758901 w 9760010"/>
              <a:gd name="csY2" fmla="*/ 0 h 3539835"/>
              <a:gd name="csX3" fmla="*/ 9 w 9760010"/>
              <a:gd name="csY3" fmla="*/ 832 h 3539835"/>
              <a:gd name="csX4" fmla="*/ 1618 w 9760010"/>
              <a:gd name="csY4" fmla="*/ 3293758 h 3539835"/>
              <a:gd name="csX5" fmla="*/ 4530392 w 9760010"/>
              <a:gd name="csY5" fmla="*/ 3210921 h 3539835"/>
              <a:gd name="csX0" fmla="*/ 4530392 w 9760010"/>
              <a:gd name="csY0" fmla="*/ 3210921 h 3539835"/>
              <a:gd name="csX1" fmla="*/ 9758820 w 9760010"/>
              <a:gd name="csY1" fmla="*/ 1669167 h 3539835"/>
              <a:gd name="csX2" fmla="*/ 9758901 w 9760010"/>
              <a:gd name="csY2" fmla="*/ 0 h 3539835"/>
              <a:gd name="csX3" fmla="*/ 9 w 9760010"/>
              <a:gd name="csY3" fmla="*/ 832 h 3539835"/>
              <a:gd name="csX4" fmla="*/ 1618 w 9760010"/>
              <a:gd name="csY4" fmla="*/ 3293758 h 3539835"/>
              <a:gd name="csX5" fmla="*/ 4530392 w 9760010"/>
              <a:gd name="csY5" fmla="*/ 3210921 h 3539835"/>
              <a:gd name="csX0" fmla="*/ 4530392 w 9760010"/>
              <a:gd name="csY0" fmla="*/ 3210921 h 3543651"/>
              <a:gd name="csX1" fmla="*/ 9758820 w 9760010"/>
              <a:gd name="csY1" fmla="*/ 1669167 h 3543651"/>
              <a:gd name="csX2" fmla="*/ 9758901 w 9760010"/>
              <a:gd name="csY2" fmla="*/ 0 h 3543651"/>
              <a:gd name="csX3" fmla="*/ 9 w 9760010"/>
              <a:gd name="csY3" fmla="*/ 832 h 3543651"/>
              <a:gd name="csX4" fmla="*/ 1618 w 9760010"/>
              <a:gd name="csY4" fmla="*/ 3293758 h 3543651"/>
              <a:gd name="csX5" fmla="*/ 4530392 w 9760010"/>
              <a:gd name="csY5" fmla="*/ 3210921 h 3543651"/>
              <a:gd name="csX0" fmla="*/ 4530392 w 9760010"/>
              <a:gd name="csY0" fmla="*/ 3210921 h 3551406"/>
              <a:gd name="csX1" fmla="*/ 9758820 w 9760010"/>
              <a:gd name="csY1" fmla="*/ 1669167 h 3551406"/>
              <a:gd name="csX2" fmla="*/ 9758901 w 9760010"/>
              <a:gd name="csY2" fmla="*/ 0 h 3551406"/>
              <a:gd name="csX3" fmla="*/ 9 w 9760010"/>
              <a:gd name="csY3" fmla="*/ 832 h 3551406"/>
              <a:gd name="csX4" fmla="*/ 1618 w 9760010"/>
              <a:gd name="csY4" fmla="*/ 3293758 h 3551406"/>
              <a:gd name="csX5" fmla="*/ 4530392 w 9760010"/>
              <a:gd name="csY5" fmla="*/ 3210921 h 3551406"/>
              <a:gd name="csX0" fmla="*/ 4530392 w 9760010"/>
              <a:gd name="csY0" fmla="*/ 3210921 h 3551406"/>
              <a:gd name="csX1" fmla="*/ 9758820 w 9760010"/>
              <a:gd name="csY1" fmla="*/ 1669167 h 3551406"/>
              <a:gd name="csX2" fmla="*/ 9758901 w 9760010"/>
              <a:gd name="csY2" fmla="*/ 0 h 3551406"/>
              <a:gd name="csX3" fmla="*/ 9 w 9760010"/>
              <a:gd name="csY3" fmla="*/ 832 h 3551406"/>
              <a:gd name="csX4" fmla="*/ 1618 w 9760010"/>
              <a:gd name="csY4" fmla="*/ 3293758 h 3551406"/>
              <a:gd name="csX5" fmla="*/ 4530392 w 9760010"/>
              <a:gd name="csY5" fmla="*/ 3210921 h 3551406"/>
              <a:gd name="csX0" fmla="*/ 4530392 w 9760010"/>
              <a:gd name="csY0" fmla="*/ 3210921 h 3551406"/>
              <a:gd name="csX1" fmla="*/ 9758820 w 9760010"/>
              <a:gd name="csY1" fmla="*/ 1669167 h 3551406"/>
              <a:gd name="csX2" fmla="*/ 9758901 w 9760010"/>
              <a:gd name="csY2" fmla="*/ 0 h 3551406"/>
              <a:gd name="csX3" fmla="*/ 9 w 9760010"/>
              <a:gd name="csY3" fmla="*/ 832 h 3551406"/>
              <a:gd name="csX4" fmla="*/ 1618 w 9760010"/>
              <a:gd name="csY4" fmla="*/ 3293758 h 3551406"/>
              <a:gd name="csX5" fmla="*/ 4530392 w 9760010"/>
              <a:gd name="csY5" fmla="*/ 3210921 h 3551406"/>
              <a:gd name="csX0" fmla="*/ 4530392 w 9760010"/>
              <a:gd name="csY0" fmla="*/ 3210921 h 3562521"/>
              <a:gd name="csX1" fmla="*/ 9758820 w 9760010"/>
              <a:gd name="csY1" fmla="*/ 1669167 h 3562521"/>
              <a:gd name="csX2" fmla="*/ 9758901 w 9760010"/>
              <a:gd name="csY2" fmla="*/ 0 h 3562521"/>
              <a:gd name="csX3" fmla="*/ 9 w 9760010"/>
              <a:gd name="csY3" fmla="*/ 832 h 3562521"/>
              <a:gd name="csX4" fmla="*/ 1618 w 9760010"/>
              <a:gd name="csY4" fmla="*/ 3293758 h 3562521"/>
              <a:gd name="csX5" fmla="*/ 4530392 w 9760010"/>
              <a:gd name="csY5" fmla="*/ 3210921 h 3562521"/>
              <a:gd name="csX0" fmla="*/ 4530392 w 9760010"/>
              <a:gd name="csY0" fmla="*/ 3210921 h 3562521"/>
              <a:gd name="csX1" fmla="*/ 9758820 w 9760010"/>
              <a:gd name="csY1" fmla="*/ 1669167 h 3562521"/>
              <a:gd name="csX2" fmla="*/ 9758901 w 9760010"/>
              <a:gd name="csY2" fmla="*/ 0 h 3562521"/>
              <a:gd name="csX3" fmla="*/ 9 w 9760010"/>
              <a:gd name="csY3" fmla="*/ 832 h 3562521"/>
              <a:gd name="csX4" fmla="*/ 1618 w 9760010"/>
              <a:gd name="csY4" fmla="*/ 3293758 h 3562521"/>
              <a:gd name="csX5" fmla="*/ 4530392 w 9760010"/>
              <a:gd name="csY5" fmla="*/ 3210921 h 3562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9760010" h="3562521">
                <a:moveTo>
                  <a:pt x="4530392" y="3210921"/>
                </a:moveTo>
                <a:cubicBezTo>
                  <a:pt x="7245526" y="2264049"/>
                  <a:pt x="7315552" y="1812899"/>
                  <a:pt x="9758820" y="1669167"/>
                </a:cubicBezTo>
                <a:cubicBezTo>
                  <a:pt x="9761386" y="1221005"/>
                  <a:pt x="9759023" y="38635"/>
                  <a:pt x="9758901" y="0"/>
                </a:cubicBezTo>
                <a:lnTo>
                  <a:pt x="9" y="832"/>
                </a:lnTo>
                <a:cubicBezTo>
                  <a:pt x="-217" y="42435"/>
                  <a:pt x="3748" y="3296113"/>
                  <a:pt x="1618" y="3293758"/>
                </a:cubicBezTo>
                <a:cubicBezTo>
                  <a:pt x="1536535" y="3666354"/>
                  <a:pt x="3232671" y="3663234"/>
                  <a:pt x="4530392" y="3210921"/>
                </a:cubicBezTo>
                <a:close/>
              </a:path>
            </a:pathLst>
          </a:custGeom>
          <a:solidFill>
            <a:srgbClr val="F1F1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2" name="グラフィックス 21">
            <a:extLst>
              <a:ext uri="{FF2B5EF4-FFF2-40B4-BE49-F238E27FC236}">
                <a16:creationId xmlns:a16="http://schemas.microsoft.com/office/drawing/2014/main" id="{7E372F0C-122B-DAA5-4884-F486F4BC64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764483"/>
            <a:ext cx="12192000" cy="5329033"/>
          </a:xfrm>
          <a:prstGeom prst="rect">
            <a:avLst/>
          </a:prstGeom>
        </p:spPr>
      </p:pic>
      <p:pic>
        <p:nvPicPr>
          <p:cNvPr id="23" name="図 22" descr="挿絵, プレー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D08D5EF-F9B8-EC81-E753-D29D698BE65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776" y="329051"/>
            <a:ext cx="2034540" cy="556024"/>
          </a:xfrm>
          <a:prstGeom prst="rect">
            <a:avLst/>
          </a:prstGeom>
        </p:spPr>
      </p:pic>
      <p:pic>
        <p:nvPicPr>
          <p:cNvPr id="24" name="図 23" descr="窓, テーブル, 座る, 女性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214B1E3-E5D0-D760-4D95-F37A9E9DC61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75587" y="2249010"/>
            <a:ext cx="1553618" cy="154512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6" name="図 25" descr="ノートパソコンで作業をしている人たち&#10;&#10;AI 生成コンテンツは誤りを含む可能性があります。">
            <a:extLst>
              <a:ext uri="{FF2B5EF4-FFF2-40B4-BE49-F238E27FC236}">
                <a16:creationId xmlns:a16="http://schemas.microsoft.com/office/drawing/2014/main" id="{2DCF3E1A-9816-0411-BA2F-F3860C0CFBA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09352" y="1600177"/>
            <a:ext cx="1866235" cy="1848438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図 26" descr="建物, スポーツゲーム, 女性, 男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B76F2F6-AD07-332F-2912-BE62CC81E96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51419" y="3659899"/>
            <a:ext cx="2752979" cy="2823354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グラフィックス 27">
            <a:extLst>
              <a:ext uri="{FF2B5EF4-FFF2-40B4-BE49-F238E27FC236}">
                <a16:creationId xmlns:a16="http://schemas.microsoft.com/office/drawing/2014/main" id="{EC91B00C-4BED-957A-0C8C-491B6D9C8E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3089" t="-2016" r="-11808" b="-886"/>
          <a:stretch>
            <a:fillRect/>
          </a:stretch>
        </p:blipFill>
        <p:spPr>
          <a:xfrm rot="16887347" flipV="1">
            <a:off x="5071916" y="2537604"/>
            <a:ext cx="6773051" cy="2520325"/>
          </a:xfrm>
          <a:prstGeom prst="trapezoid">
            <a:avLst>
              <a:gd name="adj" fmla="val 20061"/>
            </a:avLst>
          </a:prstGeom>
        </p:spPr>
      </p:pic>
      <p:pic>
        <p:nvPicPr>
          <p:cNvPr id="4" name="図 3" descr="ノートパソコンのキーボードに手を当てている&#10;&#10;AI 生成コンテンツは誤りを含む可能性があります。">
            <a:extLst>
              <a:ext uri="{FF2B5EF4-FFF2-40B4-BE49-F238E27FC236}">
                <a16:creationId xmlns:a16="http://schemas.microsoft.com/office/drawing/2014/main" id="{493E6069-6291-7E8F-DBB6-A10BA51EE36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4322" y="228422"/>
            <a:ext cx="1512499" cy="151868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0904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F114BEFE-30F4-06E8-6BE0-619CDBC06F0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27" y="6523613"/>
            <a:ext cx="1032653" cy="2271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482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527999" y="11832"/>
            <a:ext cx="11160840" cy="4233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528001" y="1588958"/>
            <a:ext cx="11160839" cy="40625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GB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723448-76E8-5A7D-4CE3-76075F2E9F20}"/>
              </a:ext>
            </a:extLst>
          </p:cNvPr>
          <p:cNvSpPr txBox="1">
            <a:spLocks/>
          </p:cNvSpPr>
          <p:nvPr userDrawn="1"/>
        </p:nvSpPr>
        <p:spPr>
          <a:xfrm>
            <a:off x="11358465" y="6505328"/>
            <a:ext cx="666276" cy="37497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3381702-59A5-4643-AE93-D7BF7F78153B}" type="slidenum">
              <a:rPr lang="en-GB" sz="1800" smtClean="0">
                <a:solidFill>
                  <a:prstClr val="black"/>
                </a:solidFill>
                <a:latin typeface="Meiryo UI"/>
                <a:ea typeface="Meiryo UI"/>
              </a:rPr>
              <a:pPr/>
              <a:t>‹#›</a:t>
            </a:fld>
            <a:endParaRPr lang="en-GB" sz="1800">
              <a:solidFill>
                <a:prstClr val="black"/>
              </a:solidFill>
              <a:latin typeface="Meiryo UI"/>
              <a:ea typeface="Meiryo U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C1039-6B15-6CA8-3AE4-652276463C67}"/>
              </a:ext>
            </a:extLst>
          </p:cNvPr>
          <p:cNvSpPr txBox="1">
            <a:spLocks/>
          </p:cNvSpPr>
          <p:nvPr userDrawn="1"/>
        </p:nvSpPr>
        <p:spPr>
          <a:xfrm>
            <a:off x="7635268" y="6575094"/>
            <a:ext cx="3837497" cy="216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4572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ja-JP" sz="700" dirty="0">
                <a:solidFill>
                  <a:prstClr val="black"/>
                </a:solidFill>
                <a:latin typeface="Meiryo UI"/>
                <a:ea typeface="Meiryo UI"/>
              </a:rPr>
              <a:t>© 20</a:t>
            </a:r>
            <a:r>
              <a:rPr lang="en-US" altLang="ja-JP" sz="700" dirty="0">
                <a:solidFill>
                  <a:prstClr val="black"/>
                </a:solidFill>
                <a:latin typeface="Meiryo UI"/>
                <a:ea typeface="Meiryo UI"/>
              </a:rPr>
              <a:t>26</a:t>
            </a:r>
            <a:r>
              <a:rPr lang="fr-FR" altLang="ja-JP" sz="700" dirty="0">
                <a:solidFill>
                  <a:prstClr val="black"/>
                </a:solidFill>
                <a:latin typeface="Meiryo UI"/>
                <a:ea typeface="Meiryo UI"/>
              </a:rPr>
              <a:t> KYOCERA Document Solutions Inc.</a:t>
            </a:r>
            <a:endParaRPr lang="en-GB" sz="700" dirty="0">
              <a:solidFill>
                <a:prstClr val="black"/>
              </a:solidFill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1290768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+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+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+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+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+"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FA547AC-64D0-986A-E30F-CD1835B6168C}"/>
              </a:ext>
            </a:extLst>
          </p:cNvPr>
          <p:cNvSpPr txBox="1"/>
          <p:nvPr/>
        </p:nvSpPr>
        <p:spPr>
          <a:xfrm>
            <a:off x="450033" y="1675693"/>
            <a:ext cx="56893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dirty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Athena</a:t>
            </a:r>
            <a:r>
              <a:rPr kumimoji="1" lang="ja-JP" altLang="en-US" sz="3200" b="1" dirty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保証</a:t>
            </a:r>
            <a:r>
              <a:rPr kumimoji="1" lang="zh-CN" altLang="en-US" sz="3200" b="1" dirty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工程</a:t>
            </a:r>
            <a:r>
              <a:rPr kumimoji="1" lang="en-US" altLang="zh-CN" sz="3200" b="1" dirty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GAS</a:t>
            </a:r>
            <a:r>
              <a:rPr kumimoji="1" lang="ja-JP" altLang="en-US" sz="3200" b="1" dirty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生産前</a:t>
            </a:r>
            <a:endParaRPr kumimoji="1" lang="en-US" altLang="zh-CN" sz="3200" b="1" dirty="0">
              <a:solidFill>
                <a:prstClr val="black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200" b="1" dirty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新規生産システム関連ポイント</a:t>
            </a:r>
            <a:endParaRPr kumimoji="1" lang="en-US" altLang="zh-CN" sz="3200" b="1" dirty="0">
              <a:solidFill>
                <a:prstClr val="black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dirty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&amp;Exp</a:t>
            </a:r>
            <a:r>
              <a:rPr kumimoji="1" lang="ja-JP" altLang="en-US" sz="3200" b="1" dirty="0">
                <a:solidFill>
                  <a:prstClr val="black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生産方式の打合せ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テキスト ボックス 2">
            <a:extLst>
              <a:ext uri="{FF2B5EF4-FFF2-40B4-BE49-F238E27FC236}">
                <a16:creationId xmlns:a16="http://schemas.microsoft.com/office/drawing/2014/main" id="{A625F457-84FC-7BED-9E6A-6D1A5C0CED95}"/>
              </a:ext>
            </a:extLst>
          </p:cNvPr>
          <p:cNvSpPr txBox="1"/>
          <p:nvPr/>
        </p:nvSpPr>
        <p:spPr>
          <a:xfrm>
            <a:off x="450033" y="3612648"/>
            <a:ext cx="1635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2026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年 </a:t>
            </a:r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6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月</a:t>
            </a:r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22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  <a:cs typeface="Meiryo UI" panose="020B0604030504040204" pitchFamily="50" charset="-128"/>
              </a:rPr>
              <a:t>日</a:t>
            </a:r>
          </a:p>
        </p:txBody>
      </p:sp>
      <p:sp>
        <p:nvSpPr>
          <p:cNvPr id="8" name="テキスト ボックス 14">
            <a:extLst>
              <a:ext uri="{FF2B5EF4-FFF2-40B4-BE49-F238E27FC236}">
                <a16:creationId xmlns:a16="http://schemas.microsoft.com/office/drawing/2014/main" id="{04000CBB-D308-4ED1-AE97-17F098BEE8F6}"/>
              </a:ext>
            </a:extLst>
          </p:cNvPr>
          <p:cNvSpPr txBox="1"/>
          <p:nvPr/>
        </p:nvSpPr>
        <p:spPr>
          <a:xfrm>
            <a:off x="450033" y="4085198"/>
            <a:ext cx="4305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50" charset="-128"/>
              </a:rPr>
              <a:t>第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50" charset="-128"/>
              </a:rPr>
              <a:t>1</a:t>
            </a: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50" charset="-128"/>
              </a:rPr>
              <a:t>製造技術部　製造技術</a:t>
            </a:r>
            <a:r>
              <a:rPr kumimoji="1" lang="en-US" altLang="ja-JP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50" charset="-128"/>
              </a:rPr>
              <a:t>13</a:t>
            </a:r>
            <a:r>
              <a:rPr kumimoji="1" lang="ja-JP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50" charset="-128"/>
              </a:rPr>
              <a:t>科　</a:t>
            </a:r>
            <a:r>
              <a:rPr kumimoji="1" lang="zh-CN" altLang="en-US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50" charset="-128"/>
              </a:rPr>
              <a:t>何淑桢</a:t>
            </a:r>
            <a:endParaRPr kumimoji="1" lang="ja-JP" altLang="en-US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4005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CA595D2-F7A1-4B5E-8399-3512241F94FC}"/>
              </a:ext>
            </a:extLst>
          </p:cNvPr>
          <p:cNvSpPr/>
          <p:nvPr/>
        </p:nvSpPr>
        <p:spPr>
          <a:xfrm>
            <a:off x="803207" y="1075252"/>
            <a:ext cx="10392401" cy="1846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Athena</a:t>
            </a:r>
            <a:r>
              <a:rPr lang="ja-JP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保証</a:t>
            </a:r>
            <a:r>
              <a:rPr lang="zh-CN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工程</a:t>
            </a:r>
            <a:r>
              <a:rPr lang="en-US" altLang="zh-CN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GAS</a:t>
            </a:r>
            <a:r>
              <a:rPr lang="ja-JP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生産に新規生産システムを投入必要するので、生産前に関連ポイントを打ち合わせる。</a:t>
            </a:r>
            <a:endParaRPr lang="en-US" altLang="zh-CN" sz="20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lnSpc>
                <a:spcPct val="200000"/>
              </a:lnSpc>
            </a:pPr>
            <a:r>
              <a:rPr lang="ja-JP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同時に関連の打合せポイントは</a:t>
            </a:r>
            <a:r>
              <a:rPr lang="en-US" altLang="zh-CN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EXP</a:t>
            </a:r>
            <a:r>
              <a:rPr lang="ja-JP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生産方式の最終決定の参考とする</a:t>
            </a:r>
            <a:r>
              <a:rPr lang="zh-CN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。</a:t>
            </a:r>
          </a:p>
        </p:txBody>
      </p:sp>
      <p:sp>
        <p:nvSpPr>
          <p:cNvPr id="4" name="テキスト ボックス 1">
            <a:extLst>
              <a:ext uri="{FF2B5EF4-FFF2-40B4-BE49-F238E27FC236}">
                <a16:creationId xmlns:a16="http://schemas.microsoft.com/office/drawing/2014/main" id="{F75B9468-1A30-4DF7-8716-CFFFE5030E10}"/>
              </a:ext>
            </a:extLst>
          </p:cNvPr>
          <p:cNvSpPr txBox="1"/>
          <p:nvPr/>
        </p:nvSpPr>
        <p:spPr>
          <a:xfrm>
            <a:off x="1919287" y="132643"/>
            <a:ext cx="835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目次</a:t>
            </a:r>
            <a:endParaRPr lang="zh-CN" altLang="en-US" sz="2400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06869CA-6E54-9352-BE0D-314E7486FF66}"/>
              </a:ext>
            </a:extLst>
          </p:cNvPr>
          <p:cNvSpPr/>
          <p:nvPr/>
        </p:nvSpPr>
        <p:spPr>
          <a:xfrm>
            <a:off x="899798" y="2869708"/>
            <a:ext cx="10392401" cy="1230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1</a:t>
            </a:r>
            <a:r>
              <a:rPr lang="zh-CN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、</a:t>
            </a:r>
            <a:r>
              <a:rPr lang="ja-JP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新生産システム作業阻害点</a:t>
            </a:r>
            <a:r>
              <a:rPr lang="zh-CN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（</a:t>
            </a:r>
            <a:r>
              <a:rPr lang="en-US" altLang="zh-CN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P3-P4</a:t>
            </a:r>
            <a:r>
              <a:rPr lang="zh-CN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  <a:endParaRPr lang="en-US" altLang="zh-CN" sz="20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zh-CN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、</a:t>
            </a:r>
            <a:r>
              <a:rPr lang="ja-JP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新規システム慢性問題点</a:t>
            </a:r>
            <a:r>
              <a:rPr lang="zh-CN" altLang="en-US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（</a:t>
            </a:r>
            <a:r>
              <a:rPr lang="en-US" altLang="zh-CN" sz="2000" dirty="0">
                <a:latin typeface="Meiryo UI" panose="020B0604030504040204" pitchFamily="34" charset="-128"/>
                <a:ea typeface="Meiryo UI" panose="020B0604030504040204" pitchFamily="34" charset="-128"/>
              </a:rPr>
              <a:t>P5)</a:t>
            </a:r>
            <a:endParaRPr lang="zh-CN" altLang="en-US" sz="2000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5067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2273B3E4-99FB-4F3A-9EC4-F1F3E40B4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809" y="0"/>
            <a:ext cx="6924661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+"/>
              <a:defRPr kumimoji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50" charset="-128"/>
              </a:rPr>
              <a:t>Athena</a:t>
            </a:r>
            <a:r>
              <a:rPr lang="ja-JP" altLang="en-US" sz="2400" b="1" dirty="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50" charset="-128"/>
              </a:rPr>
              <a:t>新規生産システム作業阻害点</a:t>
            </a:r>
            <a:r>
              <a:rPr lang="zh-CN" altLang="en-US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①</a:t>
            </a:r>
            <a:endParaRPr lang="ja-JP" altLang="en-US" sz="2400" b="1" dirty="0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50" charset="-128"/>
            </a:endParaRP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12C96D60-9F92-4D37-BD6F-B3797B9A9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121815"/>
              </p:ext>
            </p:extLst>
          </p:nvPr>
        </p:nvGraphicFramePr>
        <p:xfrm>
          <a:off x="163639" y="608916"/>
          <a:ext cx="11864721" cy="582408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34862">
                  <a:extLst>
                    <a:ext uri="{9D8B030D-6E8A-4147-A177-3AD203B41FA5}">
                      <a16:colId xmlns:a16="http://schemas.microsoft.com/office/drawing/2014/main" val="2223039794"/>
                    </a:ext>
                  </a:extLst>
                </a:gridCol>
                <a:gridCol w="5531476">
                  <a:extLst>
                    <a:ext uri="{9D8B030D-6E8A-4147-A177-3AD203B41FA5}">
                      <a16:colId xmlns:a16="http://schemas.microsoft.com/office/drawing/2014/main" val="3952420282"/>
                    </a:ext>
                  </a:extLst>
                </a:gridCol>
                <a:gridCol w="4298383">
                  <a:extLst>
                    <a:ext uri="{9D8B030D-6E8A-4147-A177-3AD203B41FA5}">
                      <a16:colId xmlns:a16="http://schemas.microsoft.com/office/drawing/2014/main" val="788126979"/>
                    </a:ext>
                  </a:extLst>
                </a:gridCol>
              </a:tblGrid>
              <a:tr h="341930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治具番号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阻害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点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作業ステップ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535050122"/>
                  </a:ext>
                </a:extLst>
              </a:tr>
              <a:tr h="166040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V9_7404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Tablet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</a:p>
                    <a:p>
                      <a:pPr algn="l" fontAlgn="ctr"/>
                      <a:endParaRPr lang="en-US" altLang="zh-CN" sz="1400" u="none" strike="noStrike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V9_7402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Raspberry Pi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A1&amp;A2/A3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工程それぞれ最後の作業はタブレットで作業中止できない。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A1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最後の作業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DisplayNoQuit|Please_SwitchOFF_Move_the_machine_to_A2_Next_WaitingPool_Then_Press_y_enter_to_continue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A2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最後の作業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DisplayNoQuit|Please_SwitchOFF_Move_the_machine_to_A3_Next_WaitingPool_Then_Press_y_enter_to_continue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A3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最後の作業</a:t>
                      </a:r>
                      <a:r>
                        <a:rPr lang="zh-CN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</a:p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DisplayNoQuit|Please_SwitchOFF_Move_the_machine_to_A4_Next_WaitingPool_Then_Press_y_enter_to_continue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この時にタブレットで作業を中止させたいなら、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①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該当工程でのタブレット画面に「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√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」をダブルクリックして、ラズベリーパイに次の作業を継続させる。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②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次の工程のタブレットでマシンのログイン作業を実施した後、タブレット画面上「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X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」をダブルクリックして作業中止にする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。</a:t>
                      </a:r>
                      <a:endParaRPr lang="en-US" altLang="zh-CN" sz="140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775190196"/>
                  </a:ext>
                </a:extLst>
              </a:tr>
              <a:tr h="211428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V9_7404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Tablet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が更新時</a:t>
                      </a:r>
                      <a:r>
                        <a:rPr lang="zh-CN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コード、データベース内容等の更新を含む</a:t>
                      </a:r>
                      <a:r>
                        <a:rPr lang="zh-CN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）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、</a:t>
                      </a:r>
                      <a:endParaRPr lang="en-US" altLang="zh-CN" sz="1400" u="none" strike="noStrike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作業開始前に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Side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を開ける要のキャッシュをクリアすること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サイトのキャッシュ画面に入って、キャッシュをクリアする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；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クリアしないと、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画面に錯乱の異常が表示される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。</a:t>
                      </a:r>
                    </a:p>
                  </a:txBody>
                  <a:tcPr marL="4763" marR="4763" marT="4763" marB="0"/>
                </a:tc>
                <a:extLst>
                  <a:ext uri="{0D108BD9-81ED-4DB2-BD59-A6C34878D82A}">
                    <a16:rowId xmlns:a16="http://schemas.microsoft.com/office/drawing/2014/main" val="4059748991"/>
                  </a:ext>
                </a:extLst>
              </a:tr>
              <a:tr h="882203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V9_7402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Raspberry Pi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作業途中に電源を切らないようモバイルバッテリーを使える、作業者がよくモバイルバッテリーの電量を注意しないといけない、電量不足時作業を中止させてモバイルを交換しないと、継続に作業できない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。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工程切り替える際に、作業者はモバイルバッテリーの電量を検査して、不足の場合、作業を中止させ、モバイルバッテリーを交換してから継続に作業する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。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1246166308"/>
                  </a:ext>
                </a:extLst>
              </a:tr>
              <a:tr h="68258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V9_7402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Raspberry Pi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Conveying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</a:t>
                      </a:r>
                      <a:r>
                        <a:rPr lang="en-US" altLang="zh-C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corrclow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値と</a:t>
                      </a:r>
                      <a:r>
                        <a:rPr lang="en-US" altLang="zh-C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corrcup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値をダウンロードする際に、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CN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</a:t>
                      </a:r>
                      <a:r>
                        <a:rPr lang="ja-JP" altLang="ja-JP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【OEXPVCDB → EXAPP_IF_PROD → StatusCodeLinkage_Ver00】</a:t>
                      </a:r>
                      <a:r>
                        <a:rPr lang="ja-JP" altLang="en-US" sz="1400" dirty="0"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データベースをアクセスする必要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日本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返事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GSA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生産時、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Conveying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</a:t>
                      </a:r>
                      <a:r>
                        <a:rPr lang="en-US" altLang="zh-C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corrclow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値と</a:t>
                      </a:r>
                      <a:r>
                        <a:rPr lang="en-US" altLang="zh-C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corrcup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値は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OP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にて手入力の方式で対応する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605061230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FF8E3EA6-6EAD-9D8E-56B4-DF5F426A9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719" y="3224129"/>
            <a:ext cx="2880000" cy="1594074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7203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000A-1CC8-7FA1-C7B8-115FC028A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E1438FA5-2257-AFAA-AC34-EC13EC274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1249" y="43569"/>
            <a:ext cx="6924661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+"/>
              <a:defRPr kumimoji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50" charset="-128"/>
              </a:rPr>
              <a:t>Athena</a:t>
            </a:r>
            <a:r>
              <a:rPr lang="ja-JP" altLang="en-US" sz="2400" b="1" dirty="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50" charset="-128"/>
              </a:rPr>
              <a:t>新規生産システム阻害</a:t>
            </a:r>
            <a:r>
              <a:rPr lang="zh-CN" altLang="en-US" sz="24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点②</a:t>
            </a:r>
            <a:endParaRPr lang="ja-JP" altLang="en-US" sz="2400" b="1" dirty="0"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50" charset="-128"/>
            </a:endParaRP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37F5266E-9A11-4BE3-FA92-ED7C50A0E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673826"/>
              </p:ext>
            </p:extLst>
          </p:nvPr>
        </p:nvGraphicFramePr>
        <p:xfrm>
          <a:off x="309092" y="721265"/>
          <a:ext cx="11590549" cy="58350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1823">
                  <a:extLst>
                    <a:ext uri="{9D8B030D-6E8A-4147-A177-3AD203B41FA5}">
                      <a16:colId xmlns:a16="http://schemas.microsoft.com/office/drawing/2014/main" val="2223039794"/>
                    </a:ext>
                  </a:extLst>
                </a:gridCol>
                <a:gridCol w="4727554">
                  <a:extLst>
                    <a:ext uri="{9D8B030D-6E8A-4147-A177-3AD203B41FA5}">
                      <a16:colId xmlns:a16="http://schemas.microsoft.com/office/drawing/2014/main" val="3952420282"/>
                    </a:ext>
                  </a:extLst>
                </a:gridCol>
                <a:gridCol w="4811172">
                  <a:extLst>
                    <a:ext uri="{9D8B030D-6E8A-4147-A177-3AD203B41FA5}">
                      <a16:colId xmlns:a16="http://schemas.microsoft.com/office/drawing/2014/main" val="788126979"/>
                    </a:ext>
                  </a:extLst>
                </a:gridCol>
              </a:tblGrid>
              <a:tr h="374812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治具番号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阻害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点</a:t>
                      </a: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作業ステップ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535050122"/>
                  </a:ext>
                </a:extLst>
              </a:tr>
              <a:tr h="202180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V9_7404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Tablet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</a:p>
                    <a:p>
                      <a:pPr algn="l" fontAlgn="ctr"/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V9_7402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Raspberry Pi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作業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NG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時、再作業時ライン復帰の作業ステップが面倒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NG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発生時、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①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タブレットにて</a:t>
                      </a: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回の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NG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情報が提出しないと、ラズベリーパイが正常に終了できない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②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 </a:t>
                      </a: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OFF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→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　</a:t>
                      </a: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ON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→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ラズベリーパイが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ON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にするまで待つ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③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タブレットでバーコードを登録する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→ 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作業再開の作業ステップを選択する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→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登録成功、作業開始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①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から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③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までの処理時間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5min/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回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775190196"/>
                  </a:ext>
                </a:extLst>
              </a:tr>
              <a:tr h="182007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V9_7402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Raspberry Pi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ノーマルモードでラズパイがモリター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+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マウス、キーボードが未接続、</a:t>
                      </a:r>
                      <a:endParaRPr lang="en-US" altLang="zh-CN" sz="1400" u="none" strike="noStrike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本体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F/W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をラズベリーパイに指定されるルートにコポーする時間がたくさんかかる。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本体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F/W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コピーステップ、</a:t>
                      </a:r>
                      <a:endParaRPr lang="en-US" altLang="zh-CN" sz="1400" u="none" strike="noStrike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①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モリター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+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マウスキーボードを準備する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②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ラズベリーパイをモリター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+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マウスキーボードに接続する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③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モリター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+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ラズベリーパイを電源に接続する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④</a:t>
                      </a:r>
                      <a:r>
                        <a:rPr lang="zh-CN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本体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F/W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をラズベリーパイの指定ルートにコピーする</a:t>
                      </a:r>
                      <a:endParaRPr lang="en-US" altLang="zh-CN" sz="1400" u="none" strike="noStrike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⑤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ラズベリーパイにモリター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+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マウスキーボードを取り外す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①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から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⑤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までの処理時間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10mim/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個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ラズベリーパイ合計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26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）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59748991"/>
                  </a:ext>
                </a:extLst>
              </a:tr>
              <a:tr h="161834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V9_7402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Raspberry Pi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ノーマルモードでモリター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+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マウス、キーボードが未接続、</a:t>
                      </a:r>
                      <a:endParaRPr lang="en-US" altLang="zh-CN" sz="1400" u="none" strike="noStrike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履歴取得時間が長すぎて、異常調査時間が増加になる。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履歴取得ステップ、</a:t>
                      </a:r>
                      <a:endParaRPr lang="en-US" altLang="zh-CN" sz="1400" u="none" strike="noStrike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①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モリター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+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マウスキーボードを準備する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②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ラズベリーパイをモリター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+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マウスキーボードに接続する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③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モリター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+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ラズベリーパイを電源に接続する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④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関連履歴のコピー、又は異常情報の確認</a:t>
                      </a:r>
                      <a:endParaRPr lang="en-US" altLang="zh-CN" sz="1400" u="none" strike="noStrike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⑤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ラズベリーパイにモリター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+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マウスキーボードを取り外す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①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から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⑤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までの処理時間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5mim/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回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95456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1719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ACD18-092E-B5DB-AADD-BDE2B41CB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2737564-D2D1-C7A3-BF7F-75F2C6E76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809" y="9544"/>
            <a:ext cx="6924661" cy="69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+"/>
              <a:defRPr kumimoji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+"/>
              <a:defRPr kumimoji="1" sz="14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eiryo UI" panose="020B0604030504040204" pitchFamily="50" charset="-128"/>
              </a:rPr>
              <a:t>Athena</a:t>
            </a:r>
            <a:r>
              <a:rPr lang="ja-JP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  <a:cs typeface="Meiryo UI" panose="020B0604030504040204" pitchFamily="50" charset="-128"/>
              </a:rPr>
              <a:t>新規生産システム慢性問題点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0A6FFAF3-F851-353A-1CD1-B680AB796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71016"/>
              </p:ext>
            </p:extLst>
          </p:nvPr>
        </p:nvGraphicFramePr>
        <p:xfrm>
          <a:off x="380029" y="597600"/>
          <a:ext cx="11590986" cy="58695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18952">
                  <a:extLst>
                    <a:ext uri="{9D8B030D-6E8A-4147-A177-3AD203B41FA5}">
                      <a16:colId xmlns:a16="http://schemas.microsoft.com/office/drawing/2014/main" val="2223039794"/>
                    </a:ext>
                  </a:extLst>
                </a:gridCol>
                <a:gridCol w="5338293">
                  <a:extLst>
                    <a:ext uri="{9D8B030D-6E8A-4147-A177-3AD203B41FA5}">
                      <a16:colId xmlns:a16="http://schemas.microsoft.com/office/drawing/2014/main" val="3952420282"/>
                    </a:ext>
                  </a:extLst>
                </a:gridCol>
                <a:gridCol w="4333741">
                  <a:extLst>
                    <a:ext uri="{9D8B030D-6E8A-4147-A177-3AD203B41FA5}">
                      <a16:colId xmlns:a16="http://schemas.microsoft.com/office/drawing/2014/main" val="788126979"/>
                    </a:ext>
                  </a:extLst>
                </a:gridCol>
              </a:tblGrid>
              <a:tr h="387255"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治具番号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慢性問題点</a:t>
                      </a:r>
                      <a:endParaRPr lang="zh-CN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対策</a:t>
                      </a:r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内容</a:t>
                      </a: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3535050122"/>
                  </a:ext>
                </a:extLst>
              </a:tr>
              <a:tr h="1046788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V9_7402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Raspberry Pi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ラズベリーパイが無理由で電源</a:t>
                      </a:r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OFF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、又は再起動が不安定の場合、タブレットが次の作業提示が受信できず、ずっと次の作業が待っている為、作業中止になる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。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→</a:t>
                      </a:r>
                      <a:r>
                        <a:rPr lang="zh-CN" alt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原因不明</a:t>
                      </a:r>
                      <a:r>
                        <a:rPr lang="ja-JP" alt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、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発生頻度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回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/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週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暫定対策、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①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治具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IE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が手動でタブレット画面での異常マシンを解除する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②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作業者がラズベリーパイを再起動し再作業する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恒久対策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無し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775190196"/>
                  </a:ext>
                </a:extLst>
              </a:tr>
              <a:tr h="83836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V9_7402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Raspberry Pi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A1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工程で作業時、マシン</a:t>
                      </a:r>
                      <a:r>
                        <a:rPr lang="zh-CN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本体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F/W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が書込み失敗</a:t>
                      </a:r>
                      <a:r>
                        <a:rPr lang="zh-CN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。</a:t>
                      </a:r>
                      <a:endParaRPr lang="en-US" altLang="zh-CN" sz="1400" u="none" strike="noStrike" dirty="0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→</a:t>
                      </a:r>
                      <a:r>
                        <a:rPr lang="zh-CN" alt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原因不明</a:t>
                      </a:r>
                      <a:r>
                        <a:rPr lang="ja-JP" alt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、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発生頻度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回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/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週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暫定対策、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作業者が作業解除後、タブレットで再登録して再作業する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恒久対策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無し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059748991"/>
                  </a:ext>
                </a:extLst>
              </a:tr>
              <a:tr h="1672070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V9_7401</a:t>
                      </a:r>
                    </a:p>
                    <a:p>
                      <a:pPr algn="l" fontAlgn="ctr"/>
                      <a:r>
                        <a:rPr lang="en-US" altLang="zh-CN" sz="1400" u="none" strike="noStrike" dirty="0" err="1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HostPC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ラズベリーパイプルグラムの異常完了時、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Swagger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Session ID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が残した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。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ラズベリーパイが再起動後、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Swagger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に新規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Session ID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が作るが、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新規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ID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の作るタイミングが把握しにくい。新規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ID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がまだ作る最中にタブレットにマシンバーコードの登録作業が実施すると、旧の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ID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の情報を取得してしまい、登録後作業反応がない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。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→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発生頻度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回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/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週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暫定対策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①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治具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IE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が手動でタブレット画面での異常マシンを解除する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②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作業者がラズベリーパイを再起動し再作業する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恒久対策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無し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2861628496"/>
                  </a:ext>
                </a:extLst>
              </a:tr>
              <a:tr h="188049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V9_7404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Tablet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V9_7402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Raspberry Pi</a:t>
                      </a:r>
                      <a:r>
                        <a:rPr lang="ja-JP" altLang="en-US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</a:p>
                    <a:p>
                      <a:pPr algn="l" fontAlgn="ctr"/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2V9_7401</a:t>
                      </a: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u="none" strike="noStrike" dirty="0" err="1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HostPC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 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en-US" altLang="ja-JP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2V9_7910</a:t>
                      </a:r>
                    </a:p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調整検査</a:t>
                      </a:r>
                      <a:r>
                        <a:rPr lang="en-US" altLang="ja-JP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P</a:t>
                      </a:r>
                      <a:r>
                        <a:rPr lang="en-US" altLang="zh-CN" sz="1400" u="none" strike="noStrike" dirty="0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rogram</a:t>
                      </a:r>
                      <a:endParaRPr lang="en-US" altLang="ja-JP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完全に無線で作業コマンドを受・送信するので、ネット異常、又はネット遅延による異常が多発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。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発生頻度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2-3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回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/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週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暫定対策、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①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治具</a:t>
                      </a:r>
                      <a:r>
                        <a:rPr lang="en-US" altLang="zh-C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IE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が手動でタブレット画面での異常マシンを解除する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②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作業者がラズベリーパイを再起動し再作業する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恒久対策</a:t>
                      </a: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：</a:t>
                      </a:r>
                      <a:r>
                        <a:rPr lang="ja-JP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無し</a:t>
                      </a:r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ctr"/>
                      <a:endParaRPr lang="en-US" altLang="zh-CN" sz="14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763" marR="4763" marT="4763" marB="0" anchor="ctr"/>
                </a:tc>
                <a:extLst>
                  <a:ext uri="{0D108BD9-81ED-4DB2-BD59-A6C34878D82A}">
                    <a16:rowId xmlns:a16="http://schemas.microsoft.com/office/drawing/2014/main" val="4130486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049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0" y="2739982"/>
            <a:ext cx="12192000" cy="101566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ja-JP" sz="6000" b="1" dirty="0">
                <a:solidFill>
                  <a:schemeClr val="bg1"/>
                </a:solidFill>
                <a:latin typeface="+mj-lt"/>
              </a:rPr>
              <a:t>END</a:t>
            </a:r>
            <a:endParaRPr kumimoji="1" lang="ja-JP" altLang="en-US" sz="6000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6347189"/>
      </p:ext>
    </p:extLst>
  </p:cSld>
  <p:clrMapOvr>
    <a:masterClrMapping/>
  </p:clrMapOvr>
</p:sld>
</file>

<file path=ppt/theme/theme1.xml><?xml version="1.0" encoding="utf-8"?>
<a:theme xmlns:a="http://schemas.openxmlformats.org/drawingml/2006/main" name="1_Kyocera">
  <a:themeElements>
    <a:clrScheme name="Saffron(Branding)">
      <a:dk1>
        <a:sysClr val="windowText" lastClr="000000"/>
      </a:dk1>
      <a:lt1>
        <a:sysClr val="window" lastClr="FFFFFF"/>
      </a:lt1>
      <a:dk2>
        <a:srgbClr val="282828"/>
      </a:dk2>
      <a:lt2>
        <a:srgbClr val="F2F2F2"/>
      </a:lt2>
      <a:accent1>
        <a:srgbClr val="6E3CBE"/>
      </a:accent1>
      <a:accent2>
        <a:srgbClr val="F5B400"/>
      </a:accent2>
      <a:accent3>
        <a:srgbClr val="0A9BCD"/>
      </a:accent3>
      <a:accent4>
        <a:srgbClr val="F06400"/>
      </a:accent4>
      <a:accent5>
        <a:srgbClr val="26AF72"/>
      </a:accent5>
      <a:accent6>
        <a:srgbClr val="A9A9A9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yocera_PPT_Template_KDC(MeiryoUI)4x3_201904.potx" id="{F7824327-EC3B-4A60-8311-B051A00F6AFE}" vid="{6D7B0D19-6042-4B58-9131-C9BAC69EA51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20C45F11115134F91C22EC17B4E2172" ma:contentTypeVersion="6" ma:contentTypeDescription="新しいドキュメントを作成します。" ma:contentTypeScope="" ma:versionID="0f02be9c4bbbbad9952571b44dcd4e70">
  <xsd:schema xmlns:xsd="http://www.w3.org/2001/XMLSchema" xmlns:xs="http://www.w3.org/2001/XMLSchema" xmlns:p="http://schemas.microsoft.com/office/2006/metadata/properties" xmlns:ns2="0822f7e7-e76d-4d34-b36a-2e1b760e47af" targetNamespace="http://schemas.microsoft.com/office/2006/metadata/properties" ma:root="true" ma:fieldsID="cfa2c8bd0d594cd0e29817af954bd091" ns2:_="">
    <xsd:import namespace="0822f7e7-e76d-4d34-b36a-2e1b760e47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22f7e7-e76d-4d34-b36a-2e1b760e47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コンテンツ タイプ"/>
        <xsd:element ref="dc:title" minOccurs="0" maxOccurs="1" ma:index="3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8E8814D-B370-44EF-8BA8-DEB5221437A1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0822f7e7-e76d-4d34-b36a-2e1b760e47a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BDCFB-9C08-42FC-9D9C-DB5C3E1AD6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22f7e7-e76d-4d34-b36a-2e1b760e47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D3D008-3E51-4FD4-A566-4E24AFFD36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19369</TotalTime>
  <Words>1136</Words>
  <Application>Microsoft Office PowerPoint</Application>
  <PresentationFormat>宽屏</PresentationFormat>
  <Paragraphs>129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Meiryo UI</vt:lpstr>
      <vt:lpstr>Microsoft YaHei</vt:lpstr>
      <vt:lpstr>游ゴシック</vt:lpstr>
      <vt:lpstr>Arial</vt:lpstr>
      <vt:lpstr>1_Kyocera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Eguchi，Yuko(江口優子)</dc:creator>
  <cp:lastModifiedBy>he shu zhen（何淑桢）</cp:lastModifiedBy>
  <cp:revision>1904</cp:revision>
  <cp:lastPrinted>2026-06-11T06:18:32Z</cp:lastPrinted>
  <dcterms:created xsi:type="dcterms:W3CDTF">2019-04-25T02:35:23Z</dcterms:created>
  <dcterms:modified xsi:type="dcterms:W3CDTF">2026-06-23T01:31:10Z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0x010100020C45F11115134F91C22EC17B4E2172</vt:lpwstr>
  </property>
</Properties>
</file>