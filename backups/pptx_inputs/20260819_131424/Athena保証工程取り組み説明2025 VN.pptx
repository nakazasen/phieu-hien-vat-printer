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4"/>
    <p:sldMasterId id="2147483906" r:id="rId5"/>
  </p:sldMasterIdLst>
  <p:notesMasterIdLst>
    <p:notesMasterId r:id="rId23"/>
  </p:notesMasterIdLst>
  <p:handoutMasterIdLst>
    <p:handoutMasterId r:id="rId24"/>
  </p:handoutMasterIdLst>
  <p:sldIdLst>
    <p:sldId id="701" r:id="rId6"/>
    <p:sldId id="2146847453" r:id="rId7"/>
    <p:sldId id="1018" r:id="rId8"/>
    <p:sldId id="715" r:id="rId9"/>
    <p:sldId id="2146847454" r:id="rId10"/>
    <p:sldId id="1003" r:id="rId11"/>
    <p:sldId id="2146847452" r:id="rId12"/>
    <p:sldId id="1008" r:id="rId13"/>
    <p:sldId id="1010" r:id="rId14"/>
    <p:sldId id="1015" r:id="rId15"/>
    <p:sldId id="895" r:id="rId16"/>
    <p:sldId id="2146847448" r:id="rId17"/>
    <p:sldId id="1001" r:id="rId18"/>
    <p:sldId id="707" r:id="rId19"/>
    <p:sldId id="2146847449" r:id="rId20"/>
    <p:sldId id="1017" r:id="rId21"/>
    <p:sldId id="1014" r:id="rId22"/>
  </p:sldIdLst>
  <p:sldSz cx="9144000" cy="5143500" type="screen16x9"/>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pos="1360" userDrawn="1">
          <p15:clr>
            <a:srgbClr val="A4A3A4"/>
          </p15:clr>
        </p15:guide>
        <p15:guide id="5" orient="horz" pos="327" userDrawn="1">
          <p15:clr>
            <a:srgbClr val="A4A3A4"/>
          </p15:clr>
        </p15:guide>
        <p15:guide id="7" orient="horz" pos="3861" userDrawn="1">
          <p15:clr>
            <a:srgbClr val="A4A3A4"/>
          </p15:clr>
        </p15:guide>
        <p15:guide id="8" pos="5624" userDrawn="1">
          <p15:clr>
            <a:srgbClr val="A4A3A4"/>
          </p15:clr>
        </p15:guide>
        <p15:guide id="10" pos="249" userDrawn="1">
          <p15:clr>
            <a:srgbClr val="A4A3A4"/>
          </p15:clr>
        </p15:guide>
        <p15:guide id="11" orient="horz" pos="418" userDrawn="1">
          <p15:clr>
            <a:srgbClr val="A4A3A4"/>
          </p15:clr>
        </p15:guide>
        <p15:guide id="12" pos="5511" userDrawn="1">
          <p15:clr>
            <a:srgbClr val="A4A3A4"/>
          </p15:clr>
        </p15:guide>
        <p15:guide id="13" orient="horz" pos="237" userDrawn="1">
          <p15:clr>
            <a:srgbClr val="A4A3A4"/>
          </p15:clr>
        </p15:guide>
        <p15:guide id="14" orient="horz" pos="2845" userDrawn="1">
          <p15:clr>
            <a:srgbClr val="A4A3A4"/>
          </p15:clr>
        </p15:guide>
        <p15:guide id="16" orient="horz" pos="599"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436B2F-A05E-BCD8-D442-A5743723E503}" name="Miyamoto，Kazuki(宮本和紀)" initials="和宮" userId="S::kazuki.miyamoto@dc.kyocera.com::72e6dc28-1f79-4bc2-89f1-9a988da48fa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4497"/>
    <a:srgbClr val="0095D8"/>
    <a:srgbClr val="FFFFFF"/>
    <a:srgbClr val="6E3CBE"/>
    <a:srgbClr val="FFCD2F"/>
    <a:srgbClr val="D6F3CF"/>
    <a:srgbClr val="F0F7E5"/>
    <a:srgbClr val="CC3300"/>
    <a:srgbClr val="D9D9D9"/>
    <a:srgbClr val="01A7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572CB0-0852-4794-8501-E878A905A80C}" v="2" dt="2026-06-05T09:36:31.426"/>
  </p1510:revLst>
</p1510:revInfo>
</file>

<file path=ppt/tableStyles.xml><?xml version="1.0" encoding="utf-8"?>
<a:tblStyleLst xmlns:a="http://schemas.openxmlformats.org/drawingml/2006/main" def="{5C22544A-7EE6-4342-B048-85BDC9FD1C3A}">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中間スタイル 3 - アクセント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21" autoAdjust="0"/>
    <p:restoredTop sz="88085" autoAdjust="0"/>
  </p:normalViewPr>
  <p:slideViewPr>
    <p:cSldViewPr snapToGrid="0">
      <p:cViewPr>
        <p:scale>
          <a:sx n="66" d="100"/>
          <a:sy n="66" d="100"/>
        </p:scale>
        <p:origin x="1424" y="576"/>
      </p:cViewPr>
      <p:guideLst>
        <p:guide pos="2880"/>
        <p:guide pos="1360"/>
        <p:guide orient="horz" pos="327"/>
        <p:guide orient="horz" pos="3861"/>
        <p:guide pos="5624"/>
        <p:guide pos="249"/>
        <p:guide orient="horz" pos="418"/>
        <p:guide pos="5511"/>
        <p:guide orient="horz" pos="237"/>
        <p:guide orient="horz" pos="2845"/>
        <p:guide orient="horz" pos="599"/>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9" d="100"/>
          <a:sy n="79" d="100"/>
        </p:scale>
        <p:origin x="396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to，Tsubasa(後藤翼)" userId="0426c193-8e10-4c49-9ea7-052143a31473" providerId="ADAL" clId="{E96C62C8-B31D-4A4B-AF67-1B34E2670B9C}"/>
    <pc:docChg chg="modSld">
      <pc:chgData name="Goto，Tsubasa(後藤翼)" userId="0426c193-8e10-4c49-9ea7-052143a31473" providerId="ADAL" clId="{E96C62C8-B31D-4A4B-AF67-1B34E2670B9C}" dt="2026-06-05T09:36:34.314" v="3" actId="1076"/>
      <pc:docMkLst>
        <pc:docMk/>
      </pc:docMkLst>
      <pc:sldChg chg="addSp modSp mod">
        <pc:chgData name="Goto，Tsubasa(後藤翼)" userId="0426c193-8e10-4c49-9ea7-052143a31473" providerId="ADAL" clId="{E96C62C8-B31D-4A4B-AF67-1B34E2670B9C}" dt="2026-06-05T09:36:34.314" v="3" actId="1076"/>
        <pc:sldMkLst>
          <pc:docMk/>
          <pc:sldMk cId="3296740573" sldId="707"/>
        </pc:sldMkLst>
        <pc:spChg chg="mod">
          <ac:chgData name="Goto，Tsubasa(後藤翼)" userId="0426c193-8e10-4c49-9ea7-052143a31473" providerId="ADAL" clId="{E96C62C8-B31D-4A4B-AF67-1B34E2670B9C}" dt="2026-06-05T09:36:34.314" v="3" actId="1076"/>
          <ac:spMkLst>
            <pc:docMk/>
            <pc:sldMk cId="3296740573" sldId="707"/>
            <ac:spMk id="9" creationId="{00000000-0000-0000-0000-000000000000}"/>
          </ac:spMkLst>
        </pc:spChg>
        <pc:spChg chg="mod">
          <ac:chgData name="Goto，Tsubasa(後藤翼)" userId="0426c193-8e10-4c49-9ea7-052143a31473" providerId="ADAL" clId="{E96C62C8-B31D-4A4B-AF67-1B34E2670B9C}" dt="2026-06-05T09:36:34.314" v="3" actId="1076"/>
          <ac:spMkLst>
            <pc:docMk/>
            <pc:sldMk cId="3296740573" sldId="707"/>
            <ac:spMk id="10" creationId="{00000000-0000-0000-0000-000000000000}"/>
          </ac:spMkLst>
        </pc:spChg>
        <pc:spChg chg="add mod">
          <ac:chgData name="Goto，Tsubasa(後藤翼)" userId="0426c193-8e10-4c49-9ea7-052143a31473" providerId="ADAL" clId="{E96C62C8-B31D-4A4B-AF67-1B34E2670B9C}" dt="2026-06-05T09:36:31.426" v="2" actId="571"/>
          <ac:spMkLst>
            <pc:docMk/>
            <pc:sldMk cId="3296740573" sldId="707"/>
            <ac:spMk id="11" creationId="{C66EFE7F-866E-1B61-4F3D-D0EB79595BD4}"/>
          </ac:spMkLst>
        </pc:spChg>
        <pc:spChg chg="add mod">
          <ac:chgData name="Goto，Tsubasa(後藤翼)" userId="0426c193-8e10-4c49-9ea7-052143a31473" providerId="ADAL" clId="{E96C62C8-B31D-4A4B-AF67-1B34E2670B9C}" dt="2026-06-05T09:36:31.426" v="2" actId="571"/>
          <ac:spMkLst>
            <pc:docMk/>
            <pc:sldMk cId="3296740573" sldId="707"/>
            <ac:spMk id="12" creationId="{5869149A-61CA-F04C-A092-32742D13FF55}"/>
          </ac:spMkLst>
        </pc:spChg>
      </pc:sldChg>
      <pc:sldChg chg="modSp mod">
        <pc:chgData name="Goto，Tsubasa(後藤翼)" userId="0426c193-8e10-4c49-9ea7-052143a31473" providerId="ADAL" clId="{E96C62C8-B31D-4A4B-AF67-1B34E2670B9C}" dt="2026-06-05T08:51:48.439" v="0" actId="1076"/>
        <pc:sldMkLst>
          <pc:docMk/>
          <pc:sldMk cId="4204115076" sldId="1014"/>
        </pc:sldMkLst>
        <pc:picChg chg="mod">
          <ac:chgData name="Goto，Tsubasa(後藤翼)" userId="0426c193-8e10-4c49-9ea7-052143a31473" providerId="ADAL" clId="{E96C62C8-B31D-4A4B-AF67-1B34E2670B9C}" dt="2026-06-05T08:51:48.439" v="0" actId="1076"/>
          <ac:picMkLst>
            <pc:docMk/>
            <pc:sldMk cId="4204115076" sldId="1014"/>
            <ac:picMk id="11" creationId="{00000000-0008-0000-0100-000004000000}"/>
          </ac:picMkLst>
        </pc:picChg>
        <pc:picChg chg="mod">
          <ac:chgData name="Goto，Tsubasa(後藤翼)" userId="0426c193-8e10-4c49-9ea7-052143a31473" providerId="ADAL" clId="{E96C62C8-B31D-4A4B-AF67-1B34E2670B9C}" dt="2026-06-05T08:51:48.439" v="0" actId="1076"/>
          <ac:picMkLst>
            <pc:docMk/>
            <pc:sldMk cId="4204115076" sldId="1014"/>
            <ac:picMk id="12" creationId="{6B9469A5-893D-7CFE-023A-826C3BA14DD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E9E8D7E6-3050-928E-1E8B-488999146551}"/>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4A7CA4C0-8633-92F3-FDE3-D3A8937449FC}"/>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A2DB05F2-AB9B-42BC-84F5-705785411732}" type="datetimeFigureOut">
              <a:rPr kumimoji="1" lang="ja-JP" altLang="en-US" smtClean="0"/>
              <a:t>2026/6/5</a:t>
            </a:fld>
            <a:endParaRPr kumimoji="1" lang="ja-JP" altLang="en-US"/>
          </a:p>
        </p:txBody>
      </p:sp>
      <p:sp>
        <p:nvSpPr>
          <p:cNvPr id="4" name="フッター プレースホルダー 3">
            <a:extLst>
              <a:ext uri="{FF2B5EF4-FFF2-40B4-BE49-F238E27FC236}">
                <a16:creationId xmlns:a16="http://schemas.microsoft.com/office/drawing/2014/main" id="{FABD847D-4E61-ECC1-64D4-E9A74265441B}"/>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C047045E-FD9B-260F-8306-7B294E6E2596}"/>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29F66836-3EC3-4E97-8C7D-E281C9320C4E}" type="slidenum">
              <a:rPr kumimoji="1" lang="ja-JP" altLang="en-US" smtClean="0"/>
              <a:t>‹#›</a:t>
            </a:fld>
            <a:endParaRPr kumimoji="1" lang="ja-JP" altLang="en-US"/>
          </a:p>
        </p:txBody>
      </p:sp>
    </p:spTree>
    <p:extLst>
      <p:ext uri="{BB962C8B-B14F-4D97-AF65-F5344CB8AC3E}">
        <p14:creationId xmlns:p14="http://schemas.microsoft.com/office/powerpoint/2010/main" val="26087340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E9E4F50-57D5-4638-8961-5783F5566392}" type="datetimeFigureOut">
              <a:rPr kumimoji="1" lang="ja-JP" altLang="en-US" smtClean="0"/>
              <a:t>2026/6/5</a:t>
            </a:fld>
            <a:endParaRPr kumimoji="1" lang="ja-JP" altLang="en-US"/>
          </a:p>
        </p:txBody>
      </p:sp>
      <p:sp>
        <p:nvSpPr>
          <p:cNvPr id="4" name="スライド イメージ プレースホルダー 3"/>
          <p:cNvSpPr>
            <a:spLocks noGrp="1" noRot="1" noChangeAspect="1"/>
          </p:cNvSpPr>
          <p:nvPr>
            <p:ph type="sldImg" idx="2"/>
          </p:nvPr>
        </p:nvSpPr>
        <p:spPr>
          <a:xfrm>
            <a:off x="420688" y="1241425"/>
            <a:ext cx="5956300"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1" y="4776789"/>
            <a:ext cx="5438775" cy="390842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0E1B736C-7E22-4286-9492-6D135922483F}" type="slidenum">
              <a:rPr kumimoji="1" lang="ja-JP" altLang="en-US" smtClean="0"/>
              <a:t>‹#›</a:t>
            </a:fld>
            <a:endParaRPr kumimoji="1" lang="ja-JP" altLang="en-US"/>
          </a:p>
        </p:txBody>
      </p:sp>
    </p:spTree>
    <p:extLst>
      <p:ext uri="{BB962C8B-B14F-4D97-AF65-F5344CB8AC3E}">
        <p14:creationId xmlns:p14="http://schemas.microsoft.com/office/powerpoint/2010/main" val="281029248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947750">
              <a:defRPr/>
            </a:pPr>
            <a:r>
              <a:rPr lang="ja-JP" altLang="en-US" dirty="0">
                <a:latin typeface="Meiryo UI" panose="020B0604030504040204" pitchFamily="50" charset="-128"/>
                <a:ea typeface="Meiryo UI" panose="020B0604030504040204" pitchFamily="50" charset="-128"/>
              </a:rPr>
              <a:t>初めに、背景です。</a:t>
            </a:r>
            <a:endParaRPr lang="en-US" altLang="ja-JP" dirty="0">
              <a:latin typeface="Meiryo UI" panose="020B0604030504040204" pitchFamily="50" charset="-128"/>
              <a:ea typeface="Meiryo UI" panose="020B0604030504040204" pitchFamily="50" charset="-128"/>
            </a:endParaRPr>
          </a:p>
          <a:p>
            <a:pPr defTabSz="947750">
              <a:defRPr/>
            </a:pPr>
            <a:r>
              <a:rPr lang="ja-JP" altLang="en-US" dirty="0">
                <a:latin typeface="Meiryo UI" panose="020B0604030504040204" pitchFamily="50" charset="-128"/>
                <a:ea typeface="Meiryo UI" panose="020B0604030504040204" pitchFamily="50" charset="-128"/>
              </a:rPr>
              <a:t>部門</a:t>
            </a:r>
            <a:r>
              <a:rPr lang="ja-JP" altLang="ja-JP" dirty="0">
                <a:latin typeface="Meiryo UI" panose="020B0604030504040204" pitchFamily="50" charset="-128"/>
                <a:ea typeface="Meiryo UI" panose="020B0604030504040204" pitchFamily="50" charset="-128"/>
              </a:rPr>
              <a:t>方針として</a:t>
            </a:r>
            <a:r>
              <a:rPr lang="ja-JP" altLang="en-US" dirty="0">
                <a:latin typeface="Meiryo UI" panose="020B0604030504040204" pitchFamily="50" charset="-128"/>
                <a:ea typeface="Meiryo UI" panose="020B0604030504040204" pitchFamily="50" charset="-128"/>
              </a:rPr>
              <a:t>、</a:t>
            </a:r>
            <a:r>
              <a:rPr lang="ja-JP" altLang="ja-JP" dirty="0">
                <a:latin typeface="Meiryo UI" panose="020B0604030504040204" pitchFamily="50" charset="-128"/>
                <a:ea typeface="Meiryo UI" panose="020B0604030504040204" pitchFamily="50" charset="-128"/>
              </a:rPr>
              <a:t>「スマートファクトリーの実現」</a:t>
            </a:r>
            <a:r>
              <a:rPr lang="ja-JP" altLang="en-US" dirty="0">
                <a:latin typeface="Meiryo UI" panose="020B0604030504040204" pitchFamily="50" charset="-128"/>
                <a:ea typeface="Meiryo UI" panose="020B0604030504040204" pitchFamily="50" charset="-128"/>
              </a:rPr>
              <a:t>　</a:t>
            </a:r>
            <a:r>
              <a:rPr lang="ja-JP" altLang="ja-JP" dirty="0">
                <a:latin typeface="Meiryo UI" panose="020B0604030504040204" pitchFamily="50" charset="-128"/>
                <a:ea typeface="Meiryo UI" panose="020B0604030504040204" pitchFamily="50" charset="-128"/>
              </a:rPr>
              <a:t>が</a:t>
            </a:r>
            <a:r>
              <a:rPr lang="ja-JP" altLang="en-US" dirty="0">
                <a:latin typeface="Meiryo UI" panose="020B0604030504040204" pitchFamily="50" charset="-128"/>
                <a:ea typeface="Meiryo UI" panose="020B0604030504040204" pitchFamily="50" charset="-128"/>
              </a:rPr>
              <a:t>、掲げ</a:t>
            </a:r>
            <a:r>
              <a:rPr lang="ja-JP" altLang="ja-JP" dirty="0">
                <a:latin typeface="Meiryo UI" panose="020B0604030504040204" pitchFamily="50" charset="-128"/>
                <a:ea typeface="Meiryo UI" panose="020B0604030504040204" pitchFamily="50" charset="-128"/>
              </a:rPr>
              <a:t>て</a:t>
            </a:r>
            <a:r>
              <a:rPr lang="ja-JP" altLang="en-US" dirty="0">
                <a:latin typeface="Meiryo UI" panose="020B0604030504040204" pitchFamily="50" charset="-128"/>
                <a:ea typeface="Meiryo UI" panose="020B0604030504040204" pitchFamily="50" charset="-128"/>
              </a:rPr>
              <a:t>おり、</a:t>
            </a:r>
            <a:endParaRPr lang="en-US" altLang="ja-JP" dirty="0">
              <a:latin typeface="CIDFont+F1"/>
            </a:endParaRPr>
          </a:p>
          <a:p>
            <a:pPr algn="l"/>
            <a:r>
              <a:rPr lang="ja-JP" altLang="en-US" dirty="0">
                <a:latin typeface="CIDFont+F1"/>
              </a:rPr>
              <a:t>取り組みの一つとして、</a:t>
            </a:r>
            <a:r>
              <a:rPr lang="en-US" altLang="ja-JP" dirty="0">
                <a:latin typeface="CIDFont+F1"/>
              </a:rPr>
              <a:t>Athena</a:t>
            </a:r>
            <a:r>
              <a:rPr lang="ja-JP" altLang="en-US" dirty="0">
                <a:latin typeface="CIDFont+F1"/>
              </a:rPr>
              <a:t>生産ラインの調整検査工程自動化による生産性倍増を目指しています。</a:t>
            </a:r>
            <a:endParaRPr kumimoji="1" lang="en-US" altLang="ja-JP" dirty="0">
              <a:latin typeface="CIDFont+F1"/>
            </a:endParaRPr>
          </a:p>
          <a:p>
            <a:endParaRPr kumimoji="1" lang="en-US" altLang="ja-JP" b="0" dirty="0">
              <a:latin typeface="CIDFont+F1"/>
            </a:endParaRPr>
          </a:p>
          <a:p>
            <a:r>
              <a:rPr kumimoji="1" lang="ja-JP" altLang="en-US" b="0" dirty="0">
                <a:latin typeface="CIDFont+F1"/>
              </a:rPr>
              <a:t>スライド中央に示したように現行機</a:t>
            </a:r>
            <a:r>
              <a:rPr kumimoji="1" lang="en-US" altLang="ja-JP" b="0" dirty="0">
                <a:latin typeface="CIDFont+F1"/>
              </a:rPr>
              <a:t>Mercury4</a:t>
            </a:r>
            <a:r>
              <a:rPr kumimoji="1" lang="ja-JP" altLang="en-US" b="0" dirty="0">
                <a:latin typeface="CIDFont+F1"/>
              </a:rPr>
              <a:t>に対し新機種</a:t>
            </a:r>
            <a:r>
              <a:rPr kumimoji="1" lang="en-US" altLang="ja-JP" b="0" dirty="0">
                <a:latin typeface="CIDFont+F1"/>
              </a:rPr>
              <a:t>Athena</a:t>
            </a:r>
            <a:r>
              <a:rPr kumimoji="1" lang="ja-JP" altLang="en-US" b="0" dirty="0">
                <a:latin typeface="CIDFont+F1"/>
              </a:rPr>
              <a:t>は、作業者の半減を目標にしています。</a:t>
            </a:r>
            <a:endParaRPr kumimoji="1" lang="en-US" altLang="ja-JP" b="0" dirty="0">
              <a:latin typeface="CIDFont+F1"/>
            </a:endParaRPr>
          </a:p>
          <a:p>
            <a:endParaRPr kumimoji="1" lang="en-US" altLang="ja-JP" b="0" dirty="0">
              <a:latin typeface="CIDFont+F1"/>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次のページお願いします</a:t>
            </a:r>
            <a:r>
              <a:rPr kumimoji="1" lang="ja-JP" altLang="en-US" sz="1200" dirty="0">
                <a:latin typeface="Meiryo UI" panose="020B0604030504040204" pitchFamily="50" charset="-128"/>
                <a:ea typeface="Meiryo UI" panose="020B0604030504040204" pitchFamily="50" charset="-128"/>
              </a:rPr>
              <a:t>。</a:t>
            </a:r>
            <a:endParaRPr kumimoji="1" lang="en-US" altLang="ja-JP" dirty="0"/>
          </a:p>
          <a:p>
            <a:endParaRPr kumimoji="1" lang="en-US" altLang="ja-JP" b="0" dirty="0">
              <a:latin typeface="CIDFont+F1"/>
            </a:endParaRPr>
          </a:p>
        </p:txBody>
      </p:sp>
      <p:sp>
        <p:nvSpPr>
          <p:cNvPr id="4" name="スライド番号プレースホルダー 3"/>
          <p:cNvSpPr>
            <a:spLocks noGrp="1"/>
          </p:cNvSpPr>
          <p:nvPr>
            <p:ph type="sldNum" sz="quarter" idx="5"/>
          </p:nvPr>
        </p:nvSpPr>
        <p:spPr/>
        <p:txBody>
          <a:bodyPr/>
          <a:lstStyle/>
          <a:p>
            <a:fld id="{0E1B736C-7E22-4286-9492-6D135922483F}" type="slidenum">
              <a:rPr kumimoji="1" lang="ja-JP" altLang="en-US" smtClean="0"/>
              <a:t>6</a:t>
            </a:fld>
            <a:endParaRPr kumimoji="1" lang="ja-JP" altLang="en-US"/>
          </a:p>
        </p:txBody>
      </p:sp>
    </p:spTree>
    <p:extLst>
      <p:ext uri="{BB962C8B-B14F-4D97-AF65-F5344CB8AC3E}">
        <p14:creationId xmlns:p14="http://schemas.microsoft.com/office/powerpoint/2010/main" val="3378923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41313" y="569913"/>
            <a:ext cx="7351713" cy="4135437"/>
          </a:xfrm>
        </p:spPr>
      </p:sp>
      <p:sp>
        <p:nvSpPr>
          <p:cNvPr id="3" name="ノート プレースホルダー 2"/>
          <p:cNvSpPr>
            <a:spLocks noGrp="1"/>
          </p:cNvSpPr>
          <p:nvPr>
            <p:ph type="body" idx="1"/>
          </p:nvPr>
        </p:nvSpPr>
        <p:spPr/>
        <p:txBody>
          <a:bodyPr/>
          <a:lstStyle/>
          <a:p>
            <a:fld id="{BB102505-D92F-4D8A-B6F7-5B966AE086AE}" type="slidenum">
              <a:rPr lang="en-US" altLang="ja-JP" sz="1500">
                <a:latin typeface="Meiryo UI" panose="020B0604030504040204" pitchFamily="50" charset="-128"/>
                <a:ea typeface="Meiryo UI" panose="020B0604030504040204" pitchFamily="50" charset="-128"/>
              </a:rPr>
              <a:pPr/>
              <a:t>14</a:t>
            </a:fld>
            <a:r>
              <a:rPr lang="ja-JP" altLang="en-US" sz="1500" dirty="0">
                <a:latin typeface="Meiryo UI" panose="020B0604030504040204" pitchFamily="50" charset="-128"/>
                <a:ea typeface="Meiryo UI" panose="020B0604030504040204" pitchFamily="50" charset="-128"/>
              </a:rPr>
              <a:t>ページ目です。</a:t>
            </a:r>
            <a:endParaRPr lang="en-US" altLang="ja-JP" sz="1500" dirty="0">
              <a:latin typeface="Meiryo UI" panose="020B0604030504040204" pitchFamily="50" charset="-128"/>
              <a:ea typeface="Meiryo UI" panose="020B0604030504040204" pitchFamily="50" charset="-128"/>
            </a:endParaRPr>
          </a:p>
          <a:p>
            <a:r>
              <a:rPr lang="ja-JP" altLang="en-US" sz="1500" dirty="0">
                <a:latin typeface="Meiryo UI" panose="020B0604030504040204" pitchFamily="50" charset="-128"/>
                <a:ea typeface="Meiryo UI" panose="020B0604030504040204" pitchFamily="50" charset="-128"/>
              </a:rPr>
              <a:t>要件を元に図のような構成のシステムを設計しました。</a:t>
            </a:r>
            <a:endParaRPr lang="en-US" altLang="ja-JP" sz="1500" dirty="0">
              <a:latin typeface="Meiryo UI" panose="020B0604030504040204" pitchFamily="50" charset="-128"/>
              <a:ea typeface="Meiryo UI" panose="020B0604030504040204" pitchFamily="50" charset="-128"/>
            </a:endParaRPr>
          </a:p>
          <a:p>
            <a:r>
              <a:rPr lang="ja-JP" altLang="en-US" sz="1500" dirty="0">
                <a:latin typeface="Meiryo UI" panose="020B0604030504040204" pitchFamily="50" charset="-128"/>
                <a:ea typeface="Meiryo UI" panose="020B0604030504040204" pitchFamily="50" charset="-128"/>
              </a:rPr>
              <a:t>　保証工程システムの中枢となる</a:t>
            </a:r>
            <a:r>
              <a:rPr lang="en-US" altLang="ja-JP" sz="1500" dirty="0">
                <a:latin typeface="Meiryo UI" panose="020B0604030504040204" pitchFamily="50" charset="-128"/>
                <a:ea typeface="Meiryo UI" panose="020B0604030504040204" pitchFamily="50" charset="-128"/>
              </a:rPr>
              <a:t>HOSTPC</a:t>
            </a:r>
            <a:r>
              <a:rPr lang="ja-JP" altLang="en-US" sz="1500" dirty="0">
                <a:latin typeface="Meiryo UI" panose="020B0604030504040204" pitchFamily="50" charset="-128"/>
                <a:ea typeface="Meiryo UI" panose="020B0604030504040204" pitchFamily="50" charset="-128"/>
              </a:rPr>
              <a:t>を設け、</a:t>
            </a:r>
            <a:endParaRPr lang="en-US" altLang="ja-JP" sz="1500" dirty="0">
              <a:latin typeface="Meiryo UI" panose="020B0604030504040204" pitchFamily="50" charset="-128"/>
              <a:ea typeface="Meiryo UI" panose="020B0604030504040204" pitchFamily="50" charset="-128"/>
            </a:endParaRPr>
          </a:p>
          <a:p>
            <a:r>
              <a:rPr lang="en-US" altLang="ja-JP" sz="1500" dirty="0">
                <a:latin typeface="Meiryo UI" panose="020B0604030504040204" pitchFamily="50" charset="-128"/>
                <a:ea typeface="Meiryo UI" panose="020B0604030504040204" pitchFamily="50" charset="-128"/>
              </a:rPr>
              <a:t>1.MES</a:t>
            </a:r>
            <a:r>
              <a:rPr lang="ja-JP" altLang="en-US" sz="1500" dirty="0">
                <a:latin typeface="Meiryo UI" panose="020B0604030504040204" pitchFamily="50" charset="-128"/>
                <a:ea typeface="Meiryo UI" panose="020B0604030504040204" pitchFamily="50" charset="-128"/>
              </a:rPr>
              <a:t>からの製造情報の取得と</a:t>
            </a:r>
            <a:endParaRPr lang="en-US" altLang="ja-JP" sz="1500" dirty="0">
              <a:latin typeface="Meiryo UI" panose="020B0604030504040204" pitchFamily="50" charset="-128"/>
              <a:ea typeface="Meiryo UI" panose="020B0604030504040204" pitchFamily="50" charset="-128"/>
            </a:endParaRPr>
          </a:p>
          <a:p>
            <a:r>
              <a:rPr lang="en-US" altLang="ja-JP" sz="1500" dirty="0">
                <a:latin typeface="Meiryo UI" panose="020B0604030504040204" pitchFamily="50" charset="-128"/>
                <a:ea typeface="Meiryo UI" panose="020B0604030504040204" pitchFamily="50" charset="-128"/>
              </a:rPr>
              <a:t>2.MES</a:t>
            </a:r>
            <a:r>
              <a:rPr lang="ja-JP" altLang="en-US" sz="1500" dirty="0" err="1">
                <a:latin typeface="Meiryo UI" panose="020B0604030504040204" pitchFamily="50" charset="-128"/>
                <a:ea typeface="Meiryo UI" panose="020B0604030504040204" pitchFamily="50" charset="-128"/>
              </a:rPr>
              <a:t>への</a:t>
            </a:r>
            <a:r>
              <a:rPr lang="ja-JP" altLang="en-US" sz="1500" dirty="0">
                <a:latin typeface="Meiryo UI" panose="020B0604030504040204" pitchFamily="50" charset="-128"/>
                <a:ea typeface="Meiryo UI" panose="020B0604030504040204" pitchFamily="50" charset="-128"/>
              </a:rPr>
              <a:t>リアルタイム連携   を行います。</a:t>
            </a:r>
            <a:endParaRPr lang="en-US" altLang="ja-JP" sz="1500" dirty="0">
              <a:latin typeface="Meiryo UI" panose="020B0604030504040204" pitchFamily="50" charset="-128"/>
              <a:ea typeface="Meiryo UI" panose="020B0604030504040204" pitchFamily="50" charset="-128"/>
            </a:endParaRPr>
          </a:p>
          <a:p>
            <a:r>
              <a:rPr lang="ja-JP" altLang="en-US" sz="1500" dirty="0">
                <a:latin typeface="Meiryo UI" panose="020B0604030504040204" pitchFamily="50" charset="-128"/>
                <a:ea typeface="Meiryo UI" panose="020B0604030504040204" pitchFamily="50" charset="-128"/>
              </a:rPr>
              <a:t>　次に、要件</a:t>
            </a:r>
            <a:r>
              <a:rPr lang="en-US" altLang="ja-JP" sz="1500" dirty="0">
                <a:latin typeface="Meiryo UI" panose="020B0604030504040204" pitchFamily="50" charset="-128"/>
                <a:ea typeface="Meiryo UI" panose="020B0604030504040204" pitchFamily="50" charset="-128"/>
              </a:rPr>
              <a:t>3</a:t>
            </a:r>
            <a:r>
              <a:rPr lang="ja-JP" altLang="en-US" sz="1500" dirty="0">
                <a:latin typeface="Meiryo UI" panose="020B0604030504040204" pitchFamily="50" charset="-128"/>
                <a:ea typeface="Meiryo UI" panose="020B0604030504040204" pitchFamily="50" charset="-128"/>
              </a:rPr>
              <a:t>の保証工程システムと製品との通信です。</a:t>
            </a:r>
            <a:endParaRPr lang="en-US" altLang="ja-JP" sz="1500" dirty="0">
              <a:latin typeface="Meiryo UI" panose="020B0604030504040204" pitchFamily="50" charset="-128"/>
              <a:ea typeface="Meiryo UI" panose="020B0604030504040204" pitchFamily="50" charset="-128"/>
            </a:endParaRPr>
          </a:p>
          <a:p>
            <a:r>
              <a:rPr lang="ja-JP" altLang="en-US" sz="1500" dirty="0">
                <a:latin typeface="Meiryo UI" panose="020B0604030504040204" pitchFamily="50" charset="-128"/>
                <a:ea typeface="Meiryo UI" panose="020B0604030504040204" pitchFamily="50" charset="-128"/>
              </a:rPr>
              <a:t>保証工程に入ったばかり製品は、治具ネットワークへ参入のための</a:t>
            </a:r>
            <a:r>
              <a:rPr lang="en-US" altLang="ja-JP" sz="1500" dirty="0" err="1">
                <a:latin typeface="Meiryo UI" panose="020B0604030504040204" pitchFamily="50" charset="-128"/>
                <a:ea typeface="Meiryo UI" panose="020B0604030504040204" pitchFamily="50" charset="-128"/>
              </a:rPr>
              <a:t>WiFi</a:t>
            </a:r>
            <a:r>
              <a:rPr lang="ja-JP" altLang="en-US" sz="1500" dirty="0">
                <a:latin typeface="Meiryo UI" panose="020B0604030504040204" pitchFamily="50" charset="-128"/>
                <a:ea typeface="Meiryo UI" panose="020B0604030504040204" pitchFamily="50" charset="-128"/>
              </a:rPr>
              <a:t>設定が行えないことや、</a:t>
            </a:r>
            <a:r>
              <a:rPr lang="en-US" altLang="ja-JP" sz="1500" dirty="0">
                <a:latin typeface="Meiryo UI" panose="020B0604030504040204" pitchFamily="50" charset="-128"/>
                <a:ea typeface="Meiryo UI" panose="020B0604030504040204" pitchFamily="50" charset="-128"/>
              </a:rPr>
              <a:t>Wi-Fi</a:t>
            </a:r>
            <a:r>
              <a:rPr lang="ja-JP" altLang="en-US" sz="1500" dirty="0">
                <a:latin typeface="Meiryo UI" panose="020B0604030504040204" pitchFamily="50" charset="-128"/>
                <a:ea typeface="Meiryo UI" panose="020B0604030504040204" pitchFamily="50" charset="-128"/>
              </a:rPr>
              <a:t>非搭載モデルへの展開を考慮した結果、製品との直接接続は困難でした。</a:t>
            </a:r>
            <a:endParaRPr lang="en-US" altLang="ja-JP" sz="1500" dirty="0">
              <a:latin typeface="Meiryo UI" panose="020B0604030504040204" pitchFamily="50" charset="-128"/>
              <a:ea typeface="Meiryo UI" panose="020B0604030504040204" pitchFamily="50" charset="-128"/>
            </a:endParaRPr>
          </a:p>
          <a:p>
            <a:r>
              <a:rPr lang="ja-JP" altLang="en-US" sz="1500" dirty="0">
                <a:latin typeface="Meiryo UI" panose="020B0604030504040204" pitchFamily="50" charset="-128"/>
                <a:ea typeface="Meiryo UI" panose="020B0604030504040204" pitchFamily="50" charset="-128"/>
              </a:rPr>
              <a:t>そこで、製品に対して</a:t>
            </a:r>
            <a:r>
              <a:rPr lang="en-US" altLang="ja-JP" sz="1500" dirty="0">
                <a:latin typeface="Meiryo UI" panose="020B0604030504040204" pitchFamily="50" charset="-128"/>
                <a:ea typeface="Meiryo UI" panose="020B0604030504040204" pitchFamily="50" charset="-128"/>
              </a:rPr>
              <a:t>Raspberry Pi</a:t>
            </a:r>
            <a:r>
              <a:rPr lang="ja-JP" altLang="en-US" sz="1500" dirty="0">
                <a:latin typeface="Meiryo UI" panose="020B0604030504040204" pitchFamily="50" charset="-128"/>
                <a:ea typeface="Meiryo UI" panose="020B0604030504040204" pitchFamily="50" charset="-128"/>
              </a:rPr>
              <a:t>を</a:t>
            </a:r>
            <a:r>
              <a:rPr lang="en-US" altLang="ja-JP" sz="1500" dirty="0">
                <a:latin typeface="Meiryo UI" panose="020B0604030504040204" pitchFamily="50" charset="-128"/>
                <a:ea typeface="Meiryo UI" panose="020B0604030504040204" pitchFamily="50" charset="-128"/>
              </a:rPr>
              <a:t>1:1</a:t>
            </a:r>
            <a:r>
              <a:rPr lang="ja-JP" altLang="en-US" sz="1500" dirty="0">
                <a:latin typeface="Meiryo UI" panose="020B0604030504040204" pitchFamily="50" charset="-128"/>
                <a:ea typeface="Meiryo UI" panose="020B0604030504040204" pitchFamily="50" charset="-128"/>
              </a:rPr>
              <a:t>で割り当て、</a:t>
            </a:r>
            <a:r>
              <a:rPr lang="en-US" altLang="ja-JP" sz="1500" dirty="0">
                <a:latin typeface="Meiryo UI" panose="020B0604030504040204" pitchFamily="50" charset="-128"/>
                <a:ea typeface="Meiryo UI" panose="020B0604030504040204" pitchFamily="50" charset="-128"/>
              </a:rPr>
              <a:t>HOST PC</a:t>
            </a:r>
            <a:r>
              <a:rPr lang="ja-JP" altLang="en-US" sz="1500" dirty="0">
                <a:latin typeface="Meiryo UI" panose="020B0604030504040204" pitchFamily="50" charset="-128"/>
                <a:ea typeface="Meiryo UI" panose="020B0604030504040204" pitchFamily="50" charset="-128"/>
              </a:rPr>
              <a:t>は各</a:t>
            </a:r>
            <a:r>
              <a:rPr lang="en-US" altLang="ja-JP" sz="1500" dirty="0">
                <a:latin typeface="Meiryo UI" panose="020B0604030504040204" pitchFamily="50" charset="-128"/>
                <a:ea typeface="Meiryo UI" panose="020B0604030504040204" pitchFamily="50" charset="-128"/>
              </a:rPr>
              <a:t>Raspberry Pi</a:t>
            </a:r>
            <a:r>
              <a:rPr lang="ja-JP" altLang="en-US" sz="1500" dirty="0">
                <a:latin typeface="Meiryo UI" panose="020B0604030504040204" pitchFamily="50" charset="-128"/>
                <a:ea typeface="Meiryo UI" panose="020B0604030504040204" pitchFamily="50" charset="-128"/>
              </a:rPr>
              <a:t>に対して</a:t>
            </a:r>
            <a:r>
              <a:rPr lang="en-US" altLang="ja-JP" sz="1500" dirty="0">
                <a:latin typeface="Meiryo UI" panose="020B0604030504040204" pitchFamily="50" charset="-128"/>
                <a:ea typeface="Meiryo UI" panose="020B0604030504040204" pitchFamily="50" charset="-128"/>
              </a:rPr>
              <a:t>Wi-Fi</a:t>
            </a:r>
            <a:r>
              <a:rPr lang="ja-JP" altLang="en-US" sz="1500" dirty="0">
                <a:latin typeface="Meiryo UI" panose="020B0604030504040204" pitchFamily="50" charset="-128"/>
                <a:ea typeface="Meiryo UI" panose="020B0604030504040204" pitchFamily="50" charset="-128"/>
              </a:rPr>
              <a:t>で指令を送るシステムを設計しました。</a:t>
            </a:r>
            <a:endParaRPr lang="en-US" altLang="ja-JP" sz="1500" dirty="0">
              <a:latin typeface="Meiryo UI" panose="020B0604030504040204" pitchFamily="50" charset="-128"/>
              <a:ea typeface="Meiryo UI" panose="020B0604030504040204" pitchFamily="50" charset="-128"/>
            </a:endParaRPr>
          </a:p>
          <a:p>
            <a:r>
              <a:rPr lang="ja-JP" altLang="en-US" sz="1500" dirty="0">
                <a:latin typeface="Meiryo UI" panose="020B0604030504040204" pitchFamily="50" charset="-128"/>
                <a:ea typeface="Meiryo UI" panose="020B0604030504040204" pitchFamily="50" charset="-128"/>
              </a:rPr>
              <a:t>これにより、</a:t>
            </a:r>
            <a:r>
              <a:rPr lang="en-US" altLang="ja-JP" sz="1500" dirty="0">
                <a:latin typeface="Meiryo UI" panose="020B0604030504040204" pitchFamily="50" charset="-128"/>
                <a:ea typeface="Meiryo UI" panose="020B0604030504040204" pitchFamily="50" charset="-128"/>
              </a:rPr>
              <a:t>HOST</a:t>
            </a:r>
            <a:r>
              <a:rPr lang="ja-JP" altLang="en-US" sz="1500" dirty="0">
                <a:latin typeface="Meiryo UI" panose="020B0604030504040204" pitchFamily="50" charset="-128"/>
                <a:ea typeface="Meiryo UI" panose="020B0604030504040204" pitchFamily="50" charset="-128"/>
              </a:rPr>
              <a:t> </a:t>
            </a:r>
            <a:r>
              <a:rPr lang="en-US" altLang="ja-JP" sz="1500" dirty="0">
                <a:latin typeface="Meiryo UI" panose="020B0604030504040204" pitchFamily="50" charset="-128"/>
                <a:ea typeface="Meiryo UI" panose="020B0604030504040204" pitchFamily="50" charset="-128"/>
              </a:rPr>
              <a:t>PC</a:t>
            </a:r>
            <a:r>
              <a:rPr lang="ja-JP" altLang="en-US" sz="1500" dirty="0">
                <a:latin typeface="Meiryo UI" panose="020B0604030504040204" pitchFamily="50" charset="-128"/>
                <a:ea typeface="Meiryo UI" panose="020B0604030504040204" pitchFamily="50" charset="-128"/>
              </a:rPr>
              <a:t>は既に構成済みの</a:t>
            </a:r>
            <a:r>
              <a:rPr lang="en-US" altLang="ja-JP" sz="1500" dirty="0">
                <a:latin typeface="Meiryo UI" panose="020B0604030504040204" pitchFamily="50" charset="-128"/>
                <a:ea typeface="Meiryo UI" panose="020B0604030504040204" pitchFamily="50" charset="-128"/>
              </a:rPr>
              <a:t>Raspberry Pi</a:t>
            </a:r>
            <a:r>
              <a:rPr lang="ja-JP" altLang="en-US" sz="1500" dirty="0">
                <a:latin typeface="Meiryo UI" panose="020B0604030504040204" pitchFamily="50" charset="-128"/>
                <a:ea typeface="Meiryo UI" panose="020B0604030504040204" pitchFamily="50" charset="-128"/>
              </a:rPr>
              <a:t>に対してのみ通信を管理すればよく、</a:t>
            </a:r>
            <a:r>
              <a:rPr lang="en-US" altLang="ja-JP" sz="1500" dirty="0">
                <a:latin typeface="Meiryo UI" panose="020B0604030504040204" pitchFamily="50" charset="-128"/>
                <a:ea typeface="Meiryo UI" panose="020B0604030504040204" pitchFamily="50" charset="-128"/>
              </a:rPr>
              <a:t>Raspberry Pi</a:t>
            </a:r>
            <a:r>
              <a:rPr lang="ja-JP" altLang="en-US" sz="1500" dirty="0">
                <a:latin typeface="Meiryo UI" panose="020B0604030504040204" pitchFamily="50" charset="-128"/>
                <a:ea typeface="Meiryo UI" panose="020B0604030504040204" pitchFamily="50" charset="-128"/>
              </a:rPr>
              <a:t>は常に接続された製品だけを認識すれば大丈夫な仕組みとしています。</a:t>
            </a:r>
            <a:endParaRPr lang="en-US" altLang="ja-JP" sz="1500" dirty="0">
              <a:latin typeface="Meiryo UI" panose="020B0604030504040204" pitchFamily="50" charset="-128"/>
              <a:ea typeface="Meiryo UI" panose="020B0604030504040204" pitchFamily="50" charset="-128"/>
            </a:endParaRPr>
          </a:p>
          <a:p>
            <a:r>
              <a:rPr lang="ja-JP" altLang="en-US" sz="1500" dirty="0">
                <a:latin typeface="Meiryo UI" panose="020B0604030504040204" pitchFamily="50" charset="-128"/>
                <a:ea typeface="Meiryo UI" panose="020B0604030504040204" pitchFamily="50" charset="-128"/>
              </a:rPr>
              <a:t>また、名刺サイズである</a:t>
            </a:r>
            <a:r>
              <a:rPr lang="en-US" altLang="ja-JP" sz="1500" dirty="0">
                <a:latin typeface="Meiryo UI" panose="020B0604030504040204" pitchFamily="50" charset="-128"/>
                <a:ea typeface="Meiryo UI" panose="020B0604030504040204" pitchFamily="50" charset="-128"/>
              </a:rPr>
              <a:t>Raspberry Pi</a:t>
            </a:r>
            <a:r>
              <a:rPr lang="ja-JP" altLang="en-US" sz="1500" dirty="0">
                <a:latin typeface="Meiryo UI" panose="020B0604030504040204" pitchFamily="50" charset="-128"/>
                <a:ea typeface="Meiryo UI" panose="020B0604030504040204" pitchFamily="50" charset="-128"/>
              </a:rPr>
              <a:t>を採用することにより、</a:t>
            </a:r>
            <a:endParaRPr lang="en-US" altLang="ja-JP" sz="1500" dirty="0">
              <a:latin typeface="Meiryo UI" panose="020B0604030504040204" pitchFamily="50" charset="-128"/>
              <a:ea typeface="Meiryo UI" panose="020B0604030504040204" pitchFamily="50" charset="-128"/>
            </a:endParaRPr>
          </a:p>
          <a:p>
            <a:r>
              <a:rPr lang="en-US" altLang="ja-JP" sz="1500" dirty="0">
                <a:latin typeface="Meiryo UI" panose="020B0604030504040204" pitchFamily="50" charset="-128"/>
                <a:ea typeface="Meiryo UI" panose="020B0604030504040204" pitchFamily="50" charset="-128"/>
              </a:rPr>
              <a:t>4. </a:t>
            </a:r>
            <a:r>
              <a:rPr lang="ja-JP" altLang="en-US" sz="1500" dirty="0">
                <a:latin typeface="Meiryo UI" panose="020B0604030504040204" pitchFamily="50" charset="-128"/>
                <a:ea typeface="Meiryo UI" panose="020B0604030504040204" pitchFamily="50" charset="-128"/>
              </a:rPr>
              <a:t>保証工程用のデバイスを増やした上でも自動搬送可能な状態を維持します。</a:t>
            </a:r>
            <a:endParaRPr lang="en-US" altLang="ja-JP" sz="1500"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0E1B736C-7E22-4286-9492-6D135922483F}" type="slidenum">
              <a:rPr kumimoji="1" lang="ja-JP" altLang="en-US" smtClean="0"/>
              <a:t>14</a:t>
            </a:fld>
            <a:endParaRPr kumimoji="1" lang="ja-JP" altLang="en-US"/>
          </a:p>
        </p:txBody>
      </p:sp>
    </p:spTree>
    <p:extLst>
      <p:ext uri="{BB962C8B-B14F-4D97-AF65-F5344CB8AC3E}">
        <p14:creationId xmlns:p14="http://schemas.microsoft.com/office/powerpoint/2010/main" val="33712296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emf"/><Relationship Id="rId1" Type="http://schemas.openxmlformats.org/officeDocument/2006/relationships/slideMaster" Target="../slideMasters/slideMaster2.xml"/><Relationship Id="rId6" Type="http://schemas.openxmlformats.org/officeDocument/2006/relationships/image" Target="../media/image2.png"/><Relationship Id="rId5" Type="http://schemas.openxmlformats.org/officeDocument/2006/relationships/image" Target="../media/image8.jpeg"/><Relationship Id="rId4" Type="http://schemas.openxmlformats.org/officeDocument/2006/relationships/image" Target="../media/image7.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タイトル スライド">
    <p:spTree>
      <p:nvGrpSpPr>
        <p:cNvPr id="1" name=""/>
        <p:cNvGrpSpPr/>
        <p:nvPr/>
      </p:nvGrpSpPr>
      <p:grpSpPr>
        <a:xfrm>
          <a:off x="0" y="0"/>
          <a:ext cx="0" cy="0"/>
          <a:chOff x="0" y="0"/>
          <a:chExt cx="0" cy="0"/>
        </a:xfrm>
      </p:grpSpPr>
      <p:pic>
        <p:nvPicPr>
          <p:cNvPr id="591" name="Picture 3"/>
          <p:cNvPicPr>
            <a:picLocks noChangeAspect="1" noChangeArrowheads="1"/>
          </p:cNvPicPr>
          <p:nvPr userDrawn="1"/>
        </p:nvPicPr>
        <p:blipFill rotWithShape="1">
          <a:blip r:embed="rId2">
            <a:extLst>
              <a:ext uri="{28A0092B-C50C-407E-A947-70E740481C1C}">
                <a14:useLocalDpi xmlns:a14="http://schemas.microsoft.com/office/drawing/2010/main"/>
              </a:ext>
            </a:extLst>
          </a:blip>
          <a:srcRect l="24319" t="257" r="29097" b="1"/>
          <a:stretch/>
        </p:blipFill>
        <p:spPr bwMode="auto">
          <a:xfrm>
            <a:off x="5520020" y="0"/>
            <a:ext cx="364938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68" name="Title 1"/>
          <p:cNvSpPr>
            <a:spLocks noGrp="1"/>
          </p:cNvSpPr>
          <p:nvPr userDrawn="1">
            <p:ph type="ctrTitle"/>
          </p:nvPr>
        </p:nvSpPr>
        <p:spPr>
          <a:xfrm>
            <a:off x="396001" y="1117948"/>
            <a:ext cx="3740308" cy="1453802"/>
          </a:xfrm>
        </p:spPr>
        <p:txBody>
          <a:bodyPr anchor="t" anchorCtr="0">
            <a:normAutofit/>
          </a:bodyPr>
          <a:lstStyle>
            <a:lvl1pPr algn="l">
              <a:lnSpc>
                <a:spcPct val="95000"/>
              </a:lnSpc>
              <a:defRPr sz="3200">
                <a:solidFill>
                  <a:schemeClr val="tx2"/>
                </a:solidFill>
              </a:defRPr>
            </a:lvl1pPr>
          </a:lstStyle>
          <a:p>
            <a:r>
              <a:rPr lang="ja-JP" altLang="en-US"/>
              <a:t>マスター タイトルの書式設定</a:t>
            </a:r>
            <a:endParaRPr lang="en-GB" dirty="0"/>
          </a:p>
        </p:txBody>
      </p:sp>
      <p:sp>
        <p:nvSpPr>
          <p:cNvPr id="1569" name="Subtitle 2"/>
          <p:cNvSpPr>
            <a:spLocks noGrp="1"/>
          </p:cNvSpPr>
          <p:nvPr userDrawn="1">
            <p:ph type="subTitle" idx="1"/>
          </p:nvPr>
        </p:nvSpPr>
        <p:spPr>
          <a:xfrm>
            <a:off x="396000" y="2979682"/>
            <a:ext cx="3740309" cy="945932"/>
          </a:xfrm>
        </p:spPr>
        <p:txBody>
          <a:bodyPr>
            <a:noAutofit/>
          </a:bodyPr>
          <a:lstStyle>
            <a:lvl1pPr marL="0" indent="0" algn="l">
              <a:lnSpc>
                <a:spcPct val="120000"/>
              </a:lnSpc>
              <a:spcBef>
                <a:spcPts val="0"/>
              </a:spcBef>
              <a:buNone/>
              <a:defRPr sz="11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dirty="0"/>
          </a:p>
        </p:txBody>
      </p:sp>
      <p:sp>
        <p:nvSpPr>
          <p:cNvPr id="3123" name="Slide Number Placeholder 5"/>
          <p:cNvSpPr>
            <a:spLocks noGrp="1"/>
          </p:cNvSpPr>
          <p:nvPr userDrawn="1">
            <p:ph type="sldNum" sz="quarter" idx="4"/>
          </p:nvPr>
        </p:nvSpPr>
        <p:spPr>
          <a:xfrm>
            <a:off x="7530413" y="4665373"/>
            <a:ext cx="1236216" cy="281231"/>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solidFill>
                  <a:prstClr val="black"/>
                </a:solidFill>
              </a:rPr>
              <a:pPr/>
              <a:t>‹#›</a:t>
            </a:fld>
            <a:endParaRPr lang="en-GB" dirty="0">
              <a:solidFill>
                <a:prstClr val="black"/>
              </a:solidFill>
            </a:endParaRPr>
          </a:p>
        </p:txBody>
      </p:sp>
      <p:sp>
        <p:nvSpPr>
          <p:cNvPr id="3124" name="Footer Placeholder 4"/>
          <p:cNvSpPr>
            <a:spLocks noGrp="1"/>
          </p:cNvSpPr>
          <p:nvPr userDrawn="1">
            <p:ph type="ftr" sz="quarter" idx="3"/>
          </p:nvPr>
        </p:nvSpPr>
        <p:spPr>
          <a:xfrm>
            <a:off x="5888507" y="4946603"/>
            <a:ext cx="2878123" cy="162000"/>
          </a:xfrm>
          <a:prstGeom prst="rect">
            <a:avLst/>
          </a:prstGeom>
        </p:spPr>
        <p:txBody>
          <a:bodyPr vert="horz" lIns="0" tIns="0" rIns="0" bIns="0" rtlCol="0" anchor="t" anchorCtr="0"/>
          <a:lstStyle>
            <a:lvl1pPr algn="r">
              <a:defRPr sz="700">
                <a:solidFill>
                  <a:schemeClr val="tx1"/>
                </a:solidFill>
                <a:latin typeface="+mn-lt"/>
              </a:defRPr>
            </a:lvl1pPr>
          </a:lstStyle>
          <a:p>
            <a:endParaRPr lang="en-GB" dirty="0">
              <a:solidFill>
                <a:prstClr val="black"/>
              </a:solidFill>
            </a:endParaRPr>
          </a:p>
        </p:txBody>
      </p:sp>
      <p:pic>
        <p:nvPicPr>
          <p:cNvPr id="13" name="Picture 798"/>
          <p:cNvPicPr>
            <a:picLocks noChangeAspect="1"/>
          </p:cNvPicPr>
          <p:nvPr userDrawn="1"/>
        </p:nvPicPr>
        <p:blipFill rotWithShape="1">
          <a:blip r:embed="rId3"/>
          <a:srcRect r="23171"/>
          <a:stretch/>
        </p:blipFill>
        <p:spPr bwMode="hidden">
          <a:xfrm>
            <a:off x="5429774" y="235055"/>
            <a:ext cx="3618342" cy="4703171"/>
          </a:xfrm>
          <a:prstGeom prst="rect">
            <a:avLst/>
          </a:prstGeom>
        </p:spPr>
      </p:pic>
      <p:grpSp>
        <p:nvGrpSpPr>
          <p:cNvPr id="14" name="グループ化 13"/>
          <p:cNvGrpSpPr/>
          <p:nvPr userDrawn="1"/>
        </p:nvGrpSpPr>
        <p:grpSpPr>
          <a:xfrm>
            <a:off x="5429568" y="233199"/>
            <a:ext cx="3618548" cy="4703493"/>
            <a:chOff x="4183063" y="314325"/>
            <a:chExt cx="4826635" cy="6273800"/>
          </a:xfrm>
        </p:grpSpPr>
        <p:sp>
          <p:nvSpPr>
            <p:cNvPr id="16" name="AutoShape 3"/>
            <p:cNvSpPr>
              <a:spLocks noChangeAspect="1" noChangeArrowheads="1" noTextEdit="1"/>
            </p:cNvSpPr>
            <p:nvPr userDrawn="1"/>
          </p:nvSpPr>
          <p:spPr bwMode="auto">
            <a:xfrm>
              <a:off x="4183063" y="314325"/>
              <a:ext cx="4826635" cy="6273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17" name="Group 205"/>
            <p:cNvGrpSpPr>
              <a:grpSpLocks/>
            </p:cNvGrpSpPr>
            <p:nvPr userDrawn="1"/>
          </p:nvGrpSpPr>
          <p:grpSpPr bwMode="auto">
            <a:xfrm>
              <a:off x="4275138" y="385763"/>
              <a:ext cx="4495800" cy="5303838"/>
              <a:chOff x="3600" y="243"/>
              <a:chExt cx="2832" cy="3341"/>
            </a:xfrm>
          </p:grpSpPr>
          <p:sp>
            <p:nvSpPr>
              <p:cNvPr id="407" name="Line 5"/>
              <p:cNvSpPr>
                <a:spLocks noChangeShapeType="1"/>
              </p:cNvSpPr>
              <p:nvPr userDrawn="1"/>
            </p:nvSpPr>
            <p:spPr bwMode="auto">
              <a:xfrm>
                <a:off x="361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8" name="Line 6"/>
              <p:cNvSpPr>
                <a:spLocks noChangeShapeType="1"/>
              </p:cNvSpPr>
              <p:nvPr userDrawn="1"/>
            </p:nvSpPr>
            <p:spPr bwMode="auto">
              <a:xfrm>
                <a:off x="387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9" name="Line 7"/>
              <p:cNvSpPr>
                <a:spLocks noChangeShapeType="1"/>
              </p:cNvSpPr>
              <p:nvPr userDrawn="1"/>
            </p:nvSpPr>
            <p:spPr bwMode="auto">
              <a:xfrm>
                <a:off x="412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0" name="Line 8"/>
              <p:cNvSpPr>
                <a:spLocks noChangeShapeType="1"/>
              </p:cNvSpPr>
              <p:nvPr userDrawn="1"/>
            </p:nvSpPr>
            <p:spPr bwMode="auto">
              <a:xfrm>
                <a:off x="438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1" name="Line 9"/>
              <p:cNvSpPr>
                <a:spLocks noChangeShapeType="1"/>
              </p:cNvSpPr>
              <p:nvPr userDrawn="1"/>
            </p:nvSpPr>
            <p:spPr bwMode="auto">
              <a:xfrm>
                <a:off x="463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2" name="Line 10"/>
              <p:cNvSpPr>
                <a:spLocks noChangeShapeType="1"/>
              </p:cNvSpPr>
              <p:nvPr userDrawn="1"/>
            </p:nvSpPr>
            <p:spPr bwMode="auto">
              <a:xfrm>
                <a:off x="488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3" name="Line 11"/>
              <p:cNvSpPr>
                <a:spLocks noChangeShapeType="1"/>
              </p:cNvSpPr>
              <p:nvPr userDrawn="1"/>
            </p:nvSpPr>
            <p:spPr bwMode="auto">
              <a:xfrm>
                <a:off x="514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4" name="Line 12"/>
              <p:cNvSpPr>
                <a:spLocks noChangeShapeType="1"/>
              </p:cNvSpPr>
              <p:nvPr userDrawn="1"/>
            </p:nvSpPr>
            <p:spPr bwMode="auto">
              <a:xfrm>
                <a:off x="539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5" name="Line 13"/>
              <p:cNvSpPr>
                <a:spLocks noChangeShapeType="1"/>
              </p:cNvSpPr>
              <p:nvPr userDrawn="1"/>
            </p:nvSpPr>
            <p:spPr bwMode="auto">
              <a:xfrm>
                <a:off x="565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6" name="Line 14"/>
              <p:cNvSpPr>
                <a:spLocks noChangeShapeType="1"/>
              </p:cNvSpPr>
              <p:nvPr userDrawn="1"/>
            </p:nvSpPr>
            <p:spPr bwMode="auto">
              <a:xfrm>
                <a:off x="590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7" name="Line 15"/>
              <p:cNvSpPr>
                <a:spLocks noChangeShapeType="1"/>
              </p:cNvSpPr>
              <p:nvPr userDrawn="1"/>
            </p:nvSpPr>
            <p:spPr bwMode="auto">
              <a:xfrm>
                <a:off x="615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8" name="Line 16"/>
              <p:cNvSpPr>
                <a:spLocks noChangeShapeType="1"/>
              </p:cNvSpPr>
              <p:nvPr userDrawn="1"/>
            </p:nvSpPr>
            <p:spPr bwMode="auto">
              <a:xfrm>
                <a:off x="641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9" name="Line 21"/>
              <p:cNvSpPr>
                <a:spLocks noChangeShapeType="1"/>
              </p:cNvSpPr>
              <p:nvPr userDrawn="1"/>
            </p:nvSpPr>
            <p:spPr bwMode="auto">
              <a:xfrm>
                <a:off x="361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0" name="Line 22"/>
              <p:cNvSpPr>
                <a:spLocks noChangeShapeType="1"/>
              </p:cNvSpPr>
              <p:nvPr userDrawn="1"/>
            </p:nvSpPr>
            <p:spPr bwMode="auto">
              <a:xfrm>
                <a:off x="387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1" name="Line 23"/>
              <p:cNvSpPr>
                <a:spLocks noChangeShapeType="1"/>
              </p:cNvSpPr>
              <p:nvPr userDrawn="1"/>
            </p:nvSpPr>
            <p:spPr bwMode="auto">
              <a:xfrm>
                <a:off x="412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2" name="Line 24"/>
              <p:cNvSpPr>
                <a:spLocks noChangeShapeType="1"/>
              </p:cNvSpPr>
              <p:nvPr userDrawn="1"/>
            </p:nvSpPr>
            <p:spPr bwMode="auto">
              <a:xfrm>
                <a:off x="438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3" name="Line 25"/>
              <p:cNvSpPr>
                <a:spLocks noChangeShapeType="1"/>
              </p:cNvSpPr>
              <p:nvPr userDrawn="1"/>
            </p:nvSpPr>
            <p:spPr bwMode="auto">
              <a:xfrm>
                <a:off x="463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4" name="Line 26"/>
              <p:cNvSpPr>
                <a:spLocks noChangeShapeType="1"/>
              </p:cNvSpPr>
              <p:nvPr userDrawn="1"/>
            </p:nvSpPr>
            <p:spPr bwMode="auto">
              <a:xfrm>
                <a:off x="488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5" name="Line 27"/>
              <p:cNvSpPr>
                <a:spLocks noChangeShapeType="1"/>
              </p:cNvSpPr>
              <p:nvPr userDrawn="1"/>
            </p:nvSpPr>
            <p:spPr bwMode="auto">
              <a:xfrm>
                <a:off x="514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6" name="Line 28"/>
              <p:cNvSpPr>
                <a:spLocks noChangeShapeType="1"/>
              </p:cNvSpPr>
              <p:nvPr userDrawn="1"/>
            </p:nvSpPr>
            <p:spPr bwMode="auto">
              <a:xfrm>
                <a:off x="539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7" name="Line 29"/>
              <p:cNvSpPr>
                <a:spLocks noChangeShapeType="1"/>
              </p:cNvSpPr>
              <p:nvPr userDrawn="1"/>
            </p:nvSpPr>
            <p:spPr bwMode="auto">
              <a:xfrm>
                <a:off x="565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8" name="Line 30"/>
              <p:cNvSpPr>
                <a:spLocks noChangeShapeType="1"/>
              </p:cNvSpPr>
              <p:nvPr userDrawn="1"/>
            </p:nvSpPr>
            <p:spPr bwMode="auto">
              <a:xfrm>
                <a:off x="590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9" name="Line 31"/>
              <p:cNvSpPr>
                <a:spLocks noChangeShapeType="1"/>
              </p:cNvSpPr>
              <p:nvPr userDrawn="1"/>
            </p:nvSpPr>
            <p:spPr bwMode="auto">
              <a:xfrm>
                <a:off x="615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0" name="Line 32"/>
              <p:cNvSpPr>
                <a:spLocks noChangeShapeType="1"/>
              </p:cNvSpPr>
              <p:nvPr userDrawn="1"/>
            </p:nvSpPr>
            <p:spPr bwMode="auto">
              <a:xfrm>
                <a:off x="641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1" name="Line 37"/>
              <p:cNvSpPr>
                <a:spLocks noChangeShapeType="1"/>
              </p:cNvSpPr>
              <p:nvPr userDrawn="1"/>
            </p:nvSpPr>
            <p:spPr bwMode="auto">
              <a:xfrm flipH="1">
                <a:off x="3600"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2" name="Line 38"/>
              <p:cNvSpPr>
                <a:spLocks noChangeShapeType="1"/>
              </p:cNvSpPr>
              <p:nvPr userDrawn="1"/>
            </p:nvSpPr>
            <p:spPr bwMode="auto">
              <a:xfrm flipH="1">
                <a:off x="3854"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3" name="Line 39"/>
              <p:cNvSpPr>
                <a:spLocks noChangeShapeType="1"/>
              </p:cNvSpPr>
              <p:nvPr userDrawn="1"/>
            </p:nvSpPr>
            <p:spPr bwMode="auto">
              <a:xfrm flipH="1">
                <a:off x="4108"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4" name="Line 40"/>
              <p:cNvSpPr>
                <a:spLocks noChangeShapeType="1"/>
              </p:cNvSpPr>
              <p:nvPr userDrawn="1"/>
            </p:nvSpPr>
            <p:spPr bwMode="auto">
              <a:xfrm flipH="1">
                <a:off x="4362"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5" name="Line 41"/>
              <p:cNvSpPr>
                <a:spLocks noChangeShapeType="1"/>
              </p:cNvSpPr>
              <p:nvPr userDrawn="1"/>
            </p:nvSpPr>
            <p:spPr bwMode="auto">
              <a:xfrm flipH="1">
                <a:off x="4616"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6" name="Line 42"/>
              <p:cNvSpPr>
                <a:spLocks noChangeShapeType="1"/>
              </p:cNvSpPr>
              <p:nvPr userDrawn="1"/>
            </p:nvSpPr>
            <p:spPr bwMode="auto">
              <a:xfrm flipH="1">
                <a:off x="4870"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7" name="Line 43"/>
              <p:cNvSpPr>
                <a:spLocks noChangeShapeType="1"/>
              </p:cNvSpPr>
              <p:nvPr userDrawn="1"/>
            </p:nvSpPr>
            <p:spPr bwMode="auto">
              <a:xfrm flipH="1">
                <a:off x="5124"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8" name="Line 44"/>
              <p:cNvSpPr>
                <a:spLocks noChangeShapeType="1"/>
              </p:cNvSpPr>
              <p:nvPr userDrawn="1"/>
            </p:nvSpPr>
            <p:spPr bwMode="auto">
              <a:xfrm flipH="1">
                <a:off x="5378"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9" name="Line 45"/>
              <p:cNvSpPr>
                <a:spLocks noChangeShapeType="1"/>
              </p:cNvSpPr>
              <p:nvPr userDrawn="1"/>
            </p:nvSpPr>
            <p:spPr bwMode="auto">
              <a:xfrm flipH="1">
                <a:off x="5632"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0" name="Line 46"/>
              <p:cNvSpPr>
                <a:spLocks noChangeShapeType="1"/>
              </p:cNvSpPr>
              <p:nvPr userDrawn="1"/>
            </p:nvSpPr>
            <p:spPr bwMode="auto">
              <a:xfrm flipH="1">
                <a:off x="5886"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1" name="Line 47"/>
              <p:cNvSpPr>
                <a:spLocks noChangeShapeType="1"/>
              </p:cNvSpPr>
              <p:nvPr userDrawn="1"/>
            </p:nvSpPr>
            <p:spPr bwMode="auto">
              <a:xfrm flipH="1">
                <a:off x="6140" y="356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2" name="Line 48"/>
              <p:cNvSpPr>
                <a:spLocks noChangeShapeType="1"/>
              </p:cNvSpPr>
              <p:nvPr userDrawn="1"/>
            </p:nvSpPr>
            <p:spPr bwMode="auto">
              <a:xfrm flipH="1">
                <a:off x="6394" y="356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3" name="Line 52"/>
              <p:cNvSpPr>
                <a:spLocks noChangeShapeType="1"/>
              </p:cNvSpPr>
              <p:nvPr userDrawn="1"/>
            </p:nvSpPr>
            <p:spPr bwMode="auto">
              <a:xfrm>
                <a:off x="361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4" name="Line 53"/>
              <p:cNvSpPr>
                <a:spLocks noChangeShapeType="1"/>
              </p:cNvSpPr>
              <p:nvPr userDrawn="1"/>
            </p:nvSpPr>
            <p:spPr bwMode="auto">
              <a:xfrm>
                <a:off x="361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5" name="Line 54"/>
              <p:cNvSpPr>
                <a:spLocks noChangeShapeType="1"/>
              </p:cNvSpPr>
              <p:nvPr userDrawn="1"/>
            </p:nvSpPr>
            <p:spPr bwMode="auto">
              <a:xfrm>
                <a:off x="361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6" name="Line 55"/>
              <p:cNvSpPr>
                <a:spLocks noChangeShapeType="1"/>
              </p:cNvSpPr>
              <p:nvPr userDrawn="1"/>
            </p:nvSpPr>
            <p:spPr bwMode="auto">
              <a:xfrm>
                <a:off x="361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7" name="Line 56"/>
              <p:cNvSpPr>
                <a:spLocks noChangeShapeType="1"/>
              </p:cNvSpPr>
              <p:nvPr userDrawn="1"/>
            </p:nvSpPr>
            <p:spPr bwMode="auto">
              <a:xfrm>
                <a:off x="361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8" name="Line 57"/>
              <p:cNvSpPr>
                <a:spLocks noChangeShapeType="1"/>
              </p:cNvSpPr>
              <p:nvPr userDrawn="1"/>
            </p:nvSpPr>
            <p:spPr bwMode="auto">
              <a:xfrm>
                <a:off x="361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9" name="Line 58"/>
              <p:cNvSpPr>
                <a:spLocks noChangeShapeType="1"/>
              </p:cNvSpPr>
              <p:nvPr userDrawn="1"/>
            </p:nvSpPr>
            <p:spPr bwMode="auto">
              <a:xfrm>
                <a:off x="361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0" name="Line 59"/>
              <p:cNvSpPr>
                <a:spLocks noChangeShapeType="1"/>
              </p:cNvSpPr>
              <p:nvPr userDrawn="1"/>
            </p:nvSpPr>
            <p:spPr bwMode="auto">
              <a:xfrm>
                <a:off x="361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1" name="Line 60"/>
              <p:cNvSpPr>
                <a:spLocks noChangeShapeType="1"/>
              </p:cNvSpPr>
              <p:nvPr userDrawn="1"/>
            </p:nvSpPr>
            <p:spPr bwMode="auto">
              <a:xfrm>
                <a:off x="361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2" name="Line 61"/>
              <p:cNvSpPr>
                <a:spLocks noChangeShapeType="1"/>
              </p:cNvSpPr>
              <p:nvPr userDrawn="1"/>
            </p:nvSpPr>
            <p:spPr bwMode="auto">
              <a:xfrm>
                <a:off x="361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3" name="Line 62"/>
              <p:cNvSpPr>
                <a:spLocks noChangeShapeType="1"/>
              </p:cNvSpPr>
              <p:nvPr userDrawn="1"/>
            </p:nvSpPr>
            <p:spPr bwMode="auto">
              <a:xfrm>
                <a:off x="361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4" name="Line 63"/>
              <p:cNvSpPr>
                <a:spLocks noChangeShapeType="1"/>
              </p:cNvSpPr>
              <p:nvPr userDrawn="1"/>
            </p:nvSpPr>
            <p:spPr bwMode="auto">
              <a:xfrm>
                <a:off x="361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5" name="Line 64"/>
              <p:cNvSpPr>
                <a:spLocks noChangeShapeType="1"/>
              </p:cNvSpPr>
              <p:nvPr userDrawn="1"/>
            </p:nvSpPr>
            <p:spPr bwMode="auto">
              <a:xfrm>
                <a:off x="361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6" name="Line 65"/>
              <p:cNvSpPr>
                <a:spLocks noChangeShapeType="1"/>
              </p:cNvSpPr>
              <p:nvPr userDrawn="1"/>
            </p:nvSpPr>
            <p:spPr bwMode="auto">
              <a:xfrm>
                <a:off x="387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7" name="Line 66"/>
              <p:cNvSpPr>
                <a:spLocks noChangeShapeType="1"/>
              </p:cNvSpPr>
              <p:nvPr userDrawn="1"/>
            </p:nvSpPr>
            <p:spPr bwMode="auto">
              <a:xfrm>
                <a:off x="387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8" name="Line 67"/>
              <p:cNvSpPr>
                <a:spLocks noChangeShapeType="1"/>
              </p:cNvSpPr>
              <p:nvPr userDrawn="1"/>
            </p:nvSpPr>
            <p:spPr bwMode="auto">
              <a:xfrm>
                <a:off x="387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9" name="Line 68"/>
              <p:cNvSpPr>
                <a:spLocks noChangeShapeType="1"/>
              </p:cNvSpPr>
              <p:nvPr userDrawn="1"/>
            </p:nvSpPr>
            <p:spPr bwMode="auto">
              <a:xfrm>
                <a:off x="387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0" name="Line 69"/>
              <p:cNvSpPr>
                <a:spLocks noChangeShapeType="1"/>
              </p:cNvSpPr>
              <p:nvPr userDrawn="1"/>
            </p:nvSpPr>
            <p:spPr bwMode="auto">
              <a:xfrm>
                <a:off x="387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1" name="Line 70"/>
              <p:cNvSpPr>
                <a:spLocks noChangeShapeType="1"/>
              </p:cNvSpPr>
              <p:nvPr userDrawn="1"/>
            </p:nvSpPr>
            <p:spPr bwMode="auto">
              <a:xfrm>
                <a:off x="387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2" name="Line 71"/>
              <p:cNvSpPr>
                <a:spLocks noChangeShapeType="1"/>
              </p:cNvSpPr>
              <p:nvPr userDrawn="1"/>
            </p:nvSpPr>
            <p:spPr bwMode="auto">
              <a:xfrm>
                <a:off x="387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3" name="Line 72"/>
              <p:cNvSpPr>
                <a:spLocks noChangeShapeType="1"/>
              </p:cNvSpPr>
              <p:nvPr userDrawn="1"/>
            </p:nvSpPr>
            <p:spPr bwMode="auto">
              <a:xfrm>
                <a:off x="387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4" name="Line 73"/>
              <p:cNvSpPr>
                <a:spLocks noChangeShapeType="1"/>
              </p:cNvSpPr>
              <p:nvPr userDrawn="1"/>
            </p:nvSpPr>
            <p:spPr bwMode="auto">
              <a:xfrm>
                <a:off x="387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5" name="Line 74"/>
              <p:cNvSpPr>
                <a:spLocks noChangeShapeType="1"/>
              </p:cNvSpPr>
              <p:nvPr userDrawn="1"/>
            </p:nvSpPr>
            <p:spPr bwMode="auto">
              <a:xfrm>
                <a:off x="387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6" name="Line 75"/>
              <p:cNvSpPr>
                <a:spLocks noChangeShapeType="1"/>
              </p:cNvSpPr>
              <p:nvPr userDrawn="1"/>
            </p:nvSpPr>
            <p:spPr bwMode="auto">
              <a:xfrm>
                <a:off x="387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7" name="Line 76"/>
              <p:cNvSpPr>
                <a:spLocks noChangeShapeType="1"/>
              </p:cNvSpPr>
              <p:nvPr userDrawn="1"/>
            </p:nvSpPr>
            <p:spPr bwMode="auto">
              <a:xfrm>
                <a:off x="387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8" name="Line 77"/>
              <p:cNvSpPr>
                <a:spLocks noChangeShapeType="1"/>
              </p:cNvSpPr>
              <p:nvPr userDrawn="1"/>
            </p:nvSpPr>
            <p:spPr bwMode="auto">
              <a:xfrm>
                <a:off x="387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9" name="Line 78"/>
              <p:cNvSpPr>
                <a:spLocks noChangeShapeType="1"/>
              </p:cNvSpPr>
              <p:nvPr userDrawn="1"/>
            </p:nvSpPr>
            <p:spPr bwMode="auto">
              <a:xfrm>
                <a:off x="412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0" name="Line 79"/>
              <p:cNvSpPr>
                <a:spLocks noChangeShapeType="1"/>
              </p:cNvSpPr>
              <p:nvPr userDrawn="1"/>
            </p:nvSpPr>
            <p:spPr bwMode="auto">
              <a:xfrm>
                <a:off x="412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1" name="Line 80"/>
              <p:cNvSpPr>
                <a:spLocks noChangeShapeType="1"/>
              </p:cNvSpPr>
              <p:nvPr userDrawn="1"/>
            </p:nvSpPr>
            <p:spPr bwMode="auto">
              <a:xfrm>
                <a:off x="412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2" name="Line 81"/>
              <p:cNvSpPr>
                <a:spLocks noChangeShapeType="1"/>
              </p:cNvSpPr>
              <p:nvPr userDrawn="1"/>
            </p:nvSpPr>
            <p:spPr bwMode="auto">
              <a:xfrm>
                <a:off x="412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3" name="Line 82"/>
              <p:cNvSpPr>
                <a:spLocks noChangeShapeType="1"/>
              </p:cNvSpPr>
              <p:nvPr userDrawn="1"/>
            </p:nvSpPr>
            <p:spPr bwMode="auto">
              <a:xfrm>
                <a:off x="412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4" name="Line 83"/>
              <p:cNvSpPr>
                <a:spLocks noChangeShapeType="1"/>
              </p:cNvSpPr>
              <p:nvPr userDrawn="1"/>
            </p:nvSpPr>
            <p:spPr bwMode="auto">
              <a:xfrm>
                <a:off x="412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5" name="Line 84"/>
              <p:cNvSpPr>
                <a:spLocks noChangeShapeType="1"/>
              </p:cNvSpPr>
              <p:nvPr userDrawn="1"/>
            </p:nvSpPr>
            <p:spPr bwMode="auto">
              <a:xfrm>
                <a:off x="412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6" name="Line 85"/>
              <p:cNvSpPr>
                <a:spLocks noChangeShapeType="1"/>
              </p:cNvSpPr>
              <p:nvPr userDrawn="1"/>
            </p:nvSpPr>
            <p:spPr bwMode="auto">
              <a:xfrm>
                <a:off x="412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7" name="Line 86"/>
              <p:cNvSpPr>
                <a:spLocks noChangeShapeType="1"/>
              </p:cNvSpPr>
              <p:nvPr userDrawn="1"/>
            </p:nvSpPr>
            <p:spPr bwMode="auto">
              <a:xfrm>
                <a:off x="412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8" name="Line 87"/>
              <p:cNvSpPr>
                <a:spLocks noChangeShapeType="1"/>
              </p:cNvSpPr>
              <p:nvPr userDrawn="1"/>
            </p:nvSpPr>
            <p:spPr bwMode="auto">
              <a:xfrm>
                <a:off x="412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9" name="Line 88"/>
              <p:cNvSpPr>
                <a:spLocks noChangeShapeType="1"/>
              </p:cNvSpPr>
              <p:nvPr userDrawn="1"/>
            </p:nvSpPr>
            <p:spPr bwMode="auto">
              <a:xfrm>
                <a:off x="412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0" name="Line 89"/>
              <p:cNvSpPr>
                <a:spLocks noChangeShapeType="1"/>
              </p:cNvSpPr>
              <p:nvPr userDrawn="1"/>
            </p:nvSpPr>
            <p:spPr bwMode="auto">
              <a:xfrm>
                <a:off x="412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1" name="Line 90"/>
              <p:cNvSpPr>
                <a:spLocks noChangeShapeType="1"/>
              </p:cNvSpPr>
              <p:nvPr userDrawn="1"/>
            </p:nvSpPr>
            <p:spPr bwMode="auto">
              <a:xfrm>
                <a:off x="412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2" name="Line 91"/>
              <p:cNvSpPr>
                <a:spLocks noChangeShapeType="1"/>
              </p:cNvSpPr>
              <p:nvPr userDrawn="1"/>
            </p:nvSpPr>
            <p:spPr bwMode="auto">
              <a:xfrm>
                <a:off x="438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3" name="Line 92"/>
              <p:cNvSpPr>
                <a:spLocks noChangeShapeType="1"/>
              </p:cNvSpPr>
              <p:nvPr userDrawn="1"/>
            </p:nvSpPr>
            <p:spPr bwMode="auto">
              <a:xfrm>
                <a:off x="438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4" name="Line 93"/>
              <p:cNvSpPr>
                <a:spLocks noChangeShapeType="1"/>
              </p:cNvSpPr>
              <p:nvPr userDrawn="1"/>
            </p:nvSpPr>
            <p:spPr bwMode="auto">
              <a:xfrm>
                <a:off x="438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5" name="Line 94"/>
              <p:cNvSpPr>
                <a:spLocks noChangeShapeType="1"/>
              </p:cNvSpPr>
              <p:nvPr userDrawn="1"/>
            </p:nvSpPr>
            <p:spPr bwMode="auto">
              <a:xfrm>
                <a:off x="438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6" name="Line 95"/>
              <p:cNvSpPr>
                <a:spLocks noChangeShapeType="1"/>
              </p:cNvSpPr>
              <p:nvPr userDrawn="1"/>
            </p:nvSpPr>
            <p:spPr bwMode="auto">
              <a:xfrm>
                <a:off x="438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7" name="Line 96"/>
              <p:cNvSpPr>
                <a:spLocks noChangeShapeType="1"/>
              </p:cNvSpPr>
              <p:nvPr userDrawn="1"/>
            </p:nvSpPr>
            <p:spPr bwMode="auto">
              <a:xfrm>
                <a:off x="438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8" name="Line 97"/>
              <p:cNvSpPr>
                <a:spLocks noChangeShapeType="1"/>
              </p:cNvSpPr>
              <p:nvPr userDrawn="1"/>
            </p:nvSpPr>
            <p:spPr bwMode="auto">
              <a:xfrm>
                <a:off x="438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9" name="Line 98"/>
              <p:cNvSpPr>
                <a:spLocks noChangeShapeType="1"/>
              </p:cNvSpPr>
              <p:nvPr userDrawn="1"/>
            </p:nvSpPr>
            <p:spPr bwMode="auto">
              <a:xfrm>
                <a:off x="438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0" name="Line 99"/>
              <p:cNvSpPr>
                <a:spLocks noChangeShapeType="1"/>
              </p:cNvSpPr>
              <p:nvPr userDrawn="1"/>
            </p:nvSpPr>
            <p:spPr bwMode="auto">
              <a:xfrm>
                <a:off x="438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1" name="Line 100"/>
              <p:cNvSpPr>
                <a:spLocks noChangeShapeType="1"/>
              </p:cNvSpPr>
              <p:nvPr userDrawn="1"/>
            </p:nvSpPr>
            <p:spPr bwMode="auto">
              <a:xfrm>
                <a:off x="438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2" name="Line 101"/>
              <p:cNvSpPr>
                <a:spLocks noChangeShapeType="1"/>
              </p:cNvSpPr>
              <p:nvPr userDrawn="1"/>
            </p:nvSpPr>
            <p:spPr bwMode="auto">
              <a:xfrm>
                <a:off x="438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3" name="Line 102"/>
              <p:cNvSpPr>
                <a:spLocks noChangeShapeType="1"/>
              </p:cNvSpPr>
              <p:nvPr userDrawn="1"/>
            </p:nvSpPr>
            <p:spPr bwMode="auto">
              <a:xfrm>
                <a:off x="438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4" name="Line 103"/>
              <p:cNvSpPr>
                <a:spLocks noChangeShapeType="1"/>
              </p:cNvSpPr>
              <p:nvPr userDrawn="1"/>
            </p:nvSpPr>
            <p:spPr bwMode="auto">
              <a:xfrm>
                <a:off x="438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5" name="Line 104"/>
              <p:cNvSpPr>
                <a:spLocks noChangeShapeType="1"/>
              </p:cNvSpPr>
              <p:nvPr userDrawn="1"/>
            </p:nvSpPr>
            <p:spPr bwMode="auto">
              <a:xfrm>
                <a:off x="463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6" name="Line 105"/>
              <p:cNvSpPr>
                <a:spLocks noChangeShapeType="1"/>
              </p:cNvSpPr>
              <p:nvPr userDrawn="1"/>
            </p:nvSpPr>
            <p:spPr bwMode="auto">
              <a:xfrm>
                <a:off x="463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7" name="Line 106"/>
              <p:cNvSpPr>
                <a:spLocks noChangeShapeType="1"/>
              </p:cNvSpPr>
              <p:nvPr userDrawn="1"/>
            </p:nvSpPr>
            <p:spPr bwMode="auto">
              <a:xfrm>
                <a:off x="463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8" name="Line 107"/>
              <p:cNvSpPr>
                <a:spLocks noChangeShapeType="1"/>
              </p:cNvSpPr>
              <p:nvPr userDrawn="1"/>
            </p:nvSpPr>
            <p:spPr bwMode="auto">
              <a:xfrm>
                <a:off x="463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9" name="Line 108"/>
              <p:cNvSpPr>
                <a:spLocks noChangeShapeType="1"/>
              </p:cNvSpPr>
              <p:nvPr userDrawn="1"/>
            </p:nvSpPr>
            <p:spPr bwMode="auto">
              <a:xfrm>
                <a:off x="463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0" name="Line 109"/>
              <p:cNvSpPr>
                <a:spLocks noChangeShapeType="1"/>
              </p:cNvSpPr>
              <p:nvPr userDrawn="1"/>
            </p:nvSpPr>
            <p:spPr bwMode="auto">
              <a:xfrm>
                <a:off x="463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1" name="Line 110"/>
              <p:cNvSpPr>
                <a:spLocks noChangeShapeType="1"/>
              </p:cNvSpPr>
              <p:nvPr userDrawn="1"/>
            </p:nvSpPr>
            <p:spPr bwMode="auto">
              <a:xfrm>
                <a:off x="463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2" name="Line 111"/>
              <p:cNvSpPr>
                <a:spLocks noChangeShapeType="1"/>
              </p:cNvSpPr>
              <p:nvPr userDrawn="1"/>
            </p:nvSpPr>
            <p:spPr bwMode="auto">
              <a:xfrm>
                <a:off x="463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3" name="Line 112"/>
              <p:cNvSpPr>
                <a:spLocks noChangeShapeType="1"/>
              </p:cNvSpPr>
              <p:nvPr userDrawn="1"/>
            </p:nvSpPr>
            <p:spPr bwMode="auto">
              <a:xfrm>
                <a:off x="463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4" name="Line 113"/>
              <p:cNvSpPr>
                <a:spLocks noChangeShapeType="1"/>
              </p:cNvSpPr>
              <p:nvPr userDrawn="1"/>
            </p:nvSpPr>
            <p:spPr bwMode="auto">
              <a:xfrm>
                <a:off x="463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5" name="Line 114"/>
              <p:cNvSpPr>
                <a:spLocks noChangeShapeType="1"/>
              </p:cNvSpPr>
              <p:nvPr userDrawn="1"/>
            </p:nvSpPr>
            <p:spPr bwMode="auto">
              <a:xfrm>
                <a:off x="463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6" name="Line 115"/>
              <p:cNvSpPr>
                <a:spLocks noChangeShapeType="1"/>
              </p:cNvSpPr>
              <p:nvPr userDrawn="1"/>
            </p:nvSpPr>
            <p:spPr bwMode="auto">
              <a:xfrm>
                <a:off x="463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7" name="Line 116"/>
              <p:cNvSpPr>
                <a:spLocks noChangeShapeType="1"/>
              </p:cNvSpPr>
              <p:nvPr userDrawn="1"/>
            </p:nvSpPr>
            <p:spPr bwMode="auto">
              <a:xfrm>
                <a:off x="463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8" name="Line 117"/>
              <p:cNvSpPr>
                <a:spLocks noChangeShapeType="1"/>
              </p:cNvSpPr>
              <p:nvPr userDrawn="1"/>
            </p:nvSpPr>
            <p:spPr bwMode="auto">
              <a:xfrm>
                <a:off x="488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9" name="Line 118"/>
              <p:cNvSpPr>
                <a:spLocks noChangeShapeType="1"/>
              </p:cNvSpPr>
              <p:nvPr userDrawn="1"/>
            </p:nvSpPr>
            <p:spPr bwMode="auto">
              <a:xfrm>
                <a:off x="488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0" name="Line 119"/>
              <p:cNvSpPr>
                <a:spLocks noChangeShapeType="1"/>
              </p:cNvSpPr>
              <p:nvPr userDrawn="1"/>
            </p:nvSpPr>
            <p:spPr bwMode="auto">
              <a:xfrm>
                <a:off x="488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1" name="Line 120"/>
              <p:cNvSpPr>
                <a:spLocks noChangeShapeType="1"/>
              </p:cNvSpPr>
              <p:nvPr userDrawn="1"/>
            </p:nvSpPr>
            <p:spPr bwMode="auto">
              <a:xfrm>
                <a:off x="488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2" name="Line 121"/>
              <p:cNvSpPr>
                <a:spLocks noChangeShapeType="1"/>
              </p:cNvSpPr>
              <p:nvPr userDrawn="1"/>
            </p:nvSpPr>
            <p:spPr bwMode="auto">
              <a:xfrm>
                <a:off x="488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3" name="Line 122"/>
              <p:cNvSpPr>
                <a:spLocks noChangeShapeType="1"/>
              </p:cNvSpPr>
              <p:nvPr userDrawn="1"/>
            </p:nvSpPr>
            <p:spPr bwMode="auto">
              <a:xfrm>
                <a:off x="488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4" name="Line 123"/>
              <p:cNvSpPr>
                <a:spLocks noChangeShapeType="1"/>
              </p:cNvSpPr>
              <p:nvPr userDrawn="1"/>
            </p:nvSpPr>
            <p:spPr bwMode="auto">
              <a:xfrm>
                <a:off x="488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5" name="Line 124"/>
              <p:cNvSpPr>
                <a:spLocks noChangeShapeType="1"/>
              </p:cNvSpPr>
              <p:nvPr userDrawn="1"/>
            </p:nvSpPr>
            <p:spPr bwMode="auto">
              <a:xfrm>
                <a:off x="488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6" name="Line 125"/>
              <p:cNvSpPr>
                <a:spLocks noChangeShapeType="1"/>
              </p:cNvSpPr>
              <p:nvPr userDrawn="1"/>
            </p:nvSpPr>
            <p:spPr bwMode="auto">
              <a:xfrm>
                <a:off x="488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7" name="Line 126"/>
              <p:cNvSpPr>
                <a:spLocks noChangeShapeType="1"/>
              </p:cNvSpPr>
              <p:nvPr userDrawn="1"/>
            </p:nvSpPr>
            <p:spPr bwMode="auto">
              <a:xfrm>
                <a:off x="488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8" name="Line 127"/>
              <p:cNvSpPr>
                <a:spLocks noChangeShapeType="1"/>
              </p:cNvSpPr>
              <p:nvPr userDrawn="1"/>
            </p:nvSpPr>
            <p:spPr bwMode="auto">
              <a:xfrm>
                <a:off x="488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9" name="Line 128"/>
              <p:cNvSpPr>
                <a:spLocks noChangeShapeType="1"/>
              </p:cNvSpPr>
              <p:nvPr userDrawn="1"/>
            </p:nvSpPr>
            <p:spPr bwMode="auto">
              <a:xfrm>
                <a:off x="488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0" name="Line 129"/>
              <p:cNvSpPr>
                <a:spLocks noChangeShapeType="1"/>
              </p:cNvSpPr>
              <p:nvPr userDrawn="1"/>
            </p:nvSpPr>
            <p:spPr bwMode="auto">
              <a:xfrm>
                <a:off x="488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1" name="Line 130"/>
              <p:cNvSpPr>
                <a:spLocks noChangeShapeType="1"/>
              </p:cNvSpPr>
              <p:nvPr userDrawn="1"/>
            </p:nvSpPr>
            <p:spPr bwMode="auto">
              <a:xfrm>
                <a:off x="514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2" name="Line 131"/>
              <p:cNvSpPr>
                <a:spLocks noChangeShapeType="1"/>
              </p:cNvSpPr>
              <p:nvPr userDrawn="1"/>
            </p:nvSpPr>
            <p:spPr bwMode="auto">
              <a:xfrm>
                <a:off x="514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3" name="Line 132"/>
              <p:cNvSpPr>
                <a:spLocks noChangeShapeType="1"/>
              </p:cNvSpPr>
              <p:nvPr userDrawn="1"/>
            </p:nvSpPr>
            <p:spPr bwMode="auto">
              <a:xfrm>
                <a:off x="514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4" name="Line 133"/>
              <p:cNvSpPr>
                <a:spLocks noChangeShapeType="1"/>
              </p:cNvSpPr>
              <p:nvPr userDrawn="1"/>
            </p:nvSpPr>
            <p:spPr bwMode="auto">
              <a:xfrm>
                <a:off x="514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5" name="Line 134"/>
              <p:cNvSpPr>
                <a:spLocks noChangeShapeType="1"/>
              </p:cNvSpPr>
              <p:nvPr userDrawn="1"/>
            </p:nvSpPr>
            <p:spPr bwMode="auto">
              <a:xfrm>
                <a:off x="514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6" name="Line 135"/>
              <p:cNvSpPr>
                <a:spLocks noChangeShapeType="1"/>
              </p:cNvSpPr>
              <p:nvPr userDrawn="1"/>
            </p:nvSpPr>
            <p:spPr bwMode="auto">
              <a:xfrm>
                <a:off x="514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7" name="Line 136"/>
              <p:cNvSpPr>
                <a:spLocks noChangeShapeType="1"/>
              </p:cNvSpPr>
              <p:nvPr userDrawn="1"/>
            </p:nvSpPr>
            <p:spPr bwMode="auto">
              <a:xfrm>
                <a:off x="514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8" name="Line 137"/>
              <p:cNvSpPr>
                <a:spLocks noChangeShapeType="1"/>
              </p:cNvSpPr>
              <p:nvPr userDrawn="1"/>
            </p:nvSpPr>
            <p:spPr bwMode="auto">
              <a:xfrm>
                <a:off x="514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9" name="Line 138"/>
              <p:cNvSpPr>
                <a:spLocks noChangeShapeType="1"/>
              </p:cNvSpPr>
              <p:nvPr userDrawn="1"/>
            </p:nvSpPr>
            <p:spPr bwMode="auto">
              <a:xfrm>
                <a:off x="514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0" name="Line 139"/>
              <p:cNvSpPr>
                <a:spLocks noChangeShapeType="1"/>
              </p:cNvSpPr>
              <p:nvPr userDrawn="1"/>
            </p:nvSpPr>
            <p:spPr bwMode="auto">
              <a:xfrm>
                <a:off x="514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1" name="Line 140"/>
              <p:cNvSpPr>
                <a:spLocks noChangeShapeType="1"/>
              </p:cNvSpPr>
              <p:nvPr userDrawn="1"/>
            </p:nvSpPr>
            <p:spPr bwMode="auto">
              <a:xfrm>
                <a:off x="514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2" name="Line 141"/>
              <p:cNvSpPr>
                <a:spLocks noChangeShapeType="1"/>
              </p:cNvSpPr>
              <p:nvPr userDrawn="1"/>
            </p:nvSpPr>
            <p:spPr bwMode="auto">
              <a:xfrm>
                <a:off x="514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3" name="Line 142"/>
              <p:cNvSpPr>
                <a:spLocks noChangeShapeType="1"/>
              </p:cNvSpPr>
              <p:nvPr userDrawn="1"/>
            </p:nvSpPr>
            <p:spPr bwMode="auto">
              <a:xfrm>
                <a:off x="514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4" name="Line 143"/>
              <p:cNvSpPr>
                <a:spLocks noChangeShapeType="1"/>
              </p:cNvSpPr>
              <p:nvPr userDrawn="1"/>
            </p:nvSpPr>
            <p:spPr bwMode="auto">
              <a:xfrm>
                <a:off x="539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5" name="Line 144"/>
              <p:cNvSpPr>
                <a:spLocks noChangeShapeType="1"/>
              </p:cNvSpPr>
              <p:nvPr userDrawn="1"/>
            </p:nvSpPr>
            <p:spPr bwMode="auto">
              <a:xfrm>
                <a:off x="539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6" name="Line 145"/>
              <p:cNvSpPr>
                <a:spLocks noChangeShapeType="1"/>
              </p:cNvSpPr>
              <p:nvPr userDrawn="1"/>
            </p:nvSpPr>
            <p:spPr bwMode="auto">
              <a:xfrm>
                <a:off x="539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7" name="Line 146"/>
              <p:cNvSpPr>
                <a:spLocks noChangeShapeType="1"/>
              </p:cNvSpPr>
              <p:nvPr userDrawn="1"/>
            </p:nvSpPr>
            <p:spPr bwMode="auto">
              <a:xfrm>
                <a:off x="539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8" name="Line 147"/>
              <p:cNvSpPr>
                <a:spLocks noChangeShapeType="1"/>
              </p:cNvSpPr>
              <p:nvPr userDrawn="1"/>
            </p:nvSpPr>
            <p:spPr bwMode="auto">
              <a:xfrm>
                <a:off x="539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9" name="Line 148"/>
              <p:cNvSpPr>
                <a:spLocks noChangeShapeType="1"/>
              </p:cNvSpPr>
              <p:nvPr userDrawn="1"/>
            </p:nvSpPr>
            <p:spPr bwMode="auto">
              <a:xfrm>
                <a:off x="539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0" name="Line 149"/>
              <p:cNvSpPr>
                <a:spLocks noChangeShapeType="1"/>
              </p:cNvSpPr>
              <p:nvPr userDrawn="1"/>
            </p:nvSpPr>
            <p:spPr bwMode="auto">
              <a:xfrm>
                <a:off x="539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1" name="Line 150"/>
              <p:cNvSpPr>
                <a:spLocks noChangeShapeType="1"/>
              </p:cNvSpPr>
              <p:nvPr userDrawn="1"/>
            </p:nvSpPr>
            <p:spPr bwMode="auto">
              <a:xfrm>
                <a:off x="539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2" name="Line 151"/>
              <p:cNvSpPr>
                <a:spLocks noChangeShapeType="1"/>
              </p:cNvSpPr>
              <p:nvPr userDrawn="1"/>
            </p:nvSpPr>
            <p:spPr bwMode="auto">
              <a:xfrm>
                <a:off x="539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3" name="Line 152"/>
              <p:cNvSpPr>
                <a:spLocks noChangeShapeType="1"/>
              </p:cNvSpPr>
              <p:nvPr userDrawn="1"/>
            </p:nvSpPr>
            <p:spPr bwMode="auto">
              <a:xfrm>
                <a:off x="539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4" name="Line 153"/>
              <p:cNvSpPr>
                <a:spLocks noChangeShapeType="1"/>
              </p:cNvSpPr>
              <p:nvPr userDrawn="1"/>
            </p:nvSpPr>
            <p:spPr bwMode="auto">
              <a:xfrm>
                <a:off x="539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5" name="Line 154"/>
              <p:cNvSpPr>
                <a:spLocks noChangeShapeType="1"/>
              </p:cNvSpPr>
              <p:nvPr userDrawn="1"/>
            </p:nvSpPr>
            <p:spPr bwMode="auto">
              <a:xfrm>
                <a:off x="539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6" name="Line 155"/>
              <p:cNvSpPr>
                <a:spLocks noChangeShapeType="1"/>
              </p:cNvSpPr>
              <p:nvPr userDrawn="1"/>
            </p:nvSpPr>
            <p:spPr bwMode="auto">
              <a:xfrm>
                <a:off x="539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7" name="Line 156"/>
              <p:cNvSpPr>
                <a:spLocks noChangeShapeType="1"/>
              </p:cNvSpPr>
              <p:nvPr userDrawn="1"/>
            </p:nvSpPr>
            <p:spPr bwMode="auto">
              <a:xfrm>
                <a:off x="565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8" name="Line 157"/>
              <p:cNvSpPr>
                <a:spLocks noChangeShapeType="1"/>
              </p:cNvSpPr>
              <p:nvPr userDrawn="1"/>
            </p:nvSpPr>
            <p:spPr bwMode="auto">
              <a:xfrm>
                <a:off x="565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9" name="Line 158"/>
              <p:cNvSpPr>
                <a:spLocks noChangeShapeType="1"/>
              </p:cNvSpPr>
              <p:nvPr userDrawn="1"/>
            </p:nvSpPr>
            <p:spPr bwMode="auto">
              <a:xfrm>
                <a:off x="565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0" name="Line 159"/>
              <p:cNvSpPr>
                <a:spLocks noChangeShapeType="1"/>
              </p:cNvSpPr>
              <p:nvPr userDrawn="1"/>
            </p:nvSpPr>
            <p:spPr bwMode="auto">
              <a:xfrm>
                <a:off x="565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1" name="Line 160"/>
              <p:cNvSpPr>
                <a:spLocks noChangeShapeType="1"/>
              </p:cNvSpPr>
              <p:nvPr userDrawn="1"/>
            </p:nvSpPr>
            <p:spPr bwMode="auto">
              <a:xfrm>
                <a:off x="565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2" name="Line 161"/>
              <p:cNvSpPr>
                <a:spLocks noChangeShapeType="1"/>
              </p:cNvSpPr>
              <p:nvPr userDrawn="1"/>
            </p:nvSpPr>
            <p:spPr bwMode="auto">
              <a:xfrm>
                <a:off x="565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3" name="Line 162"/>
              <p:cNvSpPr>
                <a:spLocks noChangeShapeType="1"/>
              </p:cNvSpPr>
              <p:nvPr userDrawn="1"/>
            </p:nvSpPr>
            <p:spPr bwMode="auto">
              <a:xfrm>
                <a:off x="565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4" name="Line 163"/>
              <p:cNvSpPr>
                <a:spLocks noChangeShapeType="1"/>
              </p:cNvSpPr>
              <p:nvPr userDrawn="1"/>
            </p:nvSpPr>
            <p:spPr bwMode="auto">
              <a:xfrm>
                <a:off x="565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5" name="Line 164"/>
              <p:cNvSpPr>
                <a:spLocks noChangeShapeType="1"/>
              </p:cNvSpPr>
              <p:nvPr userDrawn="1"/>
            </p:nvSpPr>
            <p:spPr bwMode="auto">
              <a:xfrm>
                <a:off x="565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6" name="Line 165"/>
              <p:cNvSpPr>
                <a:spLocks noChangeShapeType="1"/>
              </p:cNvSpPr>
              <p:nvPr userDrawn="1"/>
            </p:nvSpPr>
            <p:spPr bwMode="auto">
              <a:xfrm>
                <a:off x="565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7" name="Line 166"/>
              <p:cNvSpPr>
                <a:spLocks noChangeShapeType="1"/>
              </p:cNvSpPr>
              <p:nvPr userDrawn="1"/>
            </p:nvSpPr>
            <p:spPr bwMode="auto">
              <a:xfrm>
                <a:off x="565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8" name="Line 167"/>
              <p:cNvSpPr>
                <a:spLocks noChangeShapeType="1"/>
              </p:cNvSpPr>
              <p:nvPr userDrawn="1"/>
            </p:nvSpPr>
            <p:spPr bwMode="auto">
              <a:xfrm>
                <a:off x="565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9" name="Line 168"/>
              <p:cNvSpPr>
                <a:spLocks noChangeShapeType="1"/>
              </p:cNvSpPr>
              <p:nvPr userDrawn="1"/>
            </p:nvSpPr>
            <p:spPr bwMode="auto">
              <a:xfrm>
                <a:off x="565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0" name="Line 169"/>
              <p:cNvSpPr>
                <a:spLocks noChangeShapeType="1"/>
              </p:cNvSpPr>
              <p:nvPr userDrawn="1"/>
            </p:nvSpPr>
            <p:spPr bwMode="auto">
              <a:xfrm>
                <a:off x="590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1" name="Line 170"/>
              <p:cNvSpPr>
                <a:spLocks noChangeShapeType="1"/>
              </p:cNvSpPr>
              <p:nvPr userDrawn="1"/>
            </p:nvSpPr>
            <p:spPr bwMode="auto">
              <a:xfrm>
                <a:off x="590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2" name="Line 171"/>
              <p:cNvSpPr>
                <a:spLocks noChangeShapeType="1"/>
              </p:cNvSpPr>
              <p:nvPr userDrawn="1"/>
            </p:nvSpPr>
            <p:spPr bwMode="auto">
              <a:xfrm>
                <a:off x="590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3" name="Line 172"/>
              <p:cNvSpPr>
                <a:spLocks noChangeShapeType="1"/>
              </p:cNvSpPr>
              <p:nvPr userDrawn="1"/>
            </p:nvSpPr>
            <p:spPr bwMode="auto">
              <a:xfrm>
                <a:off x="590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4" name="Line 173"/>
              <p:cNvSpPr>
                <a:spLocks noChangeShapeType="1"/>
              </p:cNvSpPr>
              <p:nvPr userDrawn="1"/>
            </p:nvSpPr>
            <p:spPr bwMode="auto">
              <a:xfrm>
                <a:off x="590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5" name="Line 174"/>
              <p:cNvSpPr>
                <a:spLocks noChangeShapeType="1"/>
              </p:cNvSpPr>
              <p:nvPr userDrawn="1"/>
            </p:nvSpPr>
            <p:spPr bwMode="auto">
              <a:xfrm>
                <a:off x="590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6" name="Line 175"/>
              <p:cNvSpPr>
                <a:spLocks noChangeShapeType="1"/>
              </p:cNvSpPr>
              <p:nvPr userDrawn="1"/>
            </p:nvSpPr>
            <p:spPr bwMode="auto">
              <a:xfrm>
                <a:off x="590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7" name="Line 176"/>
              <p:cNvSpPr>
                <a:spLocks noChangeShapeType="1"/>
              </p:cNvSpPr>
              <p:nvPr userDrawn="1"/>
            </p:nvSpPr>
            <p:spPr bwMode="auto">
              <a:xfrm>
                <a:off x="590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8" name="Line 177"/>
              <p:cNvSpPr>
                <a:spLocks noChangeShapeType="1"/>
              </p:cNvSpPr>
              <p:nvPr userDrawn="1"/>
            </p:nvSpPr>
            <p:spPr bwMode="auto">
              <a:xfrm>
                <a:off x="590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9" name="Line 178"/>
              <p:cNvSpPr>
                <a:spLocks noChangeShapeType="1"/>
              </p:cNvSpPr>
              <p:nvPr userDrawn="1"/>
            </p:nvSpPr>
            <p:spPr bwMode="auto">
              <a:xfrm>
                <a:off x="590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0" name="Line 179"/>
              <p:cNvSpPr>
                <a:spLocks noChangeShapeType="1"/>
              </p:cNvSpPr>
              <p:nvPr userDrawn="1"/>
            </p:nvSpPr>
            <p:spPr bwMode="auto">
              <a:xfrm>
                <a:off x="590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1" name="Line 180"/>
              <p:cNvSpPr>
                <a:spLocks noChangeShapeType="1"/>
              </p:cNvSpPr>
              <p:nvPr userDrawn="1"/>
            </p:nvSpPr>
            <p:spPr bwMode="auto">
              <a:xfrm>
                <a:off x="590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2" name="Line 181"/>
              <p:cNvSpPr>
                <a:spLocks noChangeShapeType="1"/>
              </p:cNvSpPr>
              <p:nvPr userDrawn="1"/>
            </p:nvSpPr>
            <p:spPr bwMode="auto">
              <a:xfrm>
                <a:off x="590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3" name="Line 182"/>
              <p:cNvSpPr>
                <a:spLocks noChangeShapeType="1"/>
              </p:cNvSpPr>
              <p:nvPr userDrawn="1"/>
            </p:nvSpPr>
            <p:spPr bwMode="auto">
              <a:xfrm>
                <a:off x="615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4" name="Line 183"/>
              <p:cNvSpPr>
                <a:spLocks noChangeShapeType="1"/>
              </p:cNvSpPr>
              <p:nvPr userDrawn="1"/>
            </p:nvSpPr>
            <p:spPr bwMode="auto">
              <a:xfrm>
                <a:off x="615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5" name="Line 184"/>
              <p:cNvSpPr>
                <a:spLocks noChangeShapeType="1"/>
              </p:cNvSpPr>
              <p:nvPr userDrawn="1"/>
            </p:nvSpPr>
            <p:spPr bwMode="auto">
              <a:xfrm>
                <a:off x="615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6" name="Line 185"/>
              <p:cNvSpPr>
                <a:spLocks noChangeShapeType="1"/>
              </p:cNvSpPr>
              <p:nvPr userDrawn="1"/>
            </p:nvSpPr>
            <p:spPr bwMode="auto">
              <a:xfrm>
                <a:off x="615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7" name="Line 186"/>
              <p:cNvSpPr>
                <a:spLocks noChangeShapeType="1"/>
              </p:cNvSpPr>
              <p:nvPr userDrawn="1"/>
            </p:nvSpPr>
            <p:spPr bwMode="auto">
              <a:xfrm>
                <a:off x="615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8" name="Line 187"/>
              <p:cNvSpPr>
                <a:spLocks noChangeShapeType="1"/>
              </p:cNvSpPr>
              <p:nvPr userDrawn="1"/>
            </p:nvSpPr>
            <p:spPr bwMode="auto">
              <a:xfrm>
                <a:off x="615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9" name="Line 188"/>
              <p:cNvSpPr>
                <a:spLocks noChangeShapeType="1"/>
              </p:cNvSpPr>
              <p:nvPr userDrawn="1"/>
            </p:nvSpPr>
            <p:spPr bwMode="auto">
              <a:xfrm>
                <a:off x="615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0" name="Line 189"/>
              <p:cNvSpPr>
                <a:spLocks noChangeShapeType="1"/>
              </p:cNvSpPr>
              <p:nvPr userDrawn="1"/>
            </p:nvSpPr>
            <p:spPr bwMode="auto">
              <a:xfrm>
                <a:off x="615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1" name="Line 190"/>
              <p:cNvSpPr>
                <a:spLocks noChangeShapeType="1"/>
              </p:cNvSpPr>
              <p:nvPr userDrawn="1"/>
            </p:nvSpPr>
            <p:spPr bwMode="auto">
              <a:xfrm>
                <a:off x="615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2" name="Line 191"/>
              <p:cNvSpPr>
                <a:spLocks noChangeShapeType="1"/>
              </p:cNvSpPr>
              <p:nvPr userDrawn="1"/>
            </p:nvSpPr>
            <p:spPr bwMode="auto">
              <a:xfrm>
                <a:off x="615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3" name="Line 192"/>
              <p:cNvSpPr>
                <a:spLocks noChangeShapeType="1"/>
              </p:cNvSpPr>
              <p:nvPr userDrawn="1"/>
            </p:nvSpPr>
            <p:spPr bwMode="auto">
              <a:xfrm>
                <a:off x="615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4" name="Line 193"/>
              <p:cNvSpPr>
                <a:spLocks noChangeShapeType="1"/>
              </p:cNvSpPr>
              <p:nvPr userDrawn="1"/>
            </p:nvSpPr>
            <p:spPr bwMode="auto">
              <a:xfrm>
                <a:off x="615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5" name="Line 194"/>
              <p:cNvSpPr>
                <a:spLocks noChangeShapeType="1"/>
              </p:cNvSpPr>
              <p:nvPr userDrawn="1"/>
            </p:nvSpPr>
            <p:spPr bwMode="auto">
              <a:xfrm>
                <a:off x="615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6" name="Line 195"/>
              <p:cNvSpPr>
                <a:spLocks noChangeShapeType="1"/>
              </p:cNvSpPr>
              <p:nvPr userDrawn="1"/>
            </p:nvSpPr>
            <p:spPr bwMode="auto">
              <a:xfrm>
                <a:off x="641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7" name="Line 196"/>
              <p:cNvSpPr>
                <a:spLocks noChangeShapeType="1"/>
              </p:cNvSpPr>
              <p:nvPr userDrawn="1"/>
            </p:nvSpPr>
            <p:spPr bwMode="auto">
              <a:xfrm>
                <a:off x="641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8" name="Line 197"/>
              <p:cNvSpPr>
                <a:spLocks noChangeShapeType="1"/>
              </p:cNvSpPr>
              <p:nvPr userDrawn="1"/>
            </p:nvSpPr>
            <p:spPr bwMode="auto">
              <a:xfrm>
                <a:off x="641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9" name="Line 198"/>
              <p:cNvSpPr>
                <a:spLocks noChangeShapeType="1"/>
              </p:cNvSpPr>
              <p:nvPr userDrawn="1"/>
            </p:nvSpPr>
            <p:spPr bwMode="auto">
              <a:xfrm>
                <a:off x="641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0" name="Line 199"/>
              <p:cNvSpPr>
                <a:spLocks noChangeShapeType="1"/>
              </p:cNvSpPr>
              <p:nvPr userDrawn="1"/>
            </p:nvSpPr>
            <p:spPr bwMode="auto">
              <a:xfrm>
                <a:off x="641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2" name="Line 200"/>
              <p:cNvSpPr>
                <a:spLocks noChangeShapeType="1"/>
              </p:cNvSpPr>
              <p:nvPr userDrawn="1"/>
            </p:nvSpPr>
            <p:spPr bwMode="auto">
              <a:xfrm>
                <a:off x="641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3" name="Line 201"/>
              <p:cNvSpPr>
                <a:spLocks noChangeShapeType="1"/>
              </p:cNvSpPr>
              <p:nvPr userDrawn="1"/>
            </p:nvSpPr>
            <p:spPr bwMode="auto">
              <a:xfrm>
                <a:off x="641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4" name="Line 202"/>
              <p:cNvSpPr>
                <a:spLocks noChangeShapeType="1"/>
              </p:cNvSpPr>
              <p:nvPr userDrawn="1"/>
            </p:nvSpPr>
            <p:spPr bwMode="auto">
              <a:xfrm>
                <a:off x="641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8" name="Line 203"/>
              <p:cNvSpPr>
                <a:spLocks noChangeShapeType="1"/>
              </p:cNvSpPr>
              <p:nvPr userDrawn="1"/>
            </p:nvSpPr>
            <p:spPr bwMode="auto">
              <a:xfrm>
                <a:off x="641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9" name="Line 204"/>
              <p:cNvSpPr>
                <a:spLocks noChangeShapeType="1"/>
              </p:cNvSpPr>
              <p:nvPr userDrawn="1"/>
            </p:nvSpPr>
            <p:spPr bwMode="auto">
              <a:xfrm>
                <a:off x="641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8" name="Group 406"/>
            <p:cNvGrpSpPr>
              <a:grpSpLocks/>
            </p:cNvGrpSpPr>
            <p:nvPr userDrawn="1"/>
          </p:nvGrpSpPr>
          <p:grpSpPr bwMode="auto">
            <a:xfrm>
              <a:off x="4303713" y="385763"/>
              <a:ext cx="4435475" cy="4900613"/>
              <a:chOff x="3618" y="243"/>
              <a:chExt cx="2794" cy="3087"/>
            </a:xfrm>
          </p:grpSpPr>
          <p:sp>
            <p:nvSpPr>
              <p:cNvPr id="259" name="Line 206"/>
              <p:cNvSpPr>
                <a:spLocks noChangeShapeType="1"/>
              </p:cNvSpPr>
              <p:nvPr userDrawn="1"/>
            </p:nvSpPr>
            <p:spPr bwMode="auto">
              <a:xfrm>
                <a:off x="641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0" name="Line 207"/>
              <p:cNvSpPr>
                <a:spLocks noChangeShapeType="1"/>
              </p:cNvSpPr>
              <p:nvPr userDrawn="1"/>
            </p:nvSpPr>
            <p:spPr bwMode="auto">
              <a:xfrm>
                <a:off x="641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1" name="Line 208"/>
              <p:cNvSpPr>
                <a:spLocks noChangeShapeType="1"/>
              </p:cNvSpPr>
              <p:nvPr userDrawn="1"/>
            </p:nvSpPr>
            <p:spPr bwMode="auto">
              <a:xfrm>
                <a:off x="641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2" name="Line 261"/>
              <p:cNvSpPr>
                <a:spLocks noChangeShapeType="1"/>
              </p:cNvSpPr>
              <p:nvPr userDrawn="1"/>
            </p:nvSpPr>
            <p:spPr bwMode="auto">
              <a:xfrm>
                <a:off x="361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3" name="Line 262"/>
              <p:cNvSpPr>
                <a:spLocks noChangeShapeType="1"/>
              </p:cNvSpPr>
              <p:nvPr userDrawn="1"/>
            </p:nvSpPr>
            <p:spPr bwMode="auto">
              <a:xfrm>
                <a:off x="361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4" name="Line 263"/>
              <p:cNvSpPr>
                <a:spLocks noChangeShapeType="1"/>
              </p:cNvSpPr>
              <p:nvPr userDrawn="1"/>
            </p:nvSpPr>
            <p:spPr bwMode="auto">
              <a:xfrm>
                <a:off x="361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5" name="Line 264"/>
              <p:cNvSpPr>
                <a:spLocks noChangeShapeType="1"/>
              </p:cNvSpPr>
              <p:nvPr userDrawn="1"/>
            </p:nvSpPr>
            <p:spPr bwMode="auto">
              <a:xfrm>
                <a:off x="361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6" name="Line 265"/>
              <p:cNvSpPr>
                <a:spLocks noChangeShapeType="1"/>
              </p:cNvSpPr>
              <p:nvPr userDrawn="1"/>
            </p:nvSpPr>
            <p:spPr bwMode="auto">
              <a:xfrm>
                <a:off x="361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7" name="Line 266"/>
              <p:cNvSpPr>
                <a:spLocks noChangeShapeType="1"/>
              </p:cNvSpPr>
              <p:nvPr userDrawn="1"/>
            </p:nvSpPr>
            <p:spPr bwMode="auto">
              <a:xfrm>
                <a:off x="361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8" name="Line 267"/>
              <p:cNvSpPr>
                <a:spLocks noChangeShapeType="1"/>
              </p:cNvSpPr>
              <p:nvPr userDrawn="1"/>
            </p:nvSpPr>
            <p:spPr bwMode="auto">
              <a:xfrm>
                <a:off x="361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9" name="Line 268"/>
              <p:cNvSpPr>
                <a:spLocks noChangeShapeType="1"/>
              </p:cNvSpPr>
              <p:nvPr userDrawn="1"/>
            </p:nvSpPr>
            <p:spPr bwMode="auto">
              <a:xfrm>
                <a:off x="361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0" name="Line 269"/>
              <p:cNvSpPr>
                <a:spLocks noChangeShapeType="1"/>
              </p:cNvSpPr>
              <p:nvPr userDrawn="1"/>
            </p:nvSpPr>
            <p:spPr bwMode="auto">
              <a:xfrm>
                <a:off x="361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1" name="Line 270"/>
              <p:cNvSpPr>
                <a:spLocks noChangeShapeType="1"/>
              </p:cNvSpPr>
              <p:nvPr userDrawn="1"/>
            </p:nvSpPr>
            <p:spPr bwMode="auto">
              <a:xfrm>
                <a:off x="361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2" name="Line 271"/>
              <p:cNvSpPr>
                <a:spLocks noChangeShapeType="1"/>
              </p:cNvSpPr>
              <p:nvPr userDrawn="1"/>
            </p:nvSpPr>
            <p:spPr bwMode="auto">
              <a:xfrm>
                <a:off x="361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3" name="Line 272"/>
              <p:cNvSpPr>
                <a:spLocks noChangeShapeType="1"/>
              </p:cNvSpPr>
              <p:nvPr userDrawn="1"/>
            </p:nvSpPr>
            <p:spPr bwMode="auto">
              <a:xfrm>
                <a:off x="361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4" name="Line 273"/>
              <p:cNvSpPr>
                <a:spLocks noChangeShapeType="1"/>
              </p:cNvSpPr>
              <p:nvPr userDrawn="1"/>
            </p:nvSpPr>
            <p:spPr bwMode="auto">
              <a:xfrm>
                <a:off x="361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5" name="Line 274"/>
              <p:cNvSpPr>
                <a:spLocks noChangeShapeType="1"/>
              </p:cNvSpPr>
              <p:nvPr userDrawn="1"/>
            </p:nvSpPr>
            <p:spPr bwMode="auto">
              <a:xfrm>
                <a:off x="387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6" name="Line 275"/>
              <p:cNvSpPr>
                <a:spLocks noChangeShapeType="1"/>
              </p:cNvSpPr>
              <p:nvPr userDrawn="1"/>
            </p:nvSpPr>
            <p:spPr bwMode="auto">
              <a:xfrm>
                <a:off x="387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7" name="Line 276"/>
              <p:cNvSpPr>
                <a:spLocks noChangeShapeType="1"/>
              </p:cNvSpPr>
              <p:nvPr userDrawn="1"/>
            </p:nvSpPr>
            <p:spPr bwMode="auto">
              <a:xfrm>
                <a:off x="387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8" name="Line 277"/>
              <p:cNvSpPr>
                <a:spLocks noChangeShapeType="1"/>
              </p:cNvSpPr>
              <p:nvPr userDrawn="1"/>
            </p:nvSpPr>
            <p:spPr bwMode="auto">
              <a:xfrm>
                <a:off x="387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9" name="Line 278"/>
              <p:cNvSpPr>
                <a:spLocks noChangeShapeType="1"/>
              </p:cNvSpPr>
              <p:nvPr userDrawn="1"/>
            </p:nvSpPr>
            <p:spPr bwMode="auto">
              <a:xfrm>
                <a:off x="387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0" name="Line 279"/>
              <p:cNvSpPr>
                <a:spLocks noChangeShapeType="1"/>
              </p:cNvSpPr>
              <p:nvPr userDrawn="1"/>
            </p:nvSpPr>
            <p:spPr bwMode="auto">
              <a:xfrm>
                <a:off x="387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1" name="Line 280"/>
              <p:cNvSpPr>
                <a:spLocks noChangeShapeType="1"/>
              </p:cNvSpPr>
              <p:nvPr userDrawn="1"/>
            </p:nvSpPr>
            <p:spPr bwMode="auto">
              <a:xfrm>
                <a:off x="387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2" name="Line 281"/>
              <p:cNvSpPr>
                <a:spLocks noChangeShapeType="1"/>
              </p:cNvSpPr>
              <p:nvPr userDrawn="1"/>
            </p:nvSpPr>
            <p:spPr bwMode="auto">
              <a:xfrm>
                <a:off x="387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3" name="Line 282"/>
              <p:cNvSpPr>
                <a:spLocks noChangeShapeType="1"/>
              </p:cNvSpPr>
              <p:nvPr userDrawn="1"/>
            </p:nvSpPr>
            <p:spPr bwMode="auto">
              <a:xfrm>
                <a:off x="387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4" name="Line 283"/>
              <p:cNvSpPr>
                <a:spLocks noChangeShapeType="1"/>
              </p:cNvSpPr>
              <p:nvPr userDrawn="1"/>
            </p:nvSpPr>
            <p:spPr bwMode="auto">
              <a:xfrm>
                <a:off x="387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5" name="Line 284"/>
              <p:cNvSpPr>
                <a:spLocks noChangeShapeType="1"/>
              </p:cNvSpPr>
              <p:nvPr userDrawn="1"/>
            </p:nvSpPr>
            <p:spPr bwMode="auto">
              <a:xfrm>
                <a:off x="387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6" name="Line 285"/>
              <p:cNvSpPr>
                <a:spLocks noChangeShapeType="1"/>
              </p:cNvSpPr>
              <p:nvPr userDrawn="1"/>
            </p:nvSpPr>
            <p:spPr bwMode="auto">
              <a:xfrm>
                <a:off x="387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7" name="Line 286"/>
              <p:cNvSpPr>
                <a:spLocks noChangeShapeType="1"/>
              </p:cNvSpPr>
              <p:nvPr userDrawn="1"/>
            </p:nvSpPr>
            <p:spPr bwMode="auto">
              <a:xfrm>
                <a:off x="387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8" name="Line 287"/>
              <p:cNvSpPr>
                <a:spLocks noChangeShapeType="1"/>
              </p:cNvSpPr>
              <p:nvPr userDrawn="1"/>
            </p:nvSpPr>
            <p:spPr bwMode="auto">
              <a:xfrm>
                <a:off x="412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9" name="Line 288"/>
              <p:cNvSpPr>
                <a:spLocks noChangeShapeType="1"/>
              </p:cNvSpPr>
              <p:nvPr userDrawn="1"/>
            </p:nvSpPr>
            <p:spPr bwMode="auto">
              <a:xfrm>
                <a:off x="412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0" name="Line 289"/>
              <p:cNvSpPr>
                <a:spLocks noChangeShapeType="1"/>
              </p:cNvSpPr>
              <p:nvPr userDrawn="1"/>
            </p:nvSpPr>
            <p:spPr bwMode="auto">
              <a:xfrm>
                <a:off x="412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1" name="Line 290"/>
              <p:cNvSpPr>
                <a:spLocks noChangeShapeType="1"/>
              </p:cNvSpPr>
              <p:nvPr userDrawn="1"/>
            </p:nvSpPr>
            <p:spPr bwMode="auto">
              <a:xfrm>
                <a:off x="412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2" name="Line 291"/>
              <p:cNvSpPr>
                <a:spLocks noChangeShapeType="1"/>
              </p:cNvSpPr>
              <p:nvPr userDrawn="1"/>
            </p:nvSpPr>
            <p:spPr bwMode="auto">
              <a:xfrm>
                <a:off x="412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3" name="Line 292"/>
              <p:cNvSpPr>
                <a:spLocks noChangeShapeType="1"/>
              </p:cNvSpPr>
              <p:nvPr userDrawn="1"/>
            </p:nvSpPr>
            <p:spPr bwMode="auto">
              <a:xfrm>
                <a:off x="412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4" name="Line 293"/>
              <p:cNvSpPr>
                <a:spLocks noChangeShapeType="1"/>
              </p:cNvSpPr>
              <p:nvPr userDrawn="1"/>
            </p:nvSpPr>
            <p:spPr bwMode="auto">
              <a:xfrm>
                <a:off x="412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5" name="Line 294"/>
              <p:cNvSpPr>
                <a:spLocks noChangeShapeType="1"/>
              </p:cNvSpPr>
              <p:nvPr userDrawn="1"/>
            </p:nvSpPr>
            <p:spPr bwMode="auto">
              <a:xfrm>
                <a:off x="412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6" name="Line 295"/>
              <p:cNvSpPr>
                <a:spLocks noChangeShapeType="1"/>
              </p:cNvSpPr>
              <p:nvPr userDrawn="1"/>
            </p:nvSpPr>
            <p:spPr bwMode="auto">
              <a:xfrm>
                <a:off x="412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7" name="Line 296"/>
              <p:cNvSpPr>
                <a:spLocks noChangeShapeType="1"/>
              </p:cNvSpPr>
              <p:nvPr userDrawn="1"/>
            </p:nvSpPr>
            <p:spPr bwMode="auto">
              <a:xfrm>
                <a:off x="412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8" name="Line 297"/>
              <p:cNvSpPr>
                <a:spLocks noChangeShapeType="1"/>
              </p:cNvSpPr>
              <p:nvPr userDrawn="1"/>
            </p:nvSpPr>
            <p:spPr bwMode="auto">
              <a:xfrm>
                <a:off x="412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9" name="Line 298"/>
              <p:cNvSpPr>
                <a:spLocks noChangeShapeType="1"/>
              </p:cNvSpPr>
              <p:nvPr userDrawn="1"/>
            </p:nvSpPr>
            <p:spPr bwMode="auto">
              <a:xfrm>
                <a:off x="412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0" name="Line 299"/>
              <p:cNvSpPr>
                <a:spLocks noChangeShapeType="1"/>
              </p:cNvSpPr>
              <p:nvPr userDrawn="1"/>
            </p:nvSpPr>
            <p:spPr bwMode="auto">
              <a:xfrm>
                <a:off x="412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1" name="Line 300"/>
              <p:cNvSpPr>
                <a:spLocks noChangeShapeType="1"/>
              </p:cNvSpPr>
              <p:nvPr userDrawn="1"/>
            </p:nvSpPr>
            <p:spPr bwMode="auto">
              <a:xfrm>
                <a:off x="438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2" name="Line 301"/>
              <p:cNvSpPr>
                <a:spLocks noChangeShapeType="1"/>
              </p:cNvSpPr>
              <p:nvPr userDrawn="1"/>
            </p:nvSpPr>
            <p:spPr bwMode="auto">
              <a:xfrm>
                <a:off x="438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3" name="Line 302"/>
              <p:cNvSpPr>
                <a:spLocks noChangeShapeType="1"/>
              </p:cNvSpPr>
              <p:nvPr userDrawn="1"/>
            </p:nvSpPr>
            <p:spPr bwMode="auto">
              <a:xfrm>
                <a:off x="438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4" name="Line 303"/>
              <p:cNvSpPr>
                <a:spLocks noChangeShapeType="1"/>
              </p:cNvSpPr>
              <p:nvPr userDrawn="1"/>
            </p:nvSpPr>
            <p:spPr bwMode="auto">
              <a:xfrm>
                <a:off x="438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5" name="Line 304"/>
              <p:cNvSpPr>
                <a:spLocks noChangeShapeType="1"/>
              </p:cNvSpPr>
              <p:nvPr userDrawn="1"/>
            </p:nvSpPr>
            <p:spPr bwMode="auto">
              <a:xfrm>
                <a:off x="438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6" name="Line 305"/>
              <p:cNvSpPr>
                <a:spLocks noChangeShapeType="1"/>
              </p:cNvSpPr>
              <p:nvPr userDrawn="1"/>
            </p:nvSpPr>
            <p:spPr bwMode="auto">
              <a:xfrm>
                <a:off x="438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7" name="Line 306"/>
              <p:cNvSpPr>
                <a:spLocks noChangeShapeType="1"/>
              </p:cNvSpPr>
              <p:nvPr userDrawn="1"/>
            </p:nvSpPr>
            <p:spPr bwMode="auto">
              <a:xfrm>
                <a:off x="438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8" name="Line 307"/>
              <p:cNvSpPr>
                <a:spLocks noChangeShapeType="1"/>
              </p:cNvSpPr>
              <p:nvPr userDrawn="1"/>
            </p:nvSpPr>
            <p:spPr bwMode="auto">
              <a:xfrm>
                <a:off x="438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9" name="Line 308"/>
              <p:cNvSpPr>
                <a:spLocks noChangeShapeType="1"/>
              </p:cNvSpPr>
              <p:nvPr userDrawn="1"/>
            </p:nvSpPr>
            <p:spPr bwMode="auto">
              <a:xfrm>
                <a:off x="438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0" name="Line 309"/>
              <p:cNvSpPr>
                <a:spLocks noChangeShapeType="1"/>
              </p:cNvSpPr>
              <p:nvPr userDrawn="1"/>
            </p:nvSpPr>
            <p:spPr bwMode="auto">
              <a:xfrm>
                <a:off x="438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1" name="Line 310"/>
              <p:cNvSpPr>
                <a:spLocks noChangeShapeType="1"/>
              </p:cNvSpPr>
              <p:nvPr userDrawn="1"/>
            </p:nvSpPr>
            <p:spPr bwMode="auto">
              <a:xfrm>
                <a:off x="438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2" name="Line 311"/>
              <p:cNvSpPr>
                <a:spLocks noChangeShapeType="1"/>
              </p:cNvSpPr>
              <p:nvPr userDrawn="1"/>
            </p:nvSpPr>
            <p:spPr bwMode="auto">
              <a:xfrm>
                <a:off x="438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3" name="Line 312"/>
              <p:cNvSpPr>
                <a:spLocks noChangeShapeType="1"/>
              </p:cNvSpPr>
              <p:nvPr userDrawn="1"/>
            </p:nvSpPr>
            <p:spPr bwMode="auto">
              <a:xfrm>
                <a:off x="438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4" name="Line 313"/>
              <p:cNvSpPr>
                <a:spLocks noChangeShapeType="1"/>
              </p:cNvSpPr>
              <p:nvPr userDrawn="1"/>
            </p:nvSpPr>
            <p:spPr bwMode="auto">
              <a:xfrm>
                <a:off x="463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5" name="Line 314"/>
              <p:cNvSpPr>
                <a:spLocks noChangeShapeType="1"/>
              </p:cNvSpPr>
              <p:nvPr userDrawn="1"/>
            </p:nvSpPr>
            <p:spPr bwMode="auto">
              <a:xfrm>
                <a:off x="463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6" name="Line 315"/>
              <p:cNvSpPr>
                <a:spLocks noChangeShapeType="1"/>
              </p:cNvSpPr>
              <p:nvPr userDrawn="1"/>
            </p:nvSpPr>
            <p:spPr bwMode="auto">
              <a:xfrm>
                <a:off x="463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7" name="Line 316"/>
              <p:cNvSpPr>
                <a:spLocks noChangeShapeType="1"/>
              </p:cNvSpPr>
              <p:nvPr userDrawn="1"/>
            </p:nvSpPr>
            <p:spPr bwMode="auto">
              <a:xfrm>
                <a:off x="463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8" name="Line 317"/>
              <p:cNvSpPr>
                <a:spLocks noChangeShapeType="1"/>
              </p:cNvSpPr>
              <p:nvPr userDrawn="1"/>
            </p:nvSpPr>
            <p:spPr bwMode="auto">
              <a:xfrm>
                <a:off x="463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9" name="Line 318"/>
              <p:cNvSpPr>
                <a:spLocks noChangeShapeType="1"/>
              </p:cNvSpPr>
              <p:nvPr userDrawn="1"/>
            </p:nvSpPr>
            <p:spPr bwMode="auto">
              <a:xfrm>
                <a:off x="463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0" name="Line 319"/>
              <p:cNvSpPr>
                <a:spLocks noChangeShapeType="1"/>
              </p:cNvSpPr>
              <p:nvPr userDrawn="1"/>
            </p:nvSpPr>
            <p:spPr bwMode="auto">
              <a:xfrm>
                <a:off x="463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1" name="Line 320"/>
              <p:cNvSpPr>
                <a:spLocks noChangeShapeType="1"/>
              </p:cNvSpPr>
              <p:nvPr userDrawn="1"/>
            </p:nvSpPr>
            <p:spPr bwMode="auto">
              <a:xfrm>
                <a:off x="463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2" name="Line 321"/>
              <p:cNvSpPr>
                <a:spLocks noChangeShapeType="1"/>
              </p:cNvSpPr>
              <p:nvPr userDrawn="1"/>
            </p:nvSpPr>
            <p:spPr bwMode="auto">
              <a:xfrm>
                <a:off x="463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3" name="Line 322"/>
              <p:cNvSpPr>
                <a:spLocks noChangeShapeType="1"/>
              </p:cNvSpPr>
              <p:nvPr userDrawn="1"/>
            </p:nvSpPr>
            <p:spPr bwMode="auto">
              <a:xfrm>
                <a:off x="463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4" name="Line 323"/>
              <p:cNvSpPr>
                <a:spLocks noChangeShapeType="1"/>
              </p:cNvSpPr>
              <p:nvPr userDrawn="1"/>
            </p:nvSpPr>
            <p:spPr bwMode="auto">
              <a:xfrm>
                <a:off x="463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5" name="Line 324"/>
              <p:cNvSpPr>
                <a:spLocks noChangeShapeType="1"/>
              </p:cNvSpPr>
              <p:nvPr userDrawn="1"/>
            </p:nvSpPr>
            <p:spPr bwMode="auto">
              <a:xfrm>
                <a:off x="463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6" name="Line 325"/>
              <p:cNvSpPr>
                <a:spLocks noChangeShapeType="1"/>
              </p:cNvSpPr>
              <p:nvPr userDrawn="1"/>
            </p:nvSpPr>
            <p:spPr bwMode="auto">
              <a:xfrm>
                <a:off x="463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7" name="Line 326"/>
              <p:cNvSpPr>
                <a:spLocks noChangeShapeType="1"/>
              </p:cNvSpPr>
              <p:nvPr userDrawn="1"/>
            </p:nvSpPr>
            <p:spPr bwMode="auto">
              <a:xfrm>
                <a:off x="488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8" name="Line 327"/>
              <p:cNvSpPr>
                <a:spLocks noChangeShapeType="1"/>
              </p:cNvSpPr>
              <p:nvPr userDrawn="1"/>
            </p:nvSpPr>
            <p:spPr bwMode="auto">
              <a:xfrm>
                <a:off x="488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9" name="Line 328"/>
              <p:cNvSpPr>
                <a:spLocks noChangeShapeType="1"/>
              </p:cNvSpPr>
              <p:nvPr userDrawn="1"/>
            </p:nvSpPr>
            <p:spPr bwMode="auto">
              <a:xfrm>
                <a:off x="488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0" name="Line 329"/>
              <p:cNvSpPr>
                <a:spLocks noChangeShapeType="1"/>
              </p:cNvSpPr>
              <p:nvPr userDrawn="1"/>
            </p:nvSpPr>
            <p:spPr bwMode="auto">
              <a:xfrm>
                <a:off x="488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1" name="Line 330"/>
              <p:cNvSpPr>
                <a:spLocks noChangeShapeType="1"/>
              </p:cNvSpPr>
              <p:nvPr userDrawn="1"/>
            </p:nvSpPr>
            <p:spPr bwMode="auto">
              <a:xfrm>
                <a:off x="488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2" name="Line 331"/>
              <p:cNvSpPr>
                <a:spLocks noChangeShapeType="1"/>
              </p:cNvSpPr>
              <p:nvPr userDrawn="1"/>
            </p:nvSpPr>
            <p:spPr bwMode="auto">
              <a:xfrm>
                <a:off x="488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3" name="Line 332"/>
              <p:cNvSpPr>
                <a:spLocks noChangeShapeType="1"/>
              </p:cNvSpPr>
              <p:nvPr userDrawn="1"/>
            </p:nvSpPr>
            <p:spPr bwMode="auto">
              <a:xfrm>
                <a:off x="488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4" name="Line 333"/>
              <p:cNvSpPr>
                <a:spLocks noChangeShapeType="1"/>
              </p:cNvSpPr>
              <p:nvPr userDrawn="1"/>
            </p:nvSpPr>
            <p:spPr bwMode="auto">
              <a:xfrm>
                <a:off x="488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5" name="Line 334"/>
              <p:cNvSpPr>
                <a:spLocks noChangeShapeType="1"/>
              </p:cNvSpPr>
              <p:nvPr userDrawn="1"/>
            </p:nvSpPr>
            <p:spPr bwMode="auto">
              <a:xfrm>
                <a:off x="488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6" name="Line 335"/>
              <p:cNvSpPr>
                <a:spLocks noChangeShapeType="1"/>
              </p:cNvSpPr>
              <p:nvPr userDrawn="1"/>
            </p:nvSpPr>
            <p:spPr bwMode="auto">
              <a:xfrm>
                <a:off x="488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7" name="Line 336"/>
              <p:cNvSpPr>
                <a:spLocks noChangeShapeType="1"/>
              </p:cNvSpPr>
              <p:nvPr userDrawn="1"/>
            </p:nvSpPr>
            <p:spPr bwMode="auto">
              <a:xfrm>
                <a:off x="488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8" name="Line 337"/>
              <p:cNvSpPr>
                <a:spLocks noChangeShapeType="1"/>
              </p:cNvSpPr>
              <p:nvPr userDrawn="1"/>
            </p:nvSpPr>
            <p:spPr bwMode="auto">
              <a:xfrm>
                <a:off x="488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9" name="Line 338"/>
              <p:cNvSpPr>
                <a:spLocks noChangeShapeType="1"/>
              </p:cNvSpPr>
              <p:nvPr userDrawn="1"/>
            </p:nvSpPr>
            <p:spPr bwMode="auto">
              <a:xfrm>
                <a:off x="488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0" name="Line 339"/>
              <p:cNvSpPr>
                <a:spLocks noChangeShapeType="1"/>
              </p:cNvSpPr>
              <p:nvPr userDrawn="1"/>
            </p:nvSpPr>
            <p:spPr bwMode="auto">
              <a:xfrm>
                <a:off x="514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1" name="Line 340"/>
              <p:cNvSpPr>
                <a:spLocks noChangeShapeType="1"/>
              </p:cNvSpPr>
              <p:nvPr userDrawn="1"/>
            </p:nvSpPr>
            <p:spPr bwMode="auto">
              <a:xfrm>
                <a:off x="514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2" name="Line 341"/>
              <p:cNvSpPr>
                <a:spLocks noChangeShapeType="1"/>
              </p:cNvSpPr>
              <p:nvPr userDrawn="1"/>
            </p:nvSpPr>
            <p:spPr bwMode="auto">
              <a:xfrm>
                <a:off x="514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3" name="Line 342"/>
              <p:cNvSpPr>
                <a:spLocks noChangeShapeType="1"/>
              </p:cNvSpPr>
              <p:nvPr userDrawn="1"/>
            </p:nvSpPr>
            <p:spPr bwMode="auto">
              <a:xfrm>
                <a:off x="514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4" name="Line 343"/>
              <p:cNvSpPr>
                <a:spLocks noChangeShapeType="1"/>
              </p:cNvSpPr>
              <p:nvPr userDrawn="1"/>
            </p:nvSpPr>
            <p:spPr bwMode="auto">
              <a:xfrm>
                <a:off x="514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5" name="Line 344"/>
              <p:cNvSpPr>
                <a:spLocks noChangeShapeType="1"/>
              </p:cNvSpPr>
              <p:nvPr userDrawn="1"/>
            </p:nvSpPr>
            <p:spPr bwMode="auto">
              <a:xfrm>
                <a:off x="514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6" name="Line 345"/>
              <p:cNvSpPr>
                <a:spLocks noChangeShapeType="1"/>
              </p:cNvSpPr>
              <p:nvPr userDrawn="1"/>
            </p:nvSpPr>
            <p:spPr bwMode="auto">
              <a:xfrm>
                <a:off x="514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7" name="Line 346"/>
              <p:cNvSpPr>
                <a:spLocks noChangeShapeType="1"/>
              </p:cNvSpPr>
              <p:nvPr userDrawn="1"/>
            </p:nvSpPr>
            <p:spPr bwMode="auto">
              <a:xfrm>
                <a:off x="514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8" name="Line 347"/>
              <p:cNvSpPr>
                <a:spLocks noChangeShapeType="1"/>
              </p:cNvSpPr>
              <p:nvPr userDrawn="1"/>
            </p:nvSpPr>
            <p:spPr bwMode="auto">
              <a:xfrm>
                <a:off x="514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9" name="Line 348"/>
              <p:cNvSpPr>
                <a:spLocks noChangeShapeType="1"/>
              </p:cNvSpPr>
              <p:nvPr userDrawn="1"/>
            </p:nvSpPr>
            <p:spPr bwMode="auto">
              <a:xfrm>
                <a:off x="514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0" name="Line 349"/>
              <p:cNvSpPr>
                <a:spLocks noChangeShapeType="1"/>
              </p:cNvSpPr>
              <p:nvPr userDrawn="1"/>
            </p:nvSpPr>
            <p:spPr bwMode="auto">
              <a:xfrm>
                <a:off x="514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1" name="Line 350"/>
              <p:cNvSpPr>
                <a:spLocks noChangeShapeType="1"/>
              </p:cNvSpPr>
              <p:nvPr userDrawn="1"/>
            </p:nvSpPr>
            <p:spPr bwMode="auto">
              <a:xfrm>
                <a:off x="514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2" name="Line 351"/>
              <p:cNvSpPr>
                <a:spLocks noChangeShapeType="1"/>
              </p:cNvSpPr>
              <p:nvPr userDrawn="1"/>
            </p:nvSpPr>
            <p:spPr bwMode="auto">
              <a:xfrm>
                <a:off x="514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3" name="Line 352"/>
              <p:cNvSpPr>
                <a:spLocks noChangeShapeType="1"/>
              </p:cNvSpPr>
              <p:nvPr userDrawn="1"/>
            </p:nvSpPr>
            <p:spPr bwMode="auto">
              <a:xfrm>
                <a:off x="539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4" name="Line 353"/>
              <p:cNvSpPr>
                <a:spLocks noChangeShapeType="1"/>
              </p:cNvSpPr>
              <p:nvPr userDrawn="1"/>
            </p:nvSpPr>
            <p:spPr bwMode="auto">
              <a:xfrm>
                <a:off x="539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5" name="Line 354"/>
              <p:cNvSpPr>
                <a:spLocks noChangeShapeType="1"/>
              </p:cNvSpPr>
              <p:nvPr userDrawn="1"/>
            </p:nvSpPr>
            <p:spPr bwMode="auto">
              <a:xfrm>
                <a:off x="539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6" name="Line 355"/>
              <p:cNvSpPr>
                <a:spLocks noChangeShapeType="1"/>
              </p:cNvSpPr>
              <p:nvPr userDrawn="1"/>
            </p:nvSpPr>
            <p:spPr bwMode="auto">
              <a:xfrm>
                <a:off x="539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7" name="Line 356"/>
              <p:cNvSpPr>
                <a:spLocks noChangeShapeType="1"/>
              </p:cNvSpPr>
              <p:nvPr userDrawn="1"/>
            </p:nvSpPr>
            <p:spPr bwMode="auto">
              <a:xfrm>
                <a:off x="539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8" name="Line 357"/>
              <p:cNvSpPr>
                <a:spLocks noChangeShapeType="1"/>
              </p:cNvSpPr>
              <p:nvPr userDrawn="1"/>
            </p:nvSpPr>
            <p:spPr bwMode="auto">
              <a:xfrm>
                <a:off x="539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9" name="Line 358"/>
              <p:cNvSpPr>
                <a:spLocks noChangeShapeType="1"/>
              </p:cNvSpPr>
              <p:nvPr userDrawn="1"/>
            </p:nvSpPr>
            <p:spPr bwMode="auto">
              <a:xfrm>
                <a:off x="539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0" name="Line 359"/>
              <p:cNvSpPr>
                <a:spLocks noChangeShapeType="1"/>
              </p:cNvSpPr>
              <p:nvPr userDrawn="1"/>
            </p:nvSpPr>
            <p:spPr bwMode="auto">
              <a:xfrm>
                <a:off x="539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1" name="Line 360"/>
              <p:cNvSpPr>
                <a:spLocks noChangeShapeType="1"/>
              </p:cNvSpPr>
              <p:nvPr userDrawn="1"/>
            </p:nvSpPr>
            <p:spPr bwMode="auto">
              <a:xfrm>
                <a:off x="539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2" name="Line 361"/>
              <p:cNvSpPr>
                <a:spLocks noChangeShapeType="1"/>
              </p:cNvSpPr>
              <p:nvPr userDrawn="1"/>
            </p:nvSpPr>
            <p:spPr bwMode="auto">
              <a:xfrm>
                <a:off x="539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3" name="Line 362"/>
              <p:cNvSpPr>
                <a:spLocks noChangeShapeType="1"/>
              </p:cNvSpPr>
              <p:nvPr userDrawn="1"/>
            </p:nvSpPr>
            <p:spPr bwMode="auto">
              <a:xfrm>
                <a:off x="539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4" name="Line 363"/>
              <p:cNvSpPr>
                <a:spLocks noChangeShapeType="1"/>
              </p:cNvSpPr>
              <p:nvPr userDrawn="1"/>
            </p:nvSpPr>
            <p:spPr bwMode="auto">
              <a:xfrm>
                <a:off x="539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5" name="Line 364"/>
              <p:cNvSpPr>
                <a:spLocks noChangeShapeType="1"/>
              </p:cNvSpPr>
              <p:nvPr userDrawn="1"/>
            </p:nvSpPr>
            <p:spPr bwMode="auto">
              <a:xfrm>
                <a:off x="539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6" name="Line 365"/>
              <p:cNvSpPr>
                <a:spLocks noChangeShapeType="1"/>
              </p:cNvSpPr>
              <p:nvPr userDrawn="1"/>
            </p:nvSpPr>
            <p:spPr bwMode="auto">
              <a:xfrm>
                <a:off x="565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7" name="Line 366"/>
              <p:cNvSpPr>
                <a:spLocks noChangeShapeType="1"/>
              </p:cNvSpPr>
              <p:nvPr userDrawn="1"/>
            </p:nvSpPr>
            <p:spPr bwMode="auto">
              <a:xfrm>
                <a:off x="565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8" name="Line 367"/>
              <p:cNvSpPr>
                <a:spLocks noChangeShapeType="1"/>
              </p:cNvSpPr>
              <p:nvPr userDrawn="1"/>
            </p:nvSpPr>
            <p:spPr bwMode="auto">
              <a:xfrm>
                <a:off x="565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9" name="Line 368"/>
              <p:cNvSpPr>
                <a:spLocks noChangeShapeType="1"/>
              </p:cNvSpPr>
              <p:nvPr userDrawn="1"/>
            </p:nvSpPr>
            <p:spPr bwMode="auto">
              <a:xfrm>
                <a:off x="565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0" name="Line 369"/>
              <p:cNvSpPr>
                <a:spLocks noChangeShapeType="1"/>
              </p:cNvSpPr>
              <p:nvPr userDrawn="1"/>
            </p:nvSpPr>
            <p:spPr bwMode="auto">
              <a:xfrm>
                <a:off x="565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1" name="Line 370"/>
              <p:cNvSpPr>
                <a:spLocks noChangeShapeType="1"/>
              </p:cNvSpPr>
              <p:nvPr userDrawn="1"/>
            </p:nvSpPr>
            <p:spPr bwMode="auto">
              <a:xfrm>
                <a:off x="565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2" name="Line 371"/>
              <p:cNvSpPr>
                <a:spLocks noChangeShapeType="1"/>
              </p:cNvSpPr>
              <p:nvPr userDrawn="1"/>
            </p:nvSpPr>
            <p:spPr bwMode="auto">
              <a:xfrm>
                <a:off x="565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3" name="Line 372"/>
              <p:cNvSpPr>
                <a:spLocks noChangeShapeType="1"/>
              </p:cNvSpPr>
              <p:nvPr userDrawn="1"/>
            </p:nvSpPr>
            <p:spPr bwMode="auto">
              <a:xfrm>
                <a:off x="565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4" name="Line 373"/>
              <p:cNvSpPr>
                <a:spLocks noChangeShapeType="1"/>
              </p:cNvSpPr>
              <p:nvPr userDrawn="1"/>
            </p:nvSpPr>
            <p:spPr bwMode="auto">
              <a:xfrm>
                <a:off x="565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5" name="Line 374"/>
              <p:cNvSpPr>
                <a:spLocks noChangeShapeType="1"/>
              </p:cNvSpPr>
              <p:nvPr userDrawn="1"/>
            </p:nvSpPr>
            <p:spPr bwMode="auto">
              <a:xfrm>
                <a:off x="565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6" name="Line 375"/>
              <p:cNvSpPr>
                <a:spLocks noChangeShapeType="1"/>
              </p:cNvSpPr>
              <p:nvPr userDrawn="1"/>
            </p:nvSpPr>
            <p:spPr bwMode="auto">
              <a:xfrm>
                <a:off x="565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7" name="Line 376"/>
              <p:cNvSpPr>
                <a:spLocks noChangeShapeType="1"/>
              </p:cNvSpPr>
              <p:nvPr userDrawn="1"/>
            </p:nvSpPr>
            <p:spPr bwMode="auto">
              <a:xfrm>
                <a:off x="565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8" name="Line 377"/>
              <p:cNvSpPr>
                <a:spLocks noChangeShapeType="1"/>
              </p:cNvSpPr>
              <p:nvPr userDrawn="1"/>
            </p:nvSpPr>
            <p:spPr bwMode="auto">
              <a:xfrm>
                <a:off x="565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9" name="Line 378"/>
              <p:cNvSpPr>
                <a:spLocks noChangeShapeType="1"/>
              </p:cNvSpPr>
              <p:nvPr userDrawn="1"/>
            </p:nvSpPr>
            <p:spPr bwMode="auto">
              <a:xfrm>
                <a:off x="590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0" name="Line 379"/>
              <p:cNvSpPr>
                <a:spLocks noChangeShapeType="1"/>
              </p:cNvSpPr>
              <p:nvPr userDrawn="1"/>
            </p:nvSpPr>
            <p:spPr bwMode="auto">
              <a:xfrm>
                <a:off x="590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1" name="Line 380"/>
              <p:cNvSpPr>
                <a:spLocks noChangeShapeType="1"/>
              </p:cNvSpPr>
              <p:nvPr userDrawn="1"/>
            </p:nvSpPr>
            <p:spPr bwMode="auto">
              <a:xfrm>
                <a:off x="590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2" name="Line 381"/>
              <p:cNvSpPr>
                <a:spLocks noChangeShapeType="1"/>
              </p:cNvSpPr>
              <p:nvPr userDrawn="1"/>
            </p:nvSpPr>
            <p:spPr bwMode="auto">
              <a:xfrm>
                <a:off x="590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3" name="Line 382"/>
              <p:cNvSpPr>
                <a:spLocks noChangeShapeType="1"/>
              </p:cNvSpPr>
              <p:nvPr userDrawn="1"/>
            </p:nvSpPr>
            <p:spPr bwMode="auto">
              <a:xfrm>
                <a:off x="590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4" name="Line 383"/>
              <p:cNvSpPr>
                <a:spLocks noChangeShapeType="1"/>
              </p:cNvSpPr>
              <p:nvPr userDrawn="1"/>
            </p:nvSpPr>
            <p:spPr bwMode="auto">
              <a:xfrm>
                <a:off x="590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5" name="Line 384"/>
              <p:cNvSpPr>
                <a:spLocks noChangeShapeType="1"/>
              </p:cNvSpPr>
              <p:nvPr userDrawn="1"/>
            </p:nvSpPr>
            <p:spPr bwMode="auto">
              <a:xfrm>
                <a:off x="590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6" name="Line 385"/>
              <p:cNvSpPr>
                <a:spLocks noChangeShapeType="1"/>
              </p:cNvSpPr>
              <p:nvPr userDrawn="1"/>
            </p:nvSpPr>
            <p:spPr bwMode="auto">
              <a:xfrm>
                <a:off x="590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7" name="Line 386"/>
              <p:cNvSpPr>
                <a:spLocks noChangeShapeType="1"/>
              </p:cNvSpPr>
              <p:nvPr userDrawn="1"/>
            </p:nvSpPr>
            <p:spPr bwMode="auto">
              <a:xfrm>
                <a:off x="590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8" name="Line 387"/>
              <p:cNvSpPr>
                <a:spLocks noChangeShapeType="1"/>
              </p:cNvSpPr>
              <p:nvPr userDrawn="1"/>
            </p:nvSpPr>
            <p:spPr bwMode="auto">
              <a:xfrm>
                <a:off x="590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9" name="Line 388"/>
              <p:cNvSpPr>
                <a:spLocks noChangeShapeType="1"/>
              </p:cNvSpPr>
              <p:nvPr userDrawn="1"/>
            </p:nvSpPr>
            <p:spPr bwMode="auto">
              <a:xfrm>
                <a:off x="590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0" name="Line 389"/>
              <p:cNvSpPr>
                <a:spLocks noChangeShapeType="1"/>
              </p:cNvSpPr>
              <p:nvPr userDrawn="1"/>
            </p:nvSpPr>
            <p:spPr bwMode="auto">
              <a:xfrm>
                <a:off x="590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1" name="Line 390"/>
              <p:cNvSpPr>
                <a:spLocks noChangeShapeType="1"/>
              </p:cNvSpPr>
              <p:nvPr userDrawn="1"/>
            </p:nvSpPr>
            <p:spPr bwMode="auto">
              <a:xfrm>
                <a:off x="590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2" name="Line 391"/>
              <p:cNvSpPr>
                <a:spLocks noChangeShapeType="1"/>
              </p:cNvSpPr>
              <p:nvPr userDrawn="1"/>
            </p:nvSpPr>
            <p:spPr bwMode="auto">
              <a:xfrm>
                <a:off x="615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3" name="Line 392"/>
              <p:cNvSpPr>
                <a:spLocks noChangeShapeType="1"/>
              </p:cNvSpPr>
              <p:nvPr userDrawn="1"/>
            </p:nvSpPr>
            <p:spPr bwMode="auto">
              <a:xfrm>
                <a:off x="615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4" name="Line 393"/>
              <p:cNvSpPr>
                <a:spLocks noChangeShapeType="1"/>
              </p:cNvSpPr>
              <p:nvPr userDrawn="1"/>
            </p:nvSpPr>
            <p:spPr bwMode="auto">
              <a:xfrm>
                <a:off x="615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5" name="Line 394"/>
              <p:cNvSpPr>
                <a:spLocks noChangeShapeType="1"/>
              </p:cNvSpPr>
              <p:nvPr userDrawn="1"/>
            </p:nvSpPr>
            <p:spPr bwMode="auto">
              <a:xfrm>
                <a:off x="615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6" name="Line 395"/>
              <p:cNvSpPr>
                <a:spLocks noChangeShapeType="1"/>
              </p:cNvSpPr>
              <p:nvPr userDrawn="1"/>
            </p:nvSpPr>
            <p:spPr bwMode="auto">
              <a:xfrm>
                <a:off x="615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7" name="Line 396"/>
              <p:cNvSpPr>
                <a:spLocks noChangeShapeType="1"/>
              </p:cNvSpPr>
              <p:nvPr userDrawn="1"/>
            </p:nvSpPr>
            <p:spPr bwMode="auto">
              <a:xfrm>
                <a:off x="615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8" name="Line 397"/>
              <p:cNvSpPr>
                <a:spLocks noChangeShapeType="1"/>
              </p:cNvSpPr>
              <p:nvPr userDrawn="1"/>
            </p:nvSpPr>
            <p:spPr bwMode="auto">
              <a:xfrm>
                <a:off x="615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9" name="Line 398"/>
              <p:cNvSpPr>
                <a:spLocks noChangeShapeType="1"/>
              </p:cNvSpPr>
              <p:nvPr userDrawn="1"/>
            </p:nvSpPr>
            <p:spPr bwMode="auto">
              <a:xfrm>
                <a:off x="615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0" name="Line 399"/>
              <p:cNvSpPr>
                <a:spLocks noChangeShapeType="1"/>
              </p:cNvSpPr>
              <p:nvPr userDrawn="1"/>
            </p:nvSpPr>
            <p:spPr bwMode="auto">
              <a:xfrm>
                <a:off x="615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1" name="Line 400"/>
              <p:cNvSpPr>
                <a:spLocks noChangeShapeType="1"/>
              </p:cNvSpPr>
              <p:nvPr userDrawn="1"/>
            </p:nvSpPr>
            <p:spPr bwMode="auto">
              <a:xfrm>
                <a:off x="615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2" name="Line 401"/>
              <p:cNvSpPr>
                <a:spLocks noChangeShapeType="1"/>
              </p:cNvSpPr>
              <p:nvPr userDrawn="1"/>
            </p:nvSpPr>
            <p:spPr bwMode="auto">
              <a:xfrm>
                <a:off x="615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3" name="Line 402"/>
              <p:cNvSpPr>
                <a:spLocks noChangeShapeType="1"/>
              </p:cNvSpPr>
              <p:nvPr userDrawn="1"/>
            </p:nvSpPr>
            <p:spPr bwMode="auto">
              <a:xfrm>
                <a:off x="615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4" name="Line 403"/>
              <p:cNvSpPr>
                <a:spLocks noChangeShapeType="1"/>
              </p:cNvSpPr>
              <p:nvPr userDrawn="1"/>
            </p:nvSpPr>
            <p:spPr bwMode="auto">
              <a:xfrm>
                <a:off x="615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5" name="Line 404"/>
              <p:cNvSpPr>
                <a:spLocks noChangeShapeType="1"/>
              </p:cNvSpPr>
              <p:nvPr userDrawn="1"/>
            </p:nvSpPr>
            <p:spPr bwMode="auto">
              <a:xfrm>
                <a:off x="641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6" name="Line 405"/>
              <p:cNvSpPr>
                <a:spLocks noChangeShapeType="1"/>
              </p:cNvSpPr>
              <p:nvPr userDrawn="1"/>
            </p:nvSpPr>
            <p:spPr bwMode="auto">
              <a:xfrm>
                <a:off x="641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9" name="Group 607"/>
            <p:cNvGrpSpPr>
              <a:grpSpLocks/>
            </p:cNvGrpSpPr>
            <p:nvPr userDrawn="1"/>
          </p:nvGrpSpPr>
          <p:grpSpPr bwMode="auto">
            <a:xfrm>
              <a:off x="4275138" y="414338"/>
              <a:ext cx="4464050" cy="4872038"/>
              <a:chOff x="3600" y="261"/>
              <a:chExt cx="2812" cy="3069"/>
            </a:xfrm>
          </p:grpSpPr>
          <p:sp>
            <p:nvSpPr>
              <p:cNvPr id="111" name="Line 407"/>
              <p:cNvSpPr>
                <a:spLocks noChangeShapeType="1"/>
              </p:cNvSpPr>
              <p:nvPr userDrawn="1"/>
            </p:nvSpPr>
            <p:spPr bwMode="auto">
              <a:xfrm>
                <a:off x="641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2" name="Line 408"/>
              <p:cNvSpPr>
                <a:spLocks noChangeShapeType="1"/>
              </p:cNvSpPr>
              <p:nvPr userDrawn="1"/>
            </p:nvSpPr>
            <p:spPr bwMode="auto">
              <a:xfrm>
                <a:off x="641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3" name="Line 409"/>
              <p:cNvSpPr>
                <a:spLocks noChangeShapeType="1"/>
              </p:cNvSpPr>
              <p:nvPr userDrawn="1"/>
            </p:nvSpPr>
            <p:spPr bwMode="auto">
              <a:xfrm>
                <a:off x="641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4" name="Line 410"/>
              <p:cNvSpPr>
                <a:spLocks noChangeShapeType="1"/>
              </p:cNvSpPr>
              <p:nvPr userDrawn="1"/>
            </p:nvSpPr>
            <p:spPr bwMode="auto">
              <a:xfrm>
                <a:off x="641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5" name="Line 411"/>
              <p:cNvSpPr>
                <a:spLocks noChangeShapeType="1"/>
              </p:cNvSpPr>
              <p:nvPr userDrawn="1"/>
            </p:nvSpPr>
            <p:spPr bwMode="auto">
              <a:xfrm>
                <a:off x="641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6" name="Line 412"/>
              <p:cNvSpPr>
                <a:spLocks noChangeShapeType="1"/>
              </p:cNvSpPr>
              <p:nvPr userDrawn="1"/>
            </p:nvSpPr>
            <p:spPr bwMode="auto">
              <a:xfrm>
                <a:off x="641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7" name="Line 413"/>
              <p:cNvSpPr>
                <a:spLocks noChangeShapeType="1"/>
              </p:cNvSpPr>
              <p:nvPr userDrawn="1"/>
            </p:nvSpPr>
            <p:spPr bwMode="auto">
              <a:xfrm>
                <a:off x="641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 name="Line 414"/>
              <p:cNvSpPr>
                <a:spLocks noChangeShapeType="1"/>
              </p:cNvSpPr>
              <p:nvPr userDrawn="1"/>
            </p:nvSpPr>
            <p:spPr bwMode="auto">
              <a:xfrm>
                <a:off x="641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 name="Line 415"/>
              <p:cNvSpPr>
                <a:spLocks noChangeShapeType="1"/>
              </p:cNvSpPr>
              <p:nvPr userDrawn="1"/>
            </p:nvSpPr>
            <p:spPr bwMode="auto">
              <a:xfrm>
                <a:off x="641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 name="Line 416"/>
              <p:cNvSpPr>
                <a:spLocks noChangeShapeType="1"/>
              </p:cNvSpPr>
              <p:nvPr userDrawn="1"/>
            </p:nvSpPr>
            <p:spPr bwMode="auto">
              <a:xfrm>
                <a:off x="641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 name="Line 417"/>
              <p:cNvSpPr>
                <a:spLocks noChangeShapeType="1"/>
              </p:cNvSpPr>
              <p:nvPr userDrawn="1"/>
            </p:nvSpPr>
            <p:spPr bwMode="auto">
              <a:xfrm>
                <a:off x="641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 name="Line 470"/>
              <p:cNvSpPr>
                <a:spLocks noChangeShapeType="1"/>
              </p:cNvSpPr>
              <p:nvPr userDrawn="1"/>
            </p:nvSpPr>
            <p:spPr bwMode="auto">
              <a:xfrm flipH="1">
                <a:off x="3600"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 name="Line 471"/>
              <p:cNvSpPr>
                <a:spLocks noChangeShapeType="1"/>
              </p:cNvSpPr>
              <p:nvPr userDrawn="1"/>
            </p:nvSpPr>
            <p:spPr bwMode="auto">
              <a:xfrm flipH="1">
                <a:off x="3600"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 name="Line 472"/>
              <p:cNvSpPr>
                <a:spLocks noChangeShapeType="1"/>
              </p:cNvSpPr>
              <p:nvPr userDrawn="1"/>
            </p:nvSpPr>
            <p:spPr bwMode="auto">
              <a:xfrm flipH="1">
                <a:off x="3600"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 name="Line 473"/>
              <p:cNvSpPr>
                <a:spLocks noChangeShapeType="1"/>
              </p:cNvSpPr>
              <p:nvPr userDrawn="1"/>
            </p:nvSpPr>
            <p:spPr bwMode="auto">
              <a:xfrm flipH="1">
                <a:off x="3600"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 name="Line 474"/>
              <p:cNvSpPr>
                <a:spLocks noChangeShapeType="1"/>
              </p:cNvSpPr>
              <p:nvPr userDrawn="1"/>
            </p:nvSpPr>
            <p:spPr bwMode="auto">
              <a:xfrm flipH="1">
                <a:off x="3600"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 name="Line 475"/>
              <p:cNvSpPr>
                <a:spLocks noChangeShapeType="1"/>
              </p:cNvSpPr>
              <p:nvPr userDrawn="1"/>
            </p:nvSpPr>
            <p:spPr bwMode="auto">
              <a:xfrm flipH="1">
                <a:off x="3600"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 name="Line 476"/>
              <p:cNvSpPr>
                <a:spLocks noChangeShapeType="1"/>
              </p:cNvSpPr>
              <p:nvPr userDrawn="1"/>
            </p:nvSpPr>
            <p:spPr bwMode="auto">
              <a:xfrm flipH="1">
                <a:off x="3600"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 name="Line 477"/>
              <p:cNvSpPr>
                <a:spLocks noChangeShapeType="1"/>
              </p:cNvSpPr>
              <p:nvPr userDrawn="1"/>
            </p:nvSpPr>
            <p:spPr bwMode="auto">
              <a:xfrm flipH="1">
                <a:off x="3600"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 name="Line 478"/>
              <p:cNvSpPr>
                <a:spLocks noChangeShapeType="1"/>
              </p:cNvSpPr>
              <p:nvPr userDrawn="1"/>
            </p:nvSpPr>
            <p:spPr bwMode="auto">
              <a:xfrm flipH="1">
                <a:off x="3600"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 name="Line 479"/>
              <p:cNvSpPr>
                <a:spLocks noChangeShapeType="1"/>
              </p:cNvSpPr>
              <p:nvPr userDrawn="1"/>
            </p:nvSpPr>
            <p:spPr bwMode="auto">
              <a:xfrm flipH="1">
                <a:off x="3600"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 name="Line 480"/>
              <p:cNvSpPr>
                <a:spLocks noChangeShapeType="1"/>
              </p:cNvSpPr>
              <p:nvPr userDrawn="1"/>
            </p:nvSpPr>
            <p:spPr bwMode="auto">
              <a:xfrm flipH="1">
                <a:off x="3600"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 name="Line 481"/>
              <p:cNvSpPr>
                <a:spLocks noChangeShapeType="1"/>
              </p:cNvSpPr>
              <p:nvPr userDrawn="1"/>
            </p:nvSpPr>
            <p:spPr bwMode="auto">
              <a:xfrm flipH="1">
                <a:off x="3600"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 name="Line 482"/>
              <p:cNvSpPr>
                <a:spLocks noChangeShapeType="1"/>
              </p:cNvSpPr>
              <p:nvPr userDrawn="1"/>
            </p:nvSpPr>
            <p:spPr bwMode="auto">
              <a:xfrm flipH="1">
                <a:off x="3600"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 name="Line 483"/>
              <p:cNvSpPr>
                <a:spLocks noChangeShapeType="1"/>
              </p:cNvSpPr>
              <p:nvPr userDrawn="1"/>
            </p:nvSpPr>
            <p:spPr bwMode="auto">
              <a:xfrm flipH="1">
                <a:off x="3854"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 name="Line 484"/>
              <p:cNvSpPr>
                <a:spLocks noChangeShapeType="1"/>
              </p:cNvSpPr>
              <p:nvPr userDrawn="1"/>
            </p:nvSpPr>
            <p:spPr bwMode="auto">
              <a:xfrm flipH="1">
                <a:off x="3854"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 name="Line 485"/>
              <p:cNvSpPr>
                <a:spLocks noChangeShapeType="1"/>
              </p:cNvSpPr>
              <p:nvPr userDrawn="1"/>
            </p:nvSpPr>
            <p:spPr bwMode="auto">
              <a:xfrm flipH="1">
                <a:off x="3854"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 name="Line 486"/>
              <p:cNvSpPr>
                <a:spLocks noChangeShapeType="1"/>
              </p:cNvSpPr>
              <p:nvPr userDrawn="1"/>
            </p:nvSpPr>
            <p:spPr bwMode="auto">
              <a:xfrm flipH="1">
                <a:off x="3854"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 name="Line 487"/>
              <p:cNvSpPr>
                <a:spLocks noChangeShapeType="1"/>
              </p:cNvSpPr>
              <p:nvPr userDrawn="1"/>
            </p:nvSpPr>
            <p:spPr bwMode="auto">
              <a:xfrm flipH="1">
                <a:off x="3854"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 name="Line 488"/>
              <p:cNvSpPr>
                <a:spLocks noChangeShapeType="1"/>
              </p:cNvSpPr>
              <p:nvPr userDrawn="1"/>
            </p:nvSpPr>
            <p:spPr bwMode="auto">
              <a:xfrm flipH="1">
                <a:off x="3854"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 name="Line 489"/>
              <p:cNvSpPr>
                <a:spLocks noChangeShapeType="1"/>
              </p:cNvSpPr>
              <p:nvPr userDrawn="1"/>
            </p:nvSpPr>
            <p:spPr bwMode="auto">
              <a:xfrm flipH="1">
                <a:off x="3854"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 name="Line 490"/>
              <p:cNvSpPr>
                <a:spLocks noChangeShapeType="1"/>
              </p:cNvSpPr>
              <p:nvPr userDrawn="1"/>
            </p:nvSpPr>
            <p:spPr bwMode="auto">
              <a:xfrm flipH="1">
                <a:off x="3854"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 name="Line 491"/>
              <p:cNvSpPr>
                <a:spLocks noChangeShapeType="1"/>
              </p:cNvSpPr>
              <p:nvPr userDrawn="1"/>
            </p:nvSpPr>
            <p:spPr bwMode="auto">
              <a:xfrm flipH="1">
                <a:off x="3854"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 name="Line 492"/>
              <p:cNvSpPr>
                <a:spLocks noChangeShapeType="1"/>
              </p:cNvSpPr>
              <p:nvPr userDrawn="1"/>
            </p:nvSpPr>
            <p:spPr bwMode="auto">
              <a:xfrm flipH="1">
                <a:off x="3854"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 name="Line 493"/>
              <p:cNvSpPr>
                <a:spLocks noChangeShapeType="1"/>
              </p:cNvSpPr>
              <p:nvPr userDrawn="1"/>
            </p:nvSpPr>
            <p:spPr bwMode="auto">
              <a:xfrm flipH="1">
                <a:off x="3854"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 name="Line 494"/>
              <p:cNvSpPr>
                <a:spLocks noChangeShapeType="1"/>
              </p:cNvSpPr>
              <p:nvPr userDrawn="1"/>
            </p:nvSpPr>
            <p:spPr bwMode="auto">
              <a:xfrm flipH="1">
                <a:off x="3854"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 name="Line 495"/>
              <p:cNvSpPr>
                <a:spLocks noChangeShapeType="1"/>
              </p:cNvSpPr>
              <p:nvPr userDrawn="1"/>
            </p:nvSpPr>
            <p:spPr bwMode="auto">
              <a:xfrm flipH="1">
                <a:off x="3854"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 name="Line 496"/>
              <p:cNvSpPr>
                <a:spLocks noChangeShapeType="1"/>
              </p:cNvSpPr>
              <p:nvPr userDrawn="1"/>
            </p:nvSpPr>
            <p:spPr bwMode="auto">
              <a:xfrm flipH="1">
                <a:off x="4108"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 name="Line 497"/>
              <p:cNvSpPr>
                <a:spLocks noChangeShapeType="1"/>
              </p:cNvSpPr>
              <p:nvPr userDrawn="1"/>
            </p:nvSpPr>
            <p:spPr bwMode="auto">
              <a:xfrm flipH="1">
                <a:off x="4108"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 name="Line 498"/>
              <p:cNvSpPr>
                <a:spLocks noChangeShapeType="1"/>
              </p:cNvSpPr>
              <p:nvPr userDrawn="1"/>
            </p:nvSpPr>
            <p:spPr bwMode="auto">
              <a:xfrm flipH="1">
                <a:off x="4108"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 name="Line 499"/>
              <p:cNvSpPr>
                <a:spLocks noChangeShapeType="1"/>
              </p:cNvSpPr>
              <p:nvPr userDrawn="1"/>
            </p:nvSpPr>
            <p:spPr bwMode="auto">
              <a:xfrm flipH="1">
                <a:off x="4108"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 name="Line 500"/>
              <p:cNvSpPr>
                <a:spLocks noChangeShapeType="1"/>
              </p:cNvSpPr>
              <p:nvPr userDrawn="1"/>
            </p:nvSpPr>
            <p:spPr bwMode="auto">
              <a:xfrm flipH="1">
                <a:off x="4108"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 name="Line 501"/>
              <p:cNvSpPr>
                <a:spLocks noChangeShapeType="1"/>
              </p:cNvSpPr>
              <p:nvPr userDrawn="1"/>
            </p:nvSpPr>
            <p:spPr bwMode="auto">
              <a:xfrm flipH="1">
                <a:off x="4108"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 name="Line 502"/>
              <p:cNvSpPr>
                <a:spLocks noChangeShapeType="1"/>
              </p:cNvSpPr>
              <p:nvPr userDrawn="1"/>
            </p:nvSpPr>
            <p:spPr bwMode="auto">
              <a:xfrm flipH="1">
                <a:off x="4108"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 name="Line 503"/>
              <p:cNvSpPr>
                <a:spLocks noChangeShapeType="1"/>
              </p:cNvSpPr>
              <p:nvPr userDrawn="1"/>
            </p:nvSpPr>
            <p:spPr bwMode="auto">
              <a:xfrm flipH="1">
                <a:off x="4108"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 name="Line 504"/>
              <p:cNvSpPr>
                <a:spLocks noChangeShapeType="1"/>
              </p:cNvSpPr>
              <p:nvPr userDrawn="1"/>
            </p:nvSpPr>
            <p:spPr bwMode="auto">
              <a:xfrm flipH="1">
                <a:off x="4108"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 name="Line 505"/>
              <p:cNvSpPr>
                <a:spLocks noChangeShapeType="1"/>
              </p:cNvSpPr>
              <p:nvPr userDrawn="1"/>
            </p:nvSpPr>
            <p:spPr bwMode="auto">
              <a:xfrm flipH="1">
                <a:off x="4108"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 name="Line 506"/>
              <p:cNvSpPr>
                <a:spLocks noChangeShapeType="1"/>
              </p:cNvSpPr>
              <p:nvPr userDrawn="1"/>
            </p:nvSpPr>
            <p:spPr bwMode="auto">
              <a:xfrm flipH="1">
                <a:off x="4108"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 name="Line 507"/>
              <p:cNvSpPr>
                <a:spLocks noChangeShapeType="1"/>
              </p:cNvSpPr>
              <p:nvPr userDrawn="1"/>
            </p:nvSpPr>
            <p:spPr bwMode="auto">
              <a:xfrm flipH="1">
                <a:off x="4108"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 name="Line 508"/>
              <p:cNvSpPr>
                <a:spLocks noChangeShapeType="1"/>
              </p:cNvSpPr>
              <p:nvPr userDrawn="1"/>
            </p:nvSpPr>
            <p:spPr bwMode="auto">
              <a:xfrm flipH="1">
                <a:off x="4108"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 name="Line 509"/>
              <p:cNvSpPr>
                <a:spLocks noChangeShapeType="1"/>
              </p:cNvSpPr>
              <p:nvPr userDrawn="1"/>
            </p:nvSpPr>
            <p:spPr bwMode="auto">
              <a:xfrm flipH="1">
                <a:off x="4362"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 name="Line 510"/>
              <p:cNvSpPr>
                <a:spLocks noChangeShapeType="1"/>
              </p:cNvSpPr>
              <p:nvPr userDrawn="1"/>
            </p:nvSpPr>
            <p:spPr bwMode="auto">
              <a:xfrm flipH="1">
                <a:off x="4362"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 name="Line 511"/>
              <p:cNvSpPr>
                <a:spLocks noChangeShapeType="1"/>
              </p:cNvSpPr>
              <p:nvPr userDrawn="1"/>
            </p:nvSpPr>
            <p:spPr bwMode="auto">
              <a:xfrm flipH="1">
                <a:off x="4362"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 name="Line 512"/>
              <p:cNvSpPr>
                <a:spLocks noChangeShapeType="1"/>
              </p:cNvSpPr>
              <p:nvPr userDrawn="1"/>
            </p:nvSpPr>
            <p:spPr bwMode="auto">
              <a:xfrm flipH="1">
                <a:off x="4362"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 name="Line 513"/>
              <p:cNvSpPr>
                <a:spLocks noChangeShapeType="1"/>
              </p:cNvSpPr>
              <p:nvPr userDrawn="1"/>
            </p:nvSpPr>
            <p:spPr bwMode="auto">
              <a:xfrm flipH="1">
                <a:off x="4362"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 name="Line 514"/>
              <p:cNvSpPr>
                <a:spLocks noChangeShapeType="1"/>
              </p:cNvSpPr>
              <p:nvPr userDrawn="1"/>
            </p:nvSpPr>
            <p:spPr bwMode="auto">
              <a:xfrm flipH="1">
                <a:off x="4362"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 name="Line 515"/>
              <p:cNvSpPr>
                <a:spLocks noChangeShapeType="1"/>
              </p:cNvSpPr>
              <p:nvPr userDrawn="1"/>
            </p:nvSpPr>
            <p:spPr bwMode="auto">
              <a:xfrm flipH="1">
                <a:off x="4362"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 name="Line 516"/>
              <p:cNvSpPr>
                <a:spLocks noChangeShapeType="1"/>
              </p:cNvSpPr>
              <p:nvPr userDrawn="1"/>
            </p:nvSpPr>
            <p:spPr bwMode="auto">
              <a:xfrm flipH="1">
                <a:off x="4362"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 name="Line 517"/>
              <p:cNvSpPr>
                <a:spLocks noChangeShapeType="1"/>
              </p:cNvSpPr>
              <p:nvPr userDrawn="1"/>
            </p:nvSpPr>
            <p:spPr bwMode="auto">
              <a:xfrm flipH="1">
                <a:off x="4362"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 name="Line 518"/>
              <p:cNvSpPr>
                <a:spLocks noChangeShapeType="1"/>
              </p:cNvSpPr>
              <p:nvPr userDrawn="1"/>
            </p:nvSpPr>
            <p:spPr bwMode="auto">
              <a:xfrm flipH="1">
                <a:off x="4362"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 name="Line 519"/>
              <p:cNvSpPr>
                <a:spLocks noChangeShapeType="1"/>
              </p:cNvSpPr>
              <p:nvPr userDrawn="1"/>
            </p:nvSpPr>
            <p:spPr bwMode="auto">
              <a:xfrm flipH="1">
                <a:off x="4362"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 name="Line 520"/>
              <p:cNvSpPr>
                <a:spLocks noChangeShapeType="1"/>
              </p:cNvSpPr>
              <p:nvPr userDrawn="1"/>
            </p:nvSpPr>
            <p:spPr bwMode="auto">
              <a:xfrm flipH="1">
                <a:off x="4362"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 name="Line 521"/>
              <p:cNvSpPr>
                <a:spLocks noChangeShapeType="1"/>
              </p:cNvSpPr>
              <p:nvPr userDrawn="1"/>
            </p:nvSpPr>
            <p:spPr bwMode="auto">
              <a:xfrm flipH="1">
                <a:off x="4362"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 name="Line 522"/>
              <p:cNvSpPr>
                <a:spLocks noChangeShapeType="1"/>
              </p:cNvSpPr>
              <p:nvPr userDrawn="1"/>
            </p:nvSpPr>
            <p:spPr bwMode="auto">
              <a:xfrm flipH="1">
                <a:off x="4616"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 name="Line 523"/>
              <p:cNvSpPr>
                <a:spLocks noChangeShapeType="1"/>
              </p:cNvSpPr>
              <p:nvPr userDrawn="1"/>
            </p:nvSpPr>
            <p:spPr bwMode="auto">
              <a:xfrm flipH="1">
                <a:off x="4616"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6" name="Line 524"/>
              <p:cNvSpPr>
                <a:spLocks noChangeShapeType="1"/>
              </p:cNvSpPr>
              <p:nvPr userDrawn="1"/>
            </p:nvSpPr>
            <p:spPr bwMode="auto">
              <a:xfrm flipH="1">
                <a:off x="4616"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7" name="Line 525"/>
              <p:cNvSpPr>
                <a:spLocks noChangeShapeType="1"/>
              </p:cNvSpPr>
              <p:nvPr userDrawn="1"/>
            </p:nvSpPr>
            <p:spPr bwMode="auto">
              <a:xfrm flipH="1">
                <a:off x="4616"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8" name="Line 526"/>
              <p:cNvSpPr>
                <a:spLocks noChangeShapeType="1"/>
              </p:cNvSpPr>
              <p:nvPr userDrawn="1"/>
            </p:nvSpPr>
            <p:spPr bwMode="auto">
              <a:xfrm flipH="1">
                <a:off x="4616"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9" name="Line 527"/>
              <p:cNvSpPr>
                <a:spLocks noChangeShapeType="1"/>
              </p:cNvSpPr>
              <p:nvPr userDrawn="1"/>
            </p:nvSpPr>
            <p:spPr bwMode="auto">
              <a:xfrm flipH="1">
                <a:off x="4616"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0" name="Line 528"/>
              <p:cNvSpPr>
                <a:spLocks noChangeShapeType="1"/>
              </p:cNvSpPr>
              <p:nvPr userDrawn="1"/>
            </p:nvSpPr>
            <p:spPr bwMode="auto">
              <a:xfrm flipH="1">
                <a:off x="4616"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1" name="Line 529"/>
              <p:cNvSpPr>
                <a:spLocks noChangeShapeType="1"/>
              </p:cNvSpPr>
              <p:nvPr userDrawn="1"/>
            </p:nvSpPr>
            <p:spPr bwMode="auto">
              <a:xfrm flipH="1">
                <a:off x="4616"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2" name="Line 530"/>
              <p:cNvSpPr>
                <a:spLocks noChangeShapeType="1"/>
              </p:cNvSpPr>
              <p:nvPr userDrawn="1"/>
            </p:nvSpPr>
            <p:spPr bwMode="auto">
              <a:xfrm flipH="1">
                <a:off x="4616"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3" name="Line 531"/>
              <p:cNvSpPr>
                <a:spLocks noChangeShapeType="1"/>
              </p:cNvSpPr>
              <p:nvPr userDrawn="1"/>
            </p:nvSpPr>
            <p:spPr bwMode="auto">
              <a:xfrm flipH="1">
                <a:off x="4616"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4" name="Line 532"/>
              <p:cNvSpPr>
                <a:spLocks noChangeShapeType="1"/>
              </p:cNvSpPr>
              <p:nvPr userDrawn="1"/>
            </p:nvSpPr>
            <p:spPr bwMode="auto">
              <a:xfrm flipH="1">
                <a:off x="4616"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5" name="Line 533"/>
              <p:cNvSpPr>
                <a:spLocks noChangeShapeType="1"/>
              </p:cNvSpPr>
              <p:nvPr userDrawn="1"/>
            </p:nvSpPr>
            <p:spPr bwMode="auto">
              <a:xfrm flipH="1">
                <a:off x="4616"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6" name="Line 534"/>
              <p:cNvSpPr>
                <a:spLocks noChangeShapeType="1"/>
              </p:cNvSpPr>
              <p:nvPr userDrawn="1"/>
            </p:nvSpPr>
            <p:spPr bwMode="auto">
              <a:xfrm flipH="1">
                <a:off x="4616"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7" name="Line 535"/>
              <p:cNvSpPr>
                <a:spLocks noChangeShapeType="1"/>
              </p:cNvSpPr>
              <p:nvPr userDrawn="1"/>
            </p:nvSpPr>
            <p:spPr bwMode="auto">
              <a:xfrm flipH="1">
                <a:off x="4870"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8" name="Line 536"/>
              <p:cNvSpPr>
                <a:spLocks noChangeShapeType="1"/>
              </p:cNvSpPr>
              <p:nvPr userDrawn="1"/>
            </p:nvSpPr>
            <p:spPr bwMode="auto">
              <a:xfrm flipH="1">
                <a:off x="4870"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9" name="Line 537"/>
              <p:cNvSpPr>
                <a:spLocks noChangeShapeType="1"/>
              </p:cNvSpPr>
              <p:nvPr userDrawn="1"/>
            </p:nvSpPr>
            <p:spPr bwMode="auto">
              <a:xfrm flipH="1">
                <a:off x="4870"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0" name="Line 538"/>
              <p:cNvSpPr>
                <a:spLocks noChangeShapeType="1"/>
              </p:cNvSpPr>
              <p:nvPr userDrawn="1"/>
            </p:nvSpPr>
            <p:spPr bwMode="auto">
              <a:xfrm flipH="1">
                <a:off x="4870"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1" name="Line 539"/>
              <p:cNvSpPr>
                <a:spLocks noChangeShapeType="1"/>
              </p:cNvSpPr>
              <p:nvPr userDrawn="1"/>
            </p:nvSpPr>
            <p:spPr bwMode="auto">
              <a:xfrm flipH="1">
                <a:off x="4870"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2" name="Line 540"/>
              <p:cNvSpPr>
                <a:spLocks noChangeShapeType="1"/>
              </p:cNvSpPr>
              <p:nvPr userDrawn="1"/>
            </p:nvSpPr>
            <p:spPr bwMode="auto">
              <a:xfrm flipH="1">
                <a:off x="4870"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3" name="Line 541"/>
              <p:cNvSpPr>
                <a:spLocks noChangeShapeType="1"/>
              </p:cNvSpPr>
              <p:nvPr userDrawn="1"/>
            </p:nvSpPr>
            <p:spPr bwMode="auto">
              <a:xfrm flipH="1">
                <a:off x="4870"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4" name="Line 542"/>
              <p:cNvSpPr>
                <a:spLocks noChangeShapeType="1"/>
              </p:cNvSpPr>
              <p:nvPr userDrawn="1"/>
            </p:nvSpPr>
            <p:spPr bwMode="auto">
              <a:xfrm flipH="1">
                <a:off x="4870"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5" name="Line 543"/>
              <p:cNvSpPr>
                <a:spLocks noChangeShapeType="1"/>
              </p:cNvSpPr>
              <p:nvPr userDrawn="1"/>
            </p:nvSpPr>
            <p:spPr bwMode="auto">
              <a:xfrm flipH="1">
                <a:off x="4870"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6" name="Line 544"/>
              <p:cNvSpPr>
                <a:spLocks noChangeShapeType="1"/>
              </p:cNvSpPr>
              <p:nvPr userDrawn="1"/>
            </p:nvSpPr>
            <p:spPr bwMode="auto">
              <a:xfrm flipH="1">
                <a:off x="4870"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7" name="Line 545"/>
              <p:cNvSpPr>
                <a:spLocks noChangeShapeType="1"/>
              </p:cNvSpPr>
              <p:nvPr userDrawn="1"/>
            </p:nvSpPr>
            <p:spPr bwMode="auto">
              <a:xfrm flipH="1">
                <a:off x="4870"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8" name="Line 546"/>
              <p:cNvSpPr>
                <a:spLocks noChangeShapeType="1"/>
              </p:cNvSpPr>
              <p:nvPr userDrawn="1"/>
            </p:nvSpPr>
            <p:spPr bwMode="auto">
              <a:xfrm flipH="1">
                <a:off x="4870"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9" name="Line 547"/>
              <p:cNvSpPr>
                <a:spLocks noChangeShapeType="1"/>
              </p:cNvSpPr>
              <p:nvPr userDrawn="1"/>
            </p:nvSpPr>
            <p:spPr bwMode="auto">
              <a:xfrm flipH="1">
                <a:off x="4870"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0" name="Line 548"/>
              <p:cNvSpPr>
                <a:spLocks noChangeShapeType="1"/>
              </p:cNvSpPr>
              <p:nvPr userDrawn="1"/>
            </p:nvSpPr>
            <p:spPr bwMode="auto">
              <a:xfrm flipH="1">
                <a:off x="5124"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1" name="Line 549"/>
              <p:cNvSpPr>
                <a:spLocks noChangeShapeType="1"/>
              </p:cNvSpPr>
              <p:nvPr userDrawn="1"/>
            </p:nvSpPr>
            <p:spPr bwMode="auto">
              <a:xfrm flipH="1">
                <a:off x="5124"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2" name="Line 550"/>
              <p:cNvSpPr>
                <a:spLocks noChangeShapeType="1"/>
              </p:cNvSpPr>
              <p:nvPr userDrawn="1"/>
            </p:nvSpPr>
            <p:spPr bwMode="auto">
              <a:xfrm flipH="1">
                <a:off x="5124"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3" name="Line 551"/>
              <p:cNvSpPr>
                <a:spLocks noChangeShapeType="1"/>
              </p:cNvSpPr>
              <p:nvPr userDrawn="1"/>
            </p:nvSpPr>
            <p:spPr bwMode="auto">
              <a:xfrm flipH="1">
                <a:off x="5124"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4" name="Line 552"/>
              <p:cNvSpPr>
                <a:spLocks noChangeShapeType="1"/>
              </p:cNvSpPr>
              <p:nvPr userDrawn="1"/>
            </p:nvSpPr>
            <p:spPr bwMode="auto">
              <a:xfrm flipH="1">
                <a:off x="5124"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5" name="Line 553"/>
              <p:cNvSpPr>
                <a:spLocks noChangeShapeType="1"/>
              </p:cNvSpPr>
              <p:nvPr userDrawn="1"/>
            </p:nvSpPr>
            <p:spPr bwMode="auto">
              <a:xfrm flipH="1">
                <a:off x="5124"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6" name="Line 554"/>
              <p:cNvSpPr>
                <a:spLocks noChangeShapeType="1"/>
              </p:cNvSpPr>
              <p:nvPr userDrawn="1"/>
            </p:nvSpPr>
            <p:spPr bwMode="auto">
              <a:xfrm flipH="1">
                <a:off x="5124"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7" name="Line 555"/>
              <p:cNvSpPr>
                <a:spLocks noChangeShapeType="1"/>
              </p:cNvSpPr>
              <p:nvPr userDrawn="1"/>
            </p:nvSpPr>
            <p:spPr bwMode="auto">
              <a:xfrm flipH="1">
                <a:off x="5124"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8" name="Line 556"/>
              <p:cNvSpPr>
                <a:spLocks noChangeShapeType="1"/>
              </p:cNvSpPr>
              <p:nvPr userDrawn="1"/>
            </p:nvSpPr>
            <p:spPr bwMode="auto">
              <a:xfrm flipH="1">
                <a:off x="5124"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9" name="Line 557"/>
              <p:cNvSpPr>
                <a:spLocks noChangeShapeType="1"/>
              </p:cNvSpPr>
              <p:nvPr userDrawn="1"/>
            </p:nvSpPr>
            <p:spPr bwMode="auto">
              <a:xfrm flipH="1">
                <a:off x="5124"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0" name="Line 558"/>
              <p:cNvSpPr>
                <a:spLocks noChangeShapeType="1"/>
              </p:cNvSpPr>
              <p:nvPr userDrawn="1"/>
            </p:nvSpPr>
            <p:spPr bwMode="auto">
              <a:xfrm flipH="1">
                <a:off x="5124"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1" name="Line 559"/>
              <p:cNvSpPr>
                <a:spLocks noChangeShapeType="1"/>
              </p:cNvSpPr>
              <p:nvPr userDrawn="1"/>
            </p:nvSpPr>
            <p:spPr bwMode="auto">
              <a:xfrm flipH="1">
                <a:off x="5124"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2" name="Line 560"/>
              <p:cNvSpPr>
                <a:spLocks noChangeShapeType="1"/>
              </p:cNvSpPr>
              <p:nvPr userDrawn="1"/>
            </p:nvSpPr>
            <p:spPr bwMode="auto">
              <a:xfrm flipH="1">
                <a:off x="5124"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3" name="Line 561"/>
              <p:cNvSpPr>
                <a:spLocks noChangeShapeType="1"/>
              </p:cNvSpPr>
              <p:nvPr userDrawn="1"/>
            </p:nvSpPr>
            <p:spPr bwMode="auto">
              <a:xfrm flipH="1">
                <a:off x="5378"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4" name="Line 562"/>
              <p:cNvSpPr>
                <a:spLocks noChangeShapeType="1"/>
              </p:cNvSpPr>
              <p:nvPr userDrawn="1"/>
            </p:nvSpPr>
            <p:spPr bwMode="auto">
              <a:xfrm flipH="1">
                <a:off x="5378"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5" name="Line 563"/>
              <p:cNvSpPr>
                <a:spLocks noChangeShapeType="1"/>
              </p:cNvSpPr>
              <p:nvPr userDrawn="1"/>
            </p:nvSpPr>
            <p:spPr bwMode="auto">
              <a:xfrm flipH="1">
                <a:off x="5378"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6" name="Line 564"/>
              <p:cNvSpPr>
                <a:spLocks noChangeShapeType="1"/>
              </p:cNvSpPr>
              <p:nvPr userDrawn="1"/>
            </p:nvSpPr>
            <p:spPr bwMode="auto">
              <a:xfrm flipH="1">
                <a:off x="5378"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7" name="Line 565"/>
              <p:cNvSpPr>
                <a:spLocks noChangeShapeType="1"/>
              </p:cNvSpPr>
              <p:nvPr userDrawn="1"/>
            </p:nvSpPr>
            <p:spPr bwMode="auto">
              <a:xfrm flipH="1">
                <a:off x="5378"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8" name="Line 566"/>
              <p:cNvSpPr>
                <a:spLocks noChangeShapeType="1"/>
              </p:cNvSpPr>
              <p:nvPr userDrawn="1"/>
            </p:nvSpPr>
            <p:spPr bwMode="auto">
              <a:xfrm flipH="1">
                <a:off x="5378"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9" name="Line 567"/>
              <p:cNvSpPr>
                <a:spLocks noChangeShapeType="1"/>
              </p:cNvSpPr>
              <p:nvPr userDrawn="1"/>
            </p:nvSpPr>
            <p:spPr bwMode="auto">
              <a:xfrm flipH="1">
                <a:off x="5378"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0" name="Line 568"/>
              <p:cNvSpPr>
                <a:spLocks noChangeShapeType="1"/>
              </p:cNvSpPr>
              <p:nvPr userDrawn="1"/>
            </p:nvSpPr>
            <p:spPr bwMode="auto">
              <a:xfrm flipH="1">
                <a:off x="5378"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1" name="Line 569"/>
              <p:cNvSpPr>
                <a:spLocks noChangeShapeType="1"/>
              </p:cNvSpPr>
              <p:nvPr userDrawn="1"/>
            </p:nvSpPr>
            <p:spPr bwMode="auto">
              <a:xfrm flipH="1">
                <a:off x="5378"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2" name="Line 570"/>
              <p:cNvSpPr>
                <a:spLocks noChangeShapeType="1"/>
              </p:cNvSpPr>
              <p:nvPr userDrawn="1"/>
            </p:nvSpPr>
            <p:spPr bwMode="auto">
              <a:xfrm flipH="1">
                <a:off x="5378"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3" name="Line 571"/>
              <p:cNvSpPr>
                <a:spLocks noChangeShapeType="1"/>
              </p:cNvSpPr>
              <p:nvPr userDrawn="1"/>
            </p:nvSpPr>
            <p:spPr bwMode="auto">
              <a:xfrm flipH="1">
                <a:off x="5378"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4" name="Line 572"/>
              <p:cNvSpPr>
                <a:spLocks noChangeShapeType="1"/>
              </p:cNvSpPr>
              <p:nvPr userDrawn="1"/>
            </p:nvSpPr>
            <p:spPr bwMode="auto">
              <a:xfrm flipH="1">
                <a:off x="5378"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5" name="Line 573"/>
              <p:cNvSpPr>
                <a:spLocks noChangeShapeType="1"/>
              </p:cNvSpPr>
              <p:nvPr userDrawn="1"/>
            </p:nvSpPr>
            <p:spPr bwMode="auto">
              <a:xfrm flipH="1">
                <a:off x="5378"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6" name="Line 574"/>
              <p:cNvSpPr>
                <a:spLocks noChangeShapeType="1"/>
              </p:cNvSpPr>
              <p:nvPr userDrawn="1"/>
            </p:nvSpPr>
            <p:spPr bwMode="auto">
              <a:xfrm flipH="1">
                <a:off x="5632"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7" name="Line 575"/>
              <p:cNvSpPr>
                <a:spLocks noChangeShapeType="1"/>
              </p:cNvSpPr>
              <p:nvPr userDrawn="1"/>
            </p:nvSpPr>
            <p:spPr bwMode="auto">
              <a:xfrm flipH="1">
                <a:off x="5632"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8" name="Line 576"/>
              <p:cNvSpPr>
                <a:spLocks noChangeShapeType="1"/>
              </p:cNvSpPr>
              <p:nvPr userDrawn="1"/>
            </p:nvSpPr>
            <p:spPr bwMode="auto">
              <a:xfrm flipH="1">
                <a:off x="5632"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9" name="Line 577"/>
              <p:cNvSpPr>
                <a:spLocks noChangeShapeType="1"/>
              </p:cNvSpPr>
              <p:nvPr userDrawn="1"/>
            </p:nvSpPr>
            <p:spPr bwMode="auto">
              <a:xfrm flipH="1">
                <a:off x="5632"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0" name="Line 578"/>
              <p:cNvSpPr>
                <a:spLocks noChangeShapeType="1"/>
              </p:cNvSpPr>
              <p:nvPr userDrawn="1"/>
            </p:nvSpPr>
            <p:spPr bwMode="auto">
              <a:xfrm flipH="1">
                <a:off x="5632"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1" name="Line 579"/>
              <p:cNvSpPr>
                <a:spLocks noChangeShapeType="1"/>
              </p:cNvSpPr>
              <p:nvPr userDrawn="1"/>
            </p:nvSpPr>
            <p:spPr bwMode="auto">
              <a:xfrm flipH="1">
                <a:off x="5632"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2" name="Line 580"/>
              <p:cNvSpPr>
                <a:spLocks noChangeShapeType="1"/>
              </p:cNvSpPr>
              <p:nvPr userDrawn="1"/>
            </p:nvSpPr>
            <p:spPr bwMode="auto">
              <a:xfrm flipH="1">
                <a:off x="5632"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3" name="Line 581"/>
              <p:cNvSpPr>
                <a:spLocks noChangeShapeType="1"/>
              </p:cNvSpPr>
              <p:nvPr userDrawn="1"/>
            </p:nvSpPr>
            <p:spPr bwMode="auto">
              <a:xfrm flipH="1">
                <a:off x="5632"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4" name="Line 582"/>
              <p:cNvSpPr>
                <a:spLocks noChangeShapeType="1"/>
              </p:cNvSpPr>
              <p:nvPr userDrawn="1"/>
            </p:nvSpPr>
            <p:spPr bwMode="auto">
              <a:xfrm flipH="1">
                <a:off x="5632"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5" name="Line 583"/>
              <p:cNvSpPr>
                <a:spLocks noChangeShapeType="1"/>
              </p:cNvSpPr>
              <p:nvPr userDrawn="1"/>
            </p:nvSpPr>
            <p:spPr bwMode="auto">
              <a:xfrm flipH="1">
                <a:off x="5632"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6" name="Line 584"/>
              <p:cNvSpPr>
                <a:spLocks noChangeShapeType="1"/>
              </p:cNvSpPr>
              <p:nvPr userDrawn="1"/>
            </p:nvSpPr>
            <p:spPr bwMode="auto">
              <a:xfrm flipH="1">
                <a:off x="5632"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7" name="Line 585"/>
              <p:cNvSpPr>
                <a:spLocks noChangeShapeType="1"/>
              </p:cNvSpPr>
              <p:nvPr userDrawn="1"/>
            </p:nvSpPr>
            <p:spPr bwMode="auto">
              <a:xfrm flipH="1">
                <a:off x="5632"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8" name="Line 586"/>
              <p:cNvSpPr>
                <a:spLocks noChangeShapeType="1"/>
              </p:cNvSpPr>
              <p:nvPr userDrawn="1"/>
            </p:nvSpPr>
            <p:spPr bwMode="auto">
              <a:xfrm flipH="1">
                <a:off x="5632"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9" name="Line 587"/>
              <p:cNvSpPr>
                <a:spLocks noChangeShapeType="1"/>
              </p:cNvSpPr>
              <p:nvPr userDrawn="1"/>
            </p:nvSpPr>
            <p:spPr bwMode="auto">
              <a:xfrm flipH="1">
                <a:off x="5886"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0" name="Line 588"/>
              <p:cNvSpPr>
                <a:spLocks noChangeShapeType="1"/>
              </p:cNvSpPr>
              <p:nvPr userDrawn="1"/>
            </p:nvSpPr>
            <p:spPr bwMode="auto">
              <a:xfrm flipH="1">
                <a:off x="5886"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1" name="Line 589"/>
              <p:cNvSpPr>
                <a:spLocks noChangeShapeType="1"/>
              </p:cNvSpPr>
              <p:nvPr userDrawn="1"/>
            </p:nvSpPr>
            <p:spPr bwMode="auto">
              <a:xfrm flipH="1">
                <a:off x="5886"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2" name="Line 590"/>
              <p:cNvSpPr>
                <a:spLocks noChangeShapeType="1"/>
              </p:cNvSpPr>
              <p:nvPr userDrawn="1"/>
            </p:nvSpPr>
            <p:spPr bwMode="auto">
              <a:xfrm flipH="1">
                <a:off x="5886"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3" name="Line 591"/>
              <p:cNvSpPr>
                <a:spLocks noChangeShapeType="1"/>
              </p:cNvSpPr>
              <p:nvPr userDrawn="1"/>
            </p:nvSpPr>
            <p:spPr bwMode="auto">
              <a:xfrm flipH="1">
                <a:off x="5886"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4" name="Line 592"/>
              <p:cNvSpPr>
                <a:spLocks noChangeShapeType="1"/>
              </p:cNvSpPr>
              <p:nvPr userDrawn="1"/>
            </p:nvSpPr>
            <p:spPr bwMode="auto">
              <a:xfrm flipH="1">
                <a:off x="5886"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5" name="Line 593"/>
              <p:cNvSpPr>
                <a:spLocks noChangeShapeType="1"/>
              </p:cNvSpPr>
              <p:nvPr userDrawn="1"/>
            </p:nvSpPr>
            <p:spPr bwMode="auto">
              <a:xfrm flipH="1">
                <a:off x="5886"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6" name="Line 594"/>
              <p:cNvSpPr>
                <a:spLocks noChangeShapeType="1"/>
              </p:cNvSpPr>
              <p:nvPr userDrawn="1"/>
            </p:nvSpPr>
            <p:spPr bwMode="auto">
              <a:xfrm flipH="1">
                <a:off x="5886"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7" name="Line 595"/>
              <p:cNvSpPr>
                <a:spLocks noChangeShapeType="1"/>
              </p:cNvSpPr>
              <p:nvPr userDrawn="1"/>
            </p:nvSpPr>
            <p:spPr bwMode="auto">
              <a:xfrm flipH="1">
                <a:off x="5886"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8" name="Line 596"/>
              <p:cNvSpPr>
                <a:spLocks noChangeShapeType="1"/>
              </p:cNvSpPr>
              <p:nvPr userDrawn="1"/>
            </p:nvSpPr>
            <p:spPr bwMode="auto">
              <a:xfrm flipH="1">
                <a:off x="5886"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9" name="Line 597"/>
              <p:cNvSpPr>
                <a:spLocks noChangeShapeType="1"/>
              </p:cNvSpPr>
              <p:nvPr userDrawn="1"/>
            </p:nvSpPr>
            <p:spPr bwMode="auto">
              <a:xfrm flipH="1">
                <a:off x="5886"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0" name="Line 598"/>
              <p:cNvSpPr>
                <a:spLocks noChangeShapeType="1"/>
              </p:cNvSpPr>
              <p:nvPr userDrawn="1"/>
            </p:nvSpPr>
            <p:spPr bwMode="auto">
              <a:xfrm flipH="1">
                <a:off x="5886"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1" name="Line 599"/>
              <p:cNvSpPr>
                <a:spLocks noChangeShapeType="1"/>
              </p:cNvSpPr>
              <p:nvPr userDrawn="1"/>
            </p:nvSpPr>
            <p:spPr bwMode="auto">
              <a:xfrm flipH="1">
                <a:off x="5886"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2" name="Line 600"/>
              <p:cNvSpPr>
                <a:spLocks noChangeShapeType="1"/>
              </p:cNvSpPr>
              <p:nvPr userDrawn="1"/>
            </p:nvSpPr>
            <p:spPr bwMode="auto">
              <a:xfrm flipH="1">
                <a:off x="6140" y="261"/>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3" name="Line 601"/>
              <p:cNvSpPr>
                <a:spLocks noChangeShapeType="1"/>
              </p:cNvSpPr>
              <p:nvPr userDrawn="1"/>
            </p:nvSpPr>
            <p:spPr bwMode="auto">
              <a:xfrm flipH="1">
                <a:off x="6140" y="515"/>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4" name="Line 602"/>
              <p:cNvSpPr>
                <a:spLocks noChangeShapeType="1"/>
              </p:cNvSpPr>
              <p:nvPr userDrawn="1"/>
            </p:nvSpPr>
            <p:spPr bwMode="auto">
              <a:xfrm flipH="1">
                <a:off x="6140" y="769"/>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5" name="Line 603"/>
              <p:cNvSpPr>
                <a:spLocks noChangeShapeType="1"/>
              </p:cNvSpPr>
              <p:nvPr userDrawn="1"/>
            </p:nvSpPr>
            <p:spPr bwMode="auto">
              <a:xfrm flipH="1">
                <a:off x="6140" y="1024"/>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6" name="Line 604"/>
              <p:cNvSpPr>
                <a:spLocks noChangeShapeType="1"/>
              </p:cNvSpPr>
              <p:nvPr userDrawn="1"/>
            </p:nvSpPr>
            <p:spPr bwMode="auto">
              <a:xfrm flipH="1">
                <a:off x="6140" y="1278"/>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7" name="Line 605"/>
              <p:cNvSpPr>
                <a:spLocks noChangeShapeType="1"/>
              </p:cNvSpPr>
              <p:nvPr userDrawn="1"/>
            </p:nvSpPr>
            <p:spPr bwMode="auto">
              <a:xfrm flipH="1">
                <a:off x="6140" y="1532"/>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8" name="Line 606"/>
              <p:cNvSpPr>
                <a:spLocks noChangeShapeType="1"/>
              </p:cNvSpPr>
              <p:nvPr userDrawn="1"/>
            </p:nvSpPr>
            <p:spPr bwMode="auto">
              <a:xfrm flipH="1">
                <a:off x="6140" y="178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20" name="Line 608"/>
            <p:cNvSpPr>
              <a:spLocks noChangeShapeType="1"/>
            </p:cNvSpPr>
            <p:nvPr userDrawn="1"/>
          </p:nvSpPr>
          <p:spPr bwMode="auto">
            <a:xfrm flipH="1">
              <a:off x="8307388" y="32385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 name="Line 609"/>
            <p:cNvSpPr>
              <a:spLocks noChangeShapeType="1"/>
            </p:cNvSpPr>
            <p:nvPr userDrawn="1"/>
          </p:nvSpPr>
          <p:spPr bwMode="auto">
            <a:xfrm flipH="1">
              <a:off x="8307388" y="36417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 name="Line 610"/>
            <p:cNvSpPr>
              <a:spLocks noChangeShapeType="1"/>
            </p:cNvSpPr>
            <p:nvPr userDrawn="1"/>
          </p:nvSpPr>
          <p:spPr bwMode="auto">
            <a:xfrm flipH="1">
              <a:off x="8307388" y="40449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 name="Line 611"/>
            <p:cNvSpPr>
              <a:spLocks noChangeShapeType="1"/>
            </p:cNvSpPr>
            <p:nvPr userDrawn="1"/>
          </p:nvSpPr>
          <p:spPr bwMode="auto">
            <a:xfrm flipH="1">
              <a:off x="8307388" y="44481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 name="Line 612"/>
            <p:cNvSpPr>
              <a:spLocks noChangeShapeType="1"/>
            </p:cNvSpPr>
            <p:nvPr userDrawn="1"/>
          </p:nvSpPr>
          <p:spPr bwMode="auto">
            <a:xfrm flipH="1">
              <a:off x="8307388" y="48514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 name="Line 613"/>
            <p:cNvSpPr>
              <a:spLocks noChangeShapeType="1"/>
            </p:cNvSpPr>
            <p:nvPr userDrawn="1"/>
          </p:nvSpPr>
          <p:spPr bwMode="auto">
            <a:xfrm flipH="1">
              <a:off x="8307388" y="52578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 name="Line 614"/>
            <p:cNvSpPr>
              <a:spLocks noChangeShapeType="1"/>
            </p:cNvSpPr>
            <p:nvPr userDrawn="1"/>
          </p:nvSpPr>
          <p:spPr bwMode="auto">
            <a:xfrm flipH="1">
              <a:off x="8710613" y="414338"/>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 name="Line 615"/>
            <p:cNvSpPr>
              <a:spLocks noChangeShapeType="1"/>
            </p:cNvSpPr>
            <p:nvPr userDrawn="1"/>
          </p:nvSpPr>
          <p:spPr bwMode="auto">
            <a:xfrm flipH="1">
              <a:off x="8710613" y="817563"/>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 name="Line 616"/>
            <p:cNvSpPr>
              <a:spLocks noChangeShapeType="1"/>
            </p:cNvSpPr>
            <p:nvPr userDrawn="1"/>
          </p:nvSpPr>
          <p:spPr bwMode="auto">
            <a:xfrm flipH="1">
              <a:off x="8710613" y="1220788"/>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 name="Line 617"/>
            <p:cNvSpPr>
              <a:spLocks noChangeShapeType="1"/>
            </p:cNvSpPr>
            <p:nvPr userDrawn="1"/>
          </p:nvSpPr>
          <p:spPr bwMode="auto">
            <a:xfrm flipH="1">
              <a:off x="8710613" y="16256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 name="Line 618"/>
            <p:cNvSpPr>
              <a:spLocks noChangeShapeType="1"/>
            </p:cNvSpPr>
            <p:nvPr userDrawn="1"/>
          </p:nvSpPr>
          <p:spPr bwMode="auto">
            <a:xfrm flipH="1">
              <a:off x="8710613" y="20288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 name="Line 619"/>
            <p:cNvSpPr>
              <a:spLocks noChangeShapeType="1"/>
            </p:cNvSpPr>
            <p:nvPr userDrawn="1"/>
          </p:nvSpPr>
          <p:spPr bwMode="auto">
            <a:xfrm flipH="1">
              <a:off x="8710613" y="24320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 name="Line 620"/>
            <p:cNvSpPr>
              <a:spLocks noChangeShapeType="1"/>
            </p:cNvSpPr>
            <p:nvPr userDrawn="1"/>
          </p:nvSpPr>
          <p:spPr bwMode="auto">
            <a:xfrm flipH="1">
              <a:off x="8710613" y="28352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 name="Line 621"/>
            <p:cNvSpPr>
              <a:spLocks noChangeShapeType="1"/>
            </p:cNvSpPr>
            <p:nvPr userDrawn="1"/>
          </p:nvSpPr>
          <p:spPr bwMode="auto">
            <a:xfrm flipH="1">
              <a:off x="8710613" y="32385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 name="Line 622"/>
            <p:cNvSpPr>
              <a:spLocks noChangeShapeType="1"/>
            </p:cNvSpPr>
            <p:nvPr userDrawn="1"/>
          </p:nvSpPr>
          <p:spPr bwMode="auto">
            <a:xfrm flipH="1">
              <a:off x="8710613" y="36417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 name="Line 623"/>
            <p:cNvSpPr>
              <a:spLocks noChangeShapeType="1"/>
            </p:cNvSpPr>
            <p:nvPr userDrawn="1"/>
          </p:nvSpPr>
          <p:spPr bwMode="auto">
            <a:xfrm flipH="1">
              <a:off x="8710613" y="40449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 name="Line 624"/>
            <p:cNvSpPr>
              <a:spLocks noChangeShapeType="1"/>
            </p:cNvSpPr>
            <p:nvPr userDrawn="1"/>
          </p:nvSpPr>
          <p:spPr bwMode="auto">
            <a:xfrm flipH="1">
              <a:off x="8710613" y="44481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 name="Line 625"/>
            <p:cNvSpPr>
              <a:spLocks noChangeShapeType="1"/>
            </p:cNvSpPr>
            <p:nvPr userDrawn="1"/>
          </p:nvSpPr>
          <p:spPr bwMode="auto">
            <a:xfrm flipH="1">
              <a:off x="8710613" y="48514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 name="Line 626"/>
            <p:cNvSpPr>
              <a:spLocks noChangeShapeType="1"/>
            </p:cNvSpPr>
            <p:nvPr userDrawn="1"/>
          </p:nvSpPr>
          <p:spPr bwMode="auto">
            <a:xfrm flipH="1">
              <a:off x="8710613" y="52578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 name="Line 679"/>
            <p:cNvSpPr>
              <a:spLocks noChangeShapeType="1"/>
            </p:cNvSpPr>
            <p:nvPr userDrawn="1"/>
          </p:nvSpPr>
          <p:spPr bwMode="auto">
            <a:xfrm>
              <a:off x="43037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 name="Line 680"/>
            <p:cNvSpPr>
              <a:spLocks noChangeShapeType="1"/>
            </p:cNvSpPr>
            <p:nvPr userDrawn="1"/>
          </p:nvSpPr>
          <p:spPr bwMode="auto">
            <a:xfrm>
              <a:off x="43037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 name="Line 681"/>
            <p:cNvSpPr>
              <a:spLocks noChangeShapeType="1"/>
            </p:cNvSpPr>
            <p:nvPr userDrawn="1"/>
          </p:nvSpPr>
          <p:spPr bwMode="auto">
            <a:xfrm>
              <a:off x="47069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 name="Line 682"/>
            <p:cNvSpPr>
              <a:spLocks noChangeShapeType="1"/>
            </p:cNvSpPr>
            <p:nvPr userDrawn="1"/>
          </p:nvSpPr>
          <p:spPr bwMode="auto">
            <a:xfrm>
              <a:off x="47069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 name="Line 683"/>
            <p:cNvSpPr>
              <a:spLocks noChangeShapeType="1"/>
            </p:cNvSpPr>
            <p:nvPr userDrawn="1"/>
          </p:nvSpPr>
          <p:spPr bwMode="auto">
            <a:xfrm>
              <a:off x="51101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 name="Line 684"/>
            <p:cNvSpPr>
              <a:spLocks noChangeShapeType="1"/>
            </p:cNvSpPr>
            <p:nvPr userDrawn="1"/>
          </p:nvSpPr>
          <p:spPr bwMode="auto">
            <a:xfrm>
              <a:off x="51101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 name="Line 685"/>
            <p:cNvSpPr>
              <a:spLocks noChangeShapeType="1"/>
            </p:cNvSpPr>
            <p:nvPr userDrawn="1"/>
          </p:nvSpPr>
          <p:spPr bwMode="auto">
            <a:xfrm>
              <a:off x="55133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 name="Line 686"/>
            <p:cNvSpPr>
              <a:spLocks noChangeShapeType="1"/>
            </p:cNvSpPr>
            <p:nvPr userDrawn="1"/>
          </p:nvSpPr>
          <p:spPr bwMode="auto">
            <a:xfrm>
              <a:off x="55133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 name="Line 687"/>
            <p:cNvSpPr>
              <a:spLocks noChangeShapeType="1"/>
            </p:cNvSpPr>
            <p:nvPr userDrawn="1"/>
          </p:nvSpPr>
          <p:spPr bwMode="auto">
            <a:xfrm>
              <a:off x="59166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 name="Line 688"/>
            <p:cNvSpPr>
              <a:spLocks noChangeShapeType="1"/>
            </p:cNvSpPr>
            <p:nvPr userDrawn="1"/>
          </p:nvSpPr>
          <p:spPr bwMode="auto">
            <a:xfrm>
              <a:off x="59166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 name="Line 689"/>
            <p:cNvSpPr>
              <a:spLocks noChangeShapeType="1"/>
            </p:cNvSpPr>
            <p:nvPr userDrawn="1"/>
          </p:nvSpPr>
          <p:spPr bwMode="auto">
            <a:xfrm>
              <a:off x="63198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 name="Line 690"/>
            <p:cNvSpPr>
              <a:spLocks noChangeShapeType="1"/>
            </p:cNvSpPr>
            <p:nvPr userDrawn="1"/>
          </p:nvSpPr>
          <p:spPr bwMode="auto">
            <a:xfrm>
              <a:off x="63198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 name="Line 691"/>
            <p:cNvSpPr>
              <a:spLocks noChangeShapeType="1"/>
            </p:cNvSpPr>
            <p:nvPr userDrawn="1"/>
          </p:nvSpPr>
          <p:spPr bwMode="auto">
            <a:xfrm>
              <a:off x="67230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 name="Line 692"/>
            <p:cNvSpPr>
              <a:spLocks noChangeShapeType="1"/>
            </p:cNvSpPr>
            <p:nvPr userDrawn="1"/>
          </p:nvSpPr>
          <p:spPr bwMode="auto">
            <a:xfrm>
              <a:off x="67230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 name="Line 693"/>
            <p:cNvSpPr>
              <a:spLocks noChangeShapeType="1"/>
            </p:cNvSpPr>
            <p:nvPr userDrawn="1"/>
          </p:nvSpPr>
          <p:spPr bwMode="auto">
            <a:xfrm>
              <a:off x="71262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 name="Line 694"/>
            <p:cNvSpPr>
              <a:spLocks noChangeShapeType="1"/>
            </p:cNvSpPr>
            <p:nvPr userDrawn="1"/>
          </p:nvSpPr>
          <p:spPr bwMode="auto">
            <a:xfrm>
              <a:off x="71262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 name="Line 695"/>
            <p:cNvSpPr>
              <a:spLocks noChangeShapeType="1"/>
            </p:cNvSpPr>
            <p:nvPr userDrawn="1"/>
          </p:nvSpPr>
          <p:spPr bwMode="auto">
            <a:xfrm>
              <a:off x="75295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 name="Line 696"/>
            <p:cNvSpPr>
              <a:spLocks noChangeShapeType="1"/>
            </p:cNvSpPr>
            <p:nvPr userDrawn="1"/>
          </p:nvSpPr>
          <p:spPr bwMode="auto">
            <a:xfrm>
              <a:off x="75295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 name="Line 697"/>
            <p:cNvSpPr>
              <a:spLocks noChangeShapeType="1"/>
            </p:cNvSpPr>
            <p:nvPr userDrawn="1"/>
          </p:nvSpPr>
          <p:spPr bwMode="auto">
            <a:xfrm>
              <a:off x="79327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 name="Line 698"/>
            <p:cNvSpPr>
              <a:spLocks noChangeShapeType="1"/>
            </p:cNvSpPr>
            <p:nvPr userDrawn="1"/>
          </p:nvSpPr>
          <p:spPr bwMode="auto">
            <a:xfrm>
              <a:off x="79327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 name="Line 699"/>
            <p:cNvSpPr>
              <a:spLocks noChangeShapeType="1"/>
            </p:cNvSpPr>
            <p:nvPr userDrawn="1"/>
          </p:nvSpPr>
          <p:spPr bwMode="auto">
            <a:xfrm>
              <a:off x="83359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0" name="Line 700"/>
            <p:cNvSpPr>
              <a:spLocks noChangeShapeType="1"/>
            </p:cNvSpPr>
            <p:nvPr userDrawn="1"/>
          </p:nvSpPr>
          <p:spPr bwMode="auto">
            <a:xfrm>
              <a:off x="83359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1" name="Line 701"/>
            <p:cNvSpPr>
              <a:spLocks noChangeShapeType="1"/>
            </p:cNvSpPr>
            <p:nvPr userDrawn="1"/>
          </p:nvSpPr>
          <p:spPr bwMode="auto">
            <a:xfrm>
              <a:off x="87391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2" name="Line 702"/>
            <p:cNvSpPr>
              <a:spLocks noChangeShapeType="1"/>
            </p:cNvSpPr>
            <p:nvPr userDrawn="1"/>
          </p:nvSpPr>
          <p:spPr bwMode="auto">
            <a:xfrm>
              <a:off x="87391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3" name="Line 711"/>
            <p:cNvSpPr>
              <a:spLocks noChangeShapeType="1"/>
            </p:cNvSpPr>
            <p:nvPr userDrawn="1"/>
          </p:nvSpPr>
          <p:spPr bwMode="auto">
            <a:xfrm>
              <a:off x="43037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4" name="Line 712"/>
            <p:cNvSpPr>
              <a:spLocks noChangeShapeType="1"/>
            </p:cNvSpPr>
            <p:nvPr userDrawn="1"/>
          </p:nvSpPr>
          <p:spPr bwMode="auto">
            <a:xfrm>
              <a:off x="43037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5" name="Line 713"/>
            <p:cNvSpPr>
              <a:spLocks noChangeShapeType="1"/>
            </p:cNvSpPr>
            <p:nvPr userDrawn="1"/>
          </p:nvSpPr>
          <p:spPr bwMode="auto">
            <a:xfrm>
              <a:off x="47069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6" name="Line 714"/>
            <p:cNvSpPr>
              <a:spLocks noChangeShapeType="1"/>
            </p:cNvSpPr>
            <p:nvPr userDrawn="1"/>
          </p:nvSpPr>
          <p:spPr bwMode="auto">
            <a:xfrm>
              <a:off x="47069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7" name="Line 715"/>
            <p:cNvSpPr>
              <a:spLocks noChangeShapeType="1"/>
            </p:cNvSpPr>
            <p:nvPr userDrawn="1"/>
          </p:nvSpPr>
          <p:spPr bwMode="auto">
            <a:xfrm>
              <a:off x="51101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8" name="Line 716"/>
            <p:cNvSpPr>
              <a:spLocks noChangeShapeType="1"/>
            </p:cNvSpPr>
            <p:nvPr userDrawn="1"/>
          </p:nvSpPr>
          <p:spPr bwMode="auto">
            <a:xfrm>
              <a:off x="51101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9" name="Line 717"/>
            <p:cNvSpPr>
              <a:spLocks noChangeShapeType="1"/>
            </p:cNvSpPr>
            <p:nvPr userDrawn="1"/>
          </p:nvSpPr>
          <p:spPr bwMode="auto">
            <a:xfrm>
              <a:off x="55133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0" name="Line 718"/>
            <p:cNvSpPr>
              <a:spLocks noChangeShapeType="1"/>
            </p:cNvSpPr>
            <p:nvPr userDrawn="1"/>
          </p:nvSpPr>
          <p:spPr bwMode="auto">
            <a:xfrm>
              <a:off x="55133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1" name="Line 719"/>
            <p:cNvSpPr>
              <a:spLocks noChangeShapeType="1"/>
            </p:cNvSpPr>
            <p:nvPr userDrawn="1"/>
          </p:nvSpPr>
          <p:spPr bwMode="auto">
            <a:xfrm>
              <a:off x="59166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2" name="Line 720"/>
            <p:cNvSpPr>
              <a:spLocks noChangeShapeType="1"/>
            </p:cNvSpPr>
            <p:nvPr userDrawn="1"/>
          </p:nvSpPr>
          <p:spPr bwMode="auto">
            <a:xfrm>
              <a:off x="59166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3" name="Line 721"/>
            <p:cNvSpPr>
              <a:spLocks noChangeShapeType="1"/>
            </p:cNvSpPr>
            <p:nvPr userDrawn="1"/>
          </p:nvSpPr>
          <p:spPr bwMode="auto">
            <a:xfrm>
              <a:off x="63198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4" name="Line 722"/>
            <p:cNvSpPr>
              <a:spLocks noChangeShapeType="1"/>
            </p:cNvSpPr>
            <p:nvPr userDrawn="1"/>
          </p:nvSpPr>
          <p:spPr bwMode="auto">
            <a:xfrm>
              <a:off x="63198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5" name="Line 723"/>
            <p:cNvSpPr>
              <a:spLocks noChangeShapeType="1"/>
            </p:cNvSpPr>
            <p:nvPr userDrawn="1"/>
          </p:nvSpPr>
          <p:spPr bwMode="auto">
            <a:xfrm>
              <a:off x="67230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6" name="Line 724"/>
            <p:cNvSpPr>
              <a:spLocks noChangeShapeType="1"/>
            </p:cNvSpPr>
            <p:nvPr userDrawn="1"/>
          </p:nvSpPr>
          <p:spPr bwMode="auto">
            <a:xfrm>
              <a:off x="67230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7" name="Line 725"/>
            <p:cNvSpPr>
              <a:spLocks noChangeShapeType="1"/>
            </p:cNvSpPr>
            <p:nvPr userDrawn="1"/>
          </p:nvSpPr>
          <p:spPr bwMode="auto">
            <a:xfrm>
              <a:off x="71262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8" name="Line 726"/>
            <p:cNvSpPr>
              <a:spLocks noChangeShapeType="1"/>
            </p:cNvSpPr>
            <p:nvPr userDrawn="1"/>
          </p:nvSpPr>
          <p:spPr bwMode="auto">
            <a:xfrm>
              <a:off x="71262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9" name="Line 727"/>
            <p:cNvSpPr>
              <a:spLocks noChangeShapeType="1"/>
            </p:cNvSpPr>
            <p:nvPr userDrawn="1"/>
          </p:nvSpPr>
          <p:spPr bwMode="auto">
            <a:xfrm>
              <a:off x="75295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0" name="Line 728"/>
            <p:cNvSpPr>
              <a:spLocks noChangeShapeType="1"/>
            </p:cNvSpPr>
            <p:nvPr userDrawn="1"/>
          </p:nvSpPr>
          <p:spPr bwMode="auto">
            <a:xfrm>
              <a:off x="75295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1" name="Line 729"/>
            <p:cNvSpPr>
              <a:spLocks noChangeShapeType="1"/>
            </p:cNvSpPr>
            <p:nvPr userDrawn="1"/>
          </p:nvSpPr>
          <p:spPr bwMode="auto">
            <a:xfrm>
              <a:off x="79327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2" name="Line 730"/>
            <p:cNvSpPr>
              <a:spLocks noChangeShapeType="1"/>
            </p:cNvSpPr>
            <p:nvPr userDrawn="1"/>
          </p:nvSpPr>
          <p:spPr bwMode="auto">
            <a:xfrm>
              <a:off x="79327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3" name="Line 731"/>
            <p:cNvSpPr>
              <a:spLocks noChangeShapeType="1"/>
            </p:cNvSpPr>
            <p:nvPr userDrawn="1"/>
          </p:nvSpPr>
          <p:spPr bwMode="auto">
            <a:xfrm>
              <a:off x="83359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4" name="Line 732"/>
            <p:cNvSpPr>
              <a:spLocks noChangeShapeType="1"/>
            </p:cNvSpPr>
            <p:nvPr userDrawn="1"/>
          </p:nvSpPr>
          <p:spPr bwMode="auto">
            <a:xfrm>
              <a:off x="83359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5" name="Line 733"/>
            <p:cNvSpPr>
              <a:spLocks noChangeShapeType="1"/>
            </p:cNvSpPr>
            <p:nvPr userDrawn="1"/>
          </p:nvSpPr>
          <p:spPr bwMode="auto">
            <a:xfrm>
              <a:off x="87391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6" name="Line 734"/>
            <p:cNvSpPr>
              <a:spLocks noChangeShapeType="1"/>
            </p:cNvSpPr>
            <p:nvPr userDrawn="1"/>
          </p:nvSpPr>
          <p:spPr bwMode="auto">
            <a:xfrm>
              <a:off x="87391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7" name="Line 743"/>
            <p:cNvSpPr>
              <a:spLocks noChangeShapeType="1"/>
            </p:cNvSpPr>
            <p:nvPr userDrawn="1"/>
          </p:nvSpPr>
          <p:spPr bwMode="auto">
            <a:xfrm flipH="1">
              <a:off x="4271963" y="60642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8" name="Line 744"/>
            <p:cNvSpPr>
              <a:spLocks noChangeShapeType="1"/>
            </p:cNvSpPr>
            <p:nvPr userDrawn="1"/>
          </p:nvSpPr>
          <p:spPr bwMode="auto">
            <a:xfrm flipH="1">
              <a:off x="4271963" y="64674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9" name="Line 745"/>
            <p:cNvSpPr>
              <a:spLocks noChangeShapeType="1"/>
            </p:cNvSpPr>
            <p:nvPr userDrawn="1"/>
          </p:nvSpPr>
          <p:spPr bwMode="auto">
            <a:xfrm flipH="1">
              <a:off x="46783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0" name="Line 746"/>
            <p:cNvSpPr>
              <a:spLocks noChangeShapeType="1"/>
            </p:cNvSpPr>
            <p:nvPr userDrawn="1"/>
          </p:nvSpPr>
          <p:spPr bwMode="auto">
            <a:xfrm flipH="1">
              <a:off x="46783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1" name="Line 747"/>
            <p:cNvSpPr>
              <a:spLocks noChangeShapeType="1"/>
            </p:cNvSpPr>
            <p:nvPr userDrawn="1"/>
          </p:nvSpPr>
          <p:spPr bwMode="auto">
            <a:xfrm flipH="1">
              <a:off x="50815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2" name="Line 748"/>
            <p:cNvSpPr>
              <a:spLocks noChangeShapeType="1"/>
            </p:cNvSpPr>
            <p:nvPr userDrawn="1"/>
          </p:nvSpPr>
          <p:spPr bwMode="auto">
            <a:xfrm flipH="1">
              <a:off x="50815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3" name="Line 749"/>
            <p:cNvSpPr>
              <a:spLocks noChangeShapeType="1"/>
            </p:cNvSpPr>
            <p:nvPr userDrawn="1"/>
          </p:nvSpPr>
          <p:spPr bwMode="auto">
            <a:xfrm flipH="1">
              <a:off x="548481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4" name="Line 750"/>
            <p:cNvSpPr>
              <a:spLocks noChangeShapeType="1"/>
            </p:cNvSpPr>
            <p:nvPr userDrawn="1"/>
          </p:nvSpPr>
          <p:spPr bwMode="auto">
            <a:xfrm flipH="1">
              <a:off x="548481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5" name="Line 751"/>
            <p:cNvSpPr>
              <a:spLocks noChangeShapeType="1"/>
            </p:cNvSpPr>
            <p:nvPr userDrawn="1"/>
          </p:nvSpPr>
          <p:spPr bwMode="auto">
            <a:xfrm flipH="1">
              <a:off x="588803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6" name="Line 752"/>
            <p:cNvSpPr>
              <a:spLocks noChangeShapeType="1"/>
            </p:cNvSpPr>
            <p:nvPr userDrawn="1"/>
          </p:nvSpPr>
          <p:spPr bwMode="auto">
            <a:xfrm flipH="1">
              <a:off x="588803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7" name="Line 753"/>
            <p:cNvSpPr>
              <a:spLocks noChangeShapeType="1"/>
            </p:cNvSpPr>
            <p:nvPr userDrawn="1"/>
          </p:nvSpPr>
          <p:spPr bwMode="auto">
            <a:xfrm flipH="1">
              <a:off x="62912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8" name="Line 754"/>
            <p:cNvSpPr>
              <a:spLocks noChangeShapeType="1"/>
            </p:cNvSpPr>
            <p:nvPr userDrawn="1"/>
          </p:nvSpPr>
          <p:spPr bwMode="auto">
            <a:xfrm flipH="1">
              <a:off x="62912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9" name="Line 755"/>
            <p:cNvSpPr>
              <a:spLocks noChangeShapeType="1"/>
            </p:cNvSpPr>
            <p:nvPr userDrawn="1"/>
          </p:nvSpPr>
          <p:spPr bwMode="auto">
            <a:xfrm flipH="1">
              <a:off x="66944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0" name="Line 756"/>
            <p:cNvSpPr>
              <a:spLocks noChangeShapeType="1"/>
            </p:cNvSpPr>
            <p:nvPr userDrawn="1"/>
          </p:nvSpPr>
          <p:spPr bwMode="auto">
            <a:xfrm flipH="1">
              <a:off x="66944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1" name="Line 757"/>
            <p:cNvSpPr>
              <a:spLocks noChangeShapeType="1"/>
            </p:cNvSpPr>
            <p:nvPr userDrawn="1"/>
          </p:nvSpPr>
          <p:spPr bwMode="auto">
            <a:xfrm flipH="1">
              <a:off x="709771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2" name="Line 758"/>
            <p:cNvSpPr>
              <a:spLocks noChangeShapeType="1"/>
            </p:cNvSpPr>
            <p:nvPr userDrawn="1"/>
          </p:nvSpPr>
          <p:spPr bwMode="auto">
            <a:xfrm flipH="1">
              <a:off x="709771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3" name="Line 759"/>
            <p:cNvSpPr>
              <a:spLocks noChangeShapeType="1"/>
            </p:cNvSpPr>
            <p:nvPr userDrawn="1"/>
          </p:nvSpPr>
          <p:spPr bwMode="auto">
            <a:xfrm flipH="1">
              <a:off x="750093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4" name="Line 760"/>
            <p:cNvSpPr>
              <a:spLocks noChangeShapeType="1"/>
            </p:cNvSpPr>
            <p:nvPr userDrawn="1"/>
          </p:nvSpPr>
          <p:spPr bwMode="auto">
            <a:xfrm flipH="1">
              <a:off x="750093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5" name="Line 761"/>
            <p:cNvSpPr>
              <a:spLocks noChangeShapeType="1"/>
            </p:cNvSpPr>
            <p:nvPr userDrawn="1"/>
          </p:nvSpPr>
          <p:spPr bwMode="auto">
            <a:xfrm flipH="1">
              <a:off x="79041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6" name="Line 762"/>
            <p:cNvSpPr>
              <a:spLocks noChangeShapeType="1"/>
            </p:cNvSpPr>
            <p:nvPr userDrawn="1"/>
          </p:nvSpPr>
          <p:spPr bwMode="auto">
            <a:xfrm flipH="1">
              <a:off x="79041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7" name="Line 763"/>
            <p:cNvSpPr>
              <a:spLocks noChangeShapeType="1"/>
            </p:cNvSpPr>
            <p:nvPr userDrawn="1"/>
          </p:nvSpPr>
          <p:spPr bwMode="auto">
            <a:xfrm flipH="1">
              <a:off x="83073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8" name="Line 764"/>
            <p:cNvSpPr>
              <a:spLocks noChangeShapeType="1"/>
            </p:cNvSpPr>
            <p:nvPr userDrawn="1"/>
          </p:nvSpPr>
          <p:spPr bwMode="auto">
            <a:xfrm flipH="1">
              <a:off x="83073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9" name="Line 765"/>
            <p:cNvSpPr>
              <a:spLocks noChangeShapeType="1"/>
            </p:cNvSpPr>
            <p:nvPr userDrawn="1"/>
          </p:nvSpPr>
          <p:spPr bwMode="auto">
            <a:xfrm flipH="1">
              <a:off x="8710613" y="60642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0" name="Line 766"/>
            <p:cNvSpPr>
              <a:spLocks noChangeShapeType="1"/>
            </p:cNvSpPr>
            <p:nvPr userDrawn="1"/>
          </p:nvSpPr>
          <p:spPr bwMode="auto">
            <a:xfrm flipH="1">
              <a:off x="8710613" y="64674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pic>
        <p:nvPicPr>
          <p:cNvPr id="15" name="Picture 1572"/>
          <p:cNvPicPr>
            <a:picLocks noChangeAspect="1"/>
          </p:cNvPicPr>
          <p:nvPr userDrawn="1"/>
        </p:nvPicPr>
        <p:blipFill rotWithShape="1">
          <a:blip r:embed="rId3"/>
          <a:srcRect r="24020"/>
          <a:stretch/>
        </p:blipFill>
        <p:spPr bwMode="hidden">
          <a:xfrm>
            <a:off x="5429774" y="235055"/>
            <a:ext cx="3578353" cy="4703171"/>
          </a:xfrm>
          <a:prstGeom prst="rect">
            <a:avLst/>
          </a:prstGeom>
        </p:spPr>
      </p:pic>
      <p:pic>
        <p:nvPicPr>
          <p:cNvPr id="600" name="Picture 1573"/>
          <p:cNvPicPr/>
          <p:nvPr userDrawn="1"/>
        </p:nvPicPr>
        <p:blipFill>
          <a:blip r:embed="rId4" cstate="print">
            <a:extLst>
              <a:ext uri="{28A0092B-C50C-407E-A947-70E740481C1C}">
                <a14:useLocalDpi xmlns:a14="http://schemas.microsoft.com/office/drawing/2010/main"/>
              </a:ext>
            </a:extLst>
          </a:blip>
          <a:srcRect/>
          <a:stretch>
            <a:fillRect/>
          </a:stretch>
        </p:blipFill>
        <p:spPr bwMode="auto">
          <a:xfrm>
            <a:off x="370952" y="4483216"/>
            <a:ext cx="1919288" cy="416334"/>
          </a:xfrm>
          <a:prstGeom prst="rect">
            <a:avLst/>
          </a:prstGeom>
          <a:noFill/>
          <a:ln>
            <a:noFill/>
          </a:ln>
        </p:spPr>
      </p:pic>
      <p:pic>
        <p:nvPicPr>
          <p:cNvPr id="595" name="Picture 3"/>
          <p:cNvPicPr>
            <a:picLocks noChangeAspect="1" noChangeArrowheads="1"/>
          </p:cNvPicPr>
          <p:nvPr userDrawn="1"/>
        </p:nvPicPr>
        <p:blipFill rotWithShape="1">
          <a:blip r:embed="rId2">
            <a:extLst>
              <a:ext uri="{28A0092B-C50C-407E-A947-70E740481C1C}">
                <a14:useLocalDpi xmlns:a14="http://schemas.microsoft.com/office/drawing/2010/main"/>
              </a:ext>
            </a:extLst>
          </a:blip>
          <a:srcRect l="26214" t="29209" r="65834" b="59570"/>
          <a:stretch/>
        </p:blipFill>
        <p:spPr bwMode="auto">
          <a:xfrm>
            <a:off x="5677249" y="1493044"/>
            <a:ext cx="622995" cy="578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6" name="Picture 3"/>
          <p:cNvPicPr>
            <a:picLocks noChangeAspect="1" noChangeArrowheads="1"/>
          </p:cNvPicPr>
          <p:nvPr userDrawn="1"/>
        </p:nvPicPr>
        <p:blipFill rotWithShape="1">
          <a:blip r:embed="rId2">
            <a:extLst>
              <a:ext uri="{28A0092B-C50C-407E-A947-70E740481C1C}">
                <a14:useLocalDpi xmlns:a14="http://schemas.microsoft.com/office/drawing/2010/main"/>
              </a:ext>
            </a:extLst>
          </a:blip>
          <a:srcRect l="65949" t="42093" r="29327" b="40452"/>
          <a:stretch/>
        </p:blipFill>
        <p:spPr bwMode="auto">
          <a:xfrm>
            <a:off x="8780206" y="2157412"/>
            <a:ext cx="370122"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7" name="Picture 3"/>
          <p:cNvPicPr>
            <a:picLocks noChangeAspect="1" noChangeArrowheads="1"/>
          </p:cNvPicPr>
          <p:nvPr userDrawn="1"/>
        </p:nvPicPr>
        <p:blipFill rotWithShape="1">
          <a:blip r:embed="rId2">
            <a:extLst>
              <a:ext uri="{28A0092B-C50C-407E-A947-70E740481C1C}">
                <a14:useLocalDpi xmlns:a14="http://schemas.microsoft.com/office/drawing/2010/main"/>
              </a:ext>
            </a:extLst>
          </a:blip>
          <a:srcRect l="44010" t="40984" r="35560" b="43362"/>
          <a:stretch/>
        </p:blipFill>
        <p:spPr bwMode="auto">
          <a:xfrm>
            <a:off x="7093821" y="2100263"/>
            <a:ext cx="1600454" cy="807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1" name="図 1"/>
          <p:cNvPicPr>
            <a:picLocks noChangeAspect="1"/>
          </p:cNvPicPr>
          <p:nvPr userDrawn="1"/>
        </p:nvPicPr>
        <p:blipFill>
          <a:blip r:embed="rId5">
            <a:extLst>
              <a:ext uri="{28A0092B-C50C-407E-A947-70E740481C1C}">
                <a14:useLocalDpi xmlns:a14="http://schemas.microsoft.com/office/drawing/2010/main"/>
              </a:ext>
            </a:extLst>
          </a:blip>
          <a:srcRect/>
          <a:stretch>
            <a:fillRect/>
          </a:stretch>
        </p:blipFill>
        <p:spPr bwMode="auto">
          <a:xfrm>
            <a:off x="2465413" y="4584226"/>
            <a:ext cx="12239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6714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bg>
      <p:bgPr>
        <a:solidFill>
          <a:schemeClr val="bg2"/>
        </a:solidFill>
        <a:effectLst/>
      </p:bgPr>
    </p:bg>
    <p:spTree>
      <p:nvGrpSpPr>
        <p:cNvPr id="1" name=""/>
        <p:cNvGrpSpPr/>
        <p:nvPr/>
      </p:nvGrpSpPr>
      <p:grpSpPr>
        <a:xfrm>
          <a:off x="0" y="0"/>
          <a:ext cx="0" cy="0"/>
          <a:chOff x="0" y="0"/>
          <a:chExt cx="0" cy="0"/>
        </a:xfrm>
      </p:grpSpPr>
      <p:sp>
        <p:nvSpPr>
          <p:cNvPr id="1568" name="Title 1"/>
          <p:cNvSpPr>
            <a:spLocks noGrp="1"/>
          </p:cNvSpPr>
          <p:nvPr>
            <p:ph type="ctrTitle"/>
          </p:nvPr>
        </p:nvSpPr>
        <p:spPr>
          <a:xfrm>
            <a:off x="396001" y="1117948"/>
            <a:ext cx="3740308" cy="1453802"/>
          </a:xfrm>
        </p:spPr>
        <p:txBody>
          <a:bodyPr anchor="t" anchorCtr="0">
            <a:normAutofit/>
          </a:bodyPr>
          <a:lstStyle>
            <a:lvl1pPr algn="l">
              <a:lnSpc>
                <a:spcPct val="95000"/>
              </a:lnSpc>
              <a:defRPr sz="3200">
                <a:solidFill>
                  <a:schemeClr val="tx2"/>
                </a:solidFill>
              </a:defRPr>
            </a:lvl1pPr>
          </a:lstStyle>
          <a:p>
            <a:r>
              <a:rPr lang="ja-JP" altLang="en-US"/>
              <a:t>マスター タイトルの書式設定</a:t>
            </a:r>
            <a:endParaRPr lang="en-GB" dirty="0"/>
          </a:p>
        </p:txBody>
      </p:sp>
      <p:sp>
        <p:nvSpPr>
          <p:cNvPr id="1569" name="Subtitle 2"/>
          <p:cNvSpPr>
            <a:spLocks noGrp="1"/>
          </p:cNvSpPr>
          <p:nvPr>
            <p:ph type="subTitle" idx="1"/>
          </p:nvPr>
        </p:nvSpPr>
        <p:spPr>
          <a:xfrm>
            <a:off x="396000" y="2979682"/>
            <a:ext cx="3740309" cy="945932"/>
          </a:xfrm>
        </p:spPr>
        <p:txBody>
          <a:bodyPr>
            <a:noAutofit/>
          </a:bodyPr>
          <a:lstStyle>
            <a:lvl1pPr marL="0" indent="0" algn="l">
              <a:lnSpc>
                <a:spcPct val="120000"/>
              </a:lnSpc>
              <a:spcBef>
                <a:spcPts val="0"/>
              </a:spcBef>
              <a:buNone/>
              <a:defRPr sz="11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dirty="0"/>
          </a:p>
        </p:txBody>
      </p:sp>
      <p:sp>
        <p:nvSpPr>
          <p:cNvPr id="3123" name="Slide Number Placeholder 5"/>
          <p:cNvSpPr>
            <a:spLocks noGrp="1"/>
          </p:cNvSpPr>
          <p:nvPr>
            <p:ph type="sldNum" sz="quarter" idx="4"/>
          </p:nvPr>
        </p:nvSpPr>
        <p:spPr>
          <a:xfrm>
            <a:off x="7530413" y="4665373"/>
            <a:ext cx="1236216" cy="281231"/>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pPr/>
              <a:t>‹#›</a:t>
            </a:fld>
            <a:endParaRPr lang="en-GB" dirty="0"/>
          </a:p>
        </p:txBody>
      </p:sp>
      <p:sp>
        <p:nvSpPr>
          <p:cNvPr id="3124" name="Footer Placeholder 4"/>
          <p:cNvSpPr>
            <a:spLocks noGrp="1"/>
          </p:cNvSpPr>
          <p:nvPr>
            <p:ph type="ftr" sz="quarter" idx="3"/>
          </p:nvPr>
        </p:nvSpPr>
        <p:spPr>
          <a:xfrm>
            <a:off x="5888507" y="4946603"/>
            <a:ext cx="2878123" cy="162000"/>
          </a:xfrm>
          <a:prstGeom prst="rect">
            <a:avLst/>
          </a:prstGeom>
        </p:spPr>
        <p:txBody>
          <a:bodyPr vert="horz" lIns="0" tIns="0" rIns="0" bIns="0" rtlCol="0" anchor="t" anchorCtr="0"/>
          <a:lstStyle>
            <a:lvl1pPr algn="r">
              <a:defRPr sz="700">
                <a:solidFill>
                  <a:schemeClr val="tx1"/>
                </a:solidFill>
                <a:latin typeface="+mn-lt"/>
              </a:defRPr>
            </a:lvl1pPr>
          </a:lstStyle>
          <a:p>
            <a:endParaRPr lang="en-GB" dirty="0"/>
          </a:p>
        </p:txBody>
      </p:sp>
      <p:pic>
        <p:nvPicPr>
          <p:cNvPr id="591" name="Picture 1573"/>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370952" y="4483216"/>
            <a:ext cx="1919288" cy="416334"/>
          </a:xfrm>
          <a:prstGeom prst="rect">
            <a:avLst/>
          </a:prstGeom>
          <a:noFill/>
          <a:ln>
            <a:noFill/>
          </a:ln>
        </p:spPr>
      </p:pic>
      <p:grpSp>
        <p:nvGrpSpPr>
          <p:cNvPr id="1176" name="グループ化 1175"/>
          <p:cNvGrpSpPr/>
          <p:nvPr userDrawn="1"/>
        </p:nvGrpSpPr>
        <p:grpSpPr>
          <a:xfrm>
            <a:off x="5429568" y="233199"/>
            <a:ext cx="3618548" cy="4705027"/>
            <a:chOff x="4183063" y="314325"/>
            <a:chExt cx="4826635" cy="6275846"/>
          </a:xfrm>
        </p:grpSpPr>
        <p:pic>
          <p:nvPicPr>
            <p:cNvPr id="1177" name="Picture 798"/>
            <p:cNvPicPr>
              <a:picLocks noChangeAspect="1"/>
            </p:cNvPicPr>
            <p:nvPr userDrawn="1"/>
          </p:nvPicPr>
          <p:blipFill rotWithShape="1">
            <a:blip r:embed="rId3"/>
            <a:srcRect r="23171"/>
            <a:stretch/>
          </p:blipFill>
          <p:spPr bwMode="hidden">
            <a:xfrm>
              <a:off x="4183338" y="316800"/>
              <a:ext cx="4826360" cy="6273371"/>
            </a:xfrm>
            <a:prstGeom prst="rect">
              <a:avLst/>
            </a:prstGeom>
          </p:spPr>
        </p:pic>
        <p:grpSp>
          <p:nvGrpSpPr>
            <p:cNvPr id="1178" name="グループ化 1177"/>
            <p:cNvGrpSpPr/>
            <p:nvPr userDrawn="1"/>
          </p:nvGrpSpPr>
          <p:grpSpPr>
            <a:xfrm>
              <a:off x="4183063" y="314325"/>
              <a:ext cx="4826635" cy="6273800"/>
              <a:chOff x="4183063" y="314325"/>
              <a:chExt cx="4826635" cy="6273800"/>
            </a:xfrm>
          </p:grpSpPr>
          <p:sp>
            <p:nvSpPr>
              <p:cNvPr id="1180" name="AutoShape 3"/>
              <p:cNvSpPr>
                <a:spLocks noChangeAspect="1" noChangeArrowheads="1" noTextEdit="1"/>
              </p:cNvSpPr>
              <p:nvPr userDrawn="1"/>
            </p:nvSpPr>
            <p:spPr bwMode="auto">
              <a:xfrm>
                <a:off x="4183063" y="314325"/>
                <a:ext cx="4826635" cy="62738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1181" name="Group 205"/>
              <p:cNvGrpSpPr>
                <a:grpSpLocks/>
              </p:cNvGrpSpPr>
              <p:nvPr userDrawn="1"/>
            </p:nvGrpSpPr>
            <p:grpSpPr bwMode="auto">
              <a:xfrm>
                <a:off x="4275138" y="385763"/>
                <a:ext cx="4495800" cy="5303838"/>
                <a:chOff x="3600" y="243"/>
                <a:chExt cx="2832" cy="3341"/>
              </a:xfrm>
            </p:grpSpPr>
            <p:sp>
              <p:nvSpPr>
                <p:cNvPr id="1574" name="Line 5"/>
                <p:cNvSpPr>
                  <a:spLocks noChangeShapeType="1"/>
                </p:cNvSpPr>
                <p:nvPr userDrawn="1"/>
              </p:nvSpPr>
              <p:spPr bwMode="auto">
                <a:xfrm>
                  <a:off x="361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5" name="Line 6"/>
                <p:cNvSpPr>
                  <a:spLocks noChangeShapeType="1"/>
                </p:cNvSpPr>
                <p:nvPr userDrawn="1"/>
              </p:nvSpPr>
              <p:spPr bwMode="auto">
                <a:xfrm>
                  <a:off x="387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6" name="Line 7"/>
                <p:cNvSpPr>
                  <a:spLocks noChangeShapeType="1"/>
                </p:cNvSpPr>
                <p:nvPr userDrawn="1"/>
              </p:nvSpPr>
              <p:spPr bwMode="auto">
                <a:xfrm>
                  <a:off x="412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7" name="Line 8"/>
                <p:cNvSpPr>
                  <a:spLocks noChangeShapeType="1"/>
                </p:cNvSpPr>
                <p:nvPr userDrawn="1"/>
              </p:nvSpPr>
              <p:spPr bwMode="auto">
                <a:xfrm>
                  <a:off x="438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8" name="Line 9"/>
                <p:cNvSpPr>
                  <a:spLocks noChangeShapeType="1"/>
                </p:cNvSpPr>
                <p:nvPr userDrawn="1"/>
              </p:nvSpPr>
              <p:spPr bwMode="auto">
                <a:xfrm>
                  <a:off x="463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9" name="Line 10"/>
                <p:cNvSpPr>
                  <a:spLocks noChangeShapeType="1"/>
                </p:cNvSpPr>
                <p:nvPr userDrawn="1"/>
              </p:nvSpPr>
              <p:spPr bwMode="auto">
                <a:xfrm>
                  <a:off x="488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0" name="Line 11"/>
                <p:cNvSpPr>
                  <a:spLocks noChangeShapeType="1"/>
                </p:cNvSpPr>
                <p:nvPr userDrawn="1"/>
              </p:nvSpPr>
              <p:spPr bwMode="auto">
                <a:xfrm>
                  <a:off x="514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1" name="Line 12"/>
                <p:cNvSpPr>
                  <a:spLocks noChangeShapeType="1"/>
                </p:cNvSpPr>
                <p:nvPr userDrawn="1"/>
              </p:nvSpPr>
              <p:spPr bwMode="auto">
                <a:xfrm>
                  <a:off x="539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2" name="Line 13"/>
                <p:cNvSpPr>
                  <a:spLocks noChangeShapeType="1"/>
                </p:cNvSpPr>
                <p:nvPr userDrawn="1"/>
              </p:nvSpPr>
              <p:spPr bwMode="auto">
                <a:xfrm>
                  <a:off x="565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3" name="Line 14"/>
                <p:cNvSpPr>
                  <a:spLocks noChangeShapeType="1"/>
                </p:cNvSpPr>
                <p:nvPr userDrawn="1"/>
              </p:nvSpPr>
              <p:spPr bwMode="auto">
                <a:xfrm>
                  <a:off x="590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4" name="Line 15"/>
                <p:cNvSpPr>
                  <a:spLocks noChangeShapeType="1"/>
                </p:cNvSpPr>
                <p:nvPr userDrawn="1"/>
              </p:nvSpPr>
              <p:spPr bwMode="auto">
                <a:xfrm>
                  <a:off x="615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5" name="Line 16"/>
                <p:cNvSpPr>
                  <a:spLocks noChangeShapeType="1"/>
                </p:cNvSpPr>
                <p:nvPr userDrawn="1"/>
              </p:nvSpPr>
              <p:spPr bwMode="auto">
                <a:xfrm>
                  <a:off x="641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6" name="Line 21"/>
                <p:cNvSpPr>
                  <a:spLocks noChangeShapeType="1"/>
                </p:cNvSpPr>
                <p:nvPr userDrawn="1"/>
              </p:nvSpPr>
              <p:spPr bwMode="auto">
                <a:xfrm>
                  <a:off x="361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7" name="Line 22"/>
                <p:cNvSpPr>
                  <a:spLocks noChangeShapeType="1"/>
                </p:cNvSpPr>
                <p:nvPr userDrawn="1"/>
              </p:nvSpPr>
              <p:spPr bwMode="auto">
                <a:xfrm>
                  <a:off x="387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8" name="Line 23"/>
                <p:cNvSpPr>
                  <a:spLocks noChangeShapeType="1"/>
                </p:cNvSpPr>
                <p:nvPr userDrawn="1"/>
              </p:nvSpPr>
              <p:spPr bwMode="auto">
                <a:xfrm>
                  <a:off x="412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89" name="Line 24"/>
                <p:cNvSpPr>
                  <a:spLocks noChangeShapeType="1"/>
                </p:cNvSpPr>
                <p:nvPr userDrawn="1"/>
              </p:nvSpPr>
              <p:spPr bwMode="auto">
                <a:xfrm>
                  <a:off x="438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0" name="Line 25"/>
                <p:cNvSpPr>
                  <a:spLocks noChangeShapeType="1"/>
                </p:cNvSpPr>
                <p:nvPr userDrawn="1"/>
              </p:nvSpPr>
              <p:spPr bwMode="auto">
                <a:xfrm>
                  <a:off x="463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1" name="Line 26"/>
                <p:cNvSpPr>
                  <a:spLocks noChangeShapeType="1"/>
                </p:cNvSpPr>
                <p:nvPr userDrawn="1"/>
              </p:nvSpPr>
              <p:spPr bwMode="auto">
                <a:xfrm>
                  <a:off x="488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2" name="Line 27"/>
                <p:cNvSpPr>
                  <a:spLocks noChangeShapeType="1"/>
                </p:cNvSpPr>
                <p:nvPr userDrawn="1"/>
              </p:nvSpPr>
              <p:spPr bwMode="auto">
                <a:xfrm>
                  <a:off x="514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3" name="Line 28"/>
                <p:cNvSpPr>
                  <a:spLocks noChangeShapeType="1"/>
                </p:cNvSpPr>
                <p:nvPr userDrawn="1"/>
              </p:nvSpPr>
              <p:spPr bwMode="auto">
                <a:xfrm>
                  <a:off x="5396"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4" name="Line 29"/>
                <p:cNvSpPr>
                  <a:spLocks noChangeShapeType="1"/>
                </p:cNvSpPr>
                <p:nvPr userDrawn="1"/>
              </p:nvSpPr>
              <p:spPr bwMode="auto">
                <a:xfrm>
                  <a:off x="5650"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5" name="Line 30"/>
                <p:cNvSpPr>
                  <a:spLocks noChangeShapeType="1"/>
                </p:cNvSpPr>
                <p:nvPr userDrawn="1"/>
              </p:nvSpPr>
              <p:spPr bwMode="auto">
                <a:xfrm>
                  <a:off x="5904"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6" name="Line 31"/>
                <p:cNvSpPr>
                  <a:spLocks noChangeShapeType="1"/>
                </p:cNvSpPr>
                <p:nvPr userDrawn="1"/>
              </p:nvSpPr>
              <p:spPr bwMode="auto">
                <a:xfrm>
                  <a:off x="6158"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7" name="Line 32"/>
                <p:cNvSpPr>
                  <a:spLocks noChangeShapeType="1"/>
                </p:cNvSpPr>
                <p:nvPr userDrawn="1"/>
              </p:nvSpPr>
              <p:spPr bwMode="auto">
                <a:xfrm>
                  <a:off x="6412" y="354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8" name="Line 37"/>
                <p:cNvSpPr>
                  <a:spLocks noChangeShapeType="1"/>
                </p:cNvSpPr>
                <p:nvPr userDrawn="1"/>
              </p:nvSpPr>
              <p:spPr bwMode="auto">
                <a:xfrm flipH="1">
                  <a:off x="3600"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99" name="Line 38"/>
                <p:cNvSpPr>
                  <a:spLocks noChangeShapeType="1"/>
                </p:cNvSpPr>
                <p:nvPr userDrawn="1"/>
              </p:nvSpPr>
              <p:spPr bwMode="auto">
                <a:xfrm flipH="1">
                  <a:off x="3854"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0" name="Line 39"/>
                <p:cNvSpPr>
                  <a:spLocks noChangeShapeType="1"/>
                </p:cNvSpPr>
                <p:nvPr userDrawn="1"/>
              </p:nvSpPr>
              <p:spPr bwMode="auto">
                <a:xfrm flipH="1">
                  <a:off x="4108"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1" name="Line 40"/>
                <p:cNvSpPr>
                  <a:spLocks noChangeShapeType="1"/>
                </p:cNvSpPr>
                <p:nvPr userDrawn="1"/>
              </p:nvSpPr>
              <p:spPr bwMode="auto">
                <a:xfrm flipH="1">
                  <a:off x="4362"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2" name="Line 41"/>
                <p:cNvSpPr>
                  <a:spLocks noChangeShapeType="1"/>
                </p:cNvSpPr>
                <p:nvPr userDrawn="1"/>
              </p:nvSpPr>
              <p:spPr bwMode="auto">
                <a:xfrm flipH="1">
                  <a:off x="4616"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3" name="Line 42"/>
                <p:cNvSpPr>
                  <a:spLocks noChangeShapeType="1"/>
                </p:cNvSpPr>
                <p:nvPr userDrawn="1"/>
              </p:nvSpPr>
              <p:spPr bwMode="auto">
                <a:xfrm flipH="1">
                  <a:off x="4870"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4" name="Line 43"/>
                <p:cNvSpPr>
                  <a:spLocks noChangeShapeType="1"/>
                </p:cNvSpPr>
                <p:nvPr userDrawn="1"/>
              </p:nvSpPr>
              <p:spPr bwMode="auto">
                <a:xfrm flipH="1">
                  <a:off x="5124"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5" name="Line 44"/>
                <p:cNvSpPr>
                  <a:spLocks noChangeShapeType="1"/>
                </p:cNvSpPr>
                <p:nvPr userDrawn="1"/>
              </p:nvSpPr>
              <p:spPr bwMode="auto">
                <a:xfrm flipH="1">
                  <a:off x="5378"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6" name="Line 45"/>
                <p:cNvSpPr>
                  <a:spLocks noChangeShapeType="1"/>
                </p:cNvSpPr>
                <p:nvPr userDrawn="1"/>
              </p:nvSpPr>
              <p:spPr bwMode="auto">
                <a:xfrm flipH="1">
                  <a:off x="5632"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7" name="Line 46"/>
                <p:cNvSpPr>
                  <a:spLocks noChangeShapeType="1"/>
                </p:cNvSpPr>
                <p:nvPr userDrawn="1"/>
              </p:nvSpPr>
              <p:spPr bwMode="auto">
                <a:xfrm flipH="1">
                  <a:off x="5886" y="356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8" name="Line 47"/>
                <p:cNvSpPr>
                  <a:spLocks noChangeShapeType="1"/>
                </p:cNvSpPr>
                <p:nvPr userDrawn="1"/>
              </p:nvSpPr>
              <p:spPr bwMode="auto">
                <a:xfrm flipH="1">
                  <a:off x="6140" y="356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09" name="Line 48"/>
                <p:cNvSpPr>
                  <a:spLocks noChangeShapeType="1"/>
                </p:cNvSpPr>
                <p:nvPr userDrawn="1"/>
              </p:nvSpPr>
              <p:spPr bwMode="auto">
                <a:xfrm flipH="1">
                  <a:off x="6394" y="356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0" name="Line 52"/>
                <p:cNvSpPr>
                  <a:spLocks noChangeShapeType="1"/>
                </p:cNvSpPr>
                <p:nvPr userDrawn="1"/>
              </p:nvSpPr>
              <p:spPr bwMode="auto">
                <a:xfrm>
                  <a:off x="361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1" name="Line 53"/>
                <p:cNvSpPr>
                  <a:spLocks noChangeShapeType="1"/>
                </p:cNvSpPr>
                <p:nvPr userDrawn="1"/>
              </p:nvSpPr>
              <p:spPr bwMode="auto">
                <a:xfrm>
                  <a:off x="361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2" name="Line 54"/>
                <p:cNvSpPr>
                  <a:spLocks noChangeShapeType="1"/>
                </p:cNvSpPr>
                <p:nvPr userDrawn="1"/>
              </p:nvSpPr>
              <p:spPr bwMode="auto">
                <a:xfrm>
                  <a:off x="361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3" name="Line 55"/>
                <p:cNvSpPr>
                  <a:spLocks noChangeShapeType="1"/>
                </p:cNvSpPr>
                <p:nvPr userDrawn="1"/>
              </p:nvSpPr>
              <p:spPr bwMode="auto">
                <a:xfrm>
                  <a:off x="361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4" name="Line 56"/>
                <p:cNvSpPr>
                  <a:spLocks noChangeShapeType="1"/>
                </p:cNvSpPr>
                <p:nvPr userDrawn="1"/>
              </p:nvSpPr>
              <p:spPr bwMode="auto">
                <a:xfrm>
                  <a:off x="361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5" name="Line 57"/>
                <p:cNvSpPr>
                  <a:spLocks noChangeShapeType="1"/>
                </p:cNvSpPr>
                <p:nvPr userDrawn="1"/>
              </p:nvSpPr>
              <p:spPr bwMode="auto">
                <a:xfrm>
                  <a:off x="361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6" name="Line 58"/>
                <p:cNvSpPr>
                  <a:spLocks noChangeShapeType="1"/>
                </p:cNvSpPr>
                <p:nvPr userDrawn="1"/>
              </p:nvSpPr>
              <p:spPr bwMode="auto">
                <a:xfrm>
                  <a:off x="361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7" name="Line 59"/>
                <p:cNvSpPr>
                  <a:spLocks noChangeShapeType="1"/>
                </p:cNvSpPr>
                <p:nvPr userDrawn="1"/>
              </p:nvSpPr>
              <p:spPr bwMode="auto">
                <a:xfrm>
                  <a:off x="361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8" name="Line 60"/>
                <p:cNvSpPr>
                  <a:spLocks noChangeShapeType="1"/>
                </p:cNvSpPr>
                <p:nvPr userDrawn="1"/>
              </p:nvSpPr>
              <p:spPr bwMode="auto">
                <a:xfrm>
                  <a:off x="361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19" name="Line 61"/>
                <p:cNvSpPr>
                  <a:spLocks noChangeShapeType="1"/>
                </p:cNvSpPr>
                <p:nvPr userDrawn="1"/>
              </p:nvSpPr>
              <p:spPr bwMode="auto">
                <a:xfrm>
                  <a:off x="361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0" name="Line 62"/>
                <p:cNvSpPr>
                  <a:spLocks noChangeShapeType="1"/>
                </p:cNvSpPr>
                <p:nvPr userDrawn="1"/>
              </p:nvSpPr>
              <p:spPr bwMode="auto">
                <a:xfrm>
                  <a:off x="361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1" name="Line 63"/>
                <p:cNvSpPr>
                  <a:spLocks noChangeShapeType="1"/>
                </p:cNvSpPr>
                <p:nvPr userDrawn="1"/>
              </p:nvSpPr>
              <p:spPr bwMode="auto">
                <a:xfrm>
                  <a:off x="361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2" name="Line 64"/>
                <p:cNvSpPr>
                  <a:spLocks noChangeShapeType="1"/>
                </p:cNvSpPr>
                <p:nvPr userDrawn="1"/>
              </p:nvSpPr>
              <p:spPr bwMode="auto">
                <a:xfrm>
                  <a:off x="361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3" name="Line 65"/>
                <p:cNvSpPr>
                  <a:spLocks noChangeShapeType="1"/>
                </p:cNvSpPr>
                <p:nvPr userDrawn="1"/>
              </p:nvSpPr>
              <p:spPr bwMode="auto">
                <a:xfrm>
                  <a:off x="387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4" name="Line 66"/>
                <p:cNvSpPr>
                  <a:spLocks noChangeShapeType="1"/>
                </p:cNvSpPr>
                <p:nvPr userDrawn="1"/>
              </p:nvSpPr>
              <p:spPr bwMode="auto">
                <a:xfrm>
                  <a:off x="387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5" name="Line 67"/>
                <p:cNvSpPr>
                  <a:spLocks noChangeShapeType="1"/>
                </p:cNvSpPr>
                <p:nvPr userDrawn="1"/>
              </p:nvSpPr>
              <p:spPr bwMode="auto">
                <a:xfrm>
                  <a:off x="387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6" name="Line 68"/>
                <p:cNvSpPr>
                  <a:spLocks noChangeShapeType="1"/>
                </p:cNvSpPr>
                <p:nvPr userDrawn="1"/>
              </p:nvSpPr>
              <p:spPr bwMode="auto">
                <a:xfrm>
                  <a:off x="387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7" name="Line 69"/>
                <p:cNvSpPr>
                  <a:spLocks noChangeShapeType="1"/>
                </p:cNvSpPr>
                <p:nvPr userDrawn="1"/>
              </p:nvSpPr>
              <p:spPr bwMode="auto">
                <a:xfrm>
                  <a:off x="387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8" name="Line 70"/>
                <p:cNvSpPr>
                  <a:spLocks noChangeShapeType="1"/>
                </p:cNvSpPr>
                <p:nvPr userDrawn="1"/>
              </p:nvSpPr>
              <p:spPr bwMode="auto">
                <a:xfrm>
                  <a:off x="387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29" name="Line 71"/>
                <p:cNvSpPr>
                  <a:spLocks noChangeShapeType="1"/>
                </p:cNvSpPr>
                <p:nvPr userDrawn="1"/>
              </p:nvSpPr>
              <p:spPr bwMode="auto">
                <a:xfrm>
                  <a:off x="387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0" name="Line 72"/>
                <p:cNvSpPr>
                  <a:spLocks noChangeShapeType="1"/>
                </p:cNvSpPr>
                <p:nvPr userDrawn="1"/>
              </p:nvSpPr>
              <p:spPr bwMode="auto">
                <a:xfrm>
                  <a:off x="387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1" name="Line 73"/>
                <p:cNvSpPr>
                  <a:spLocks noChangeShapeType="1"/>
                </p:cNvSpPr>
                <p:nvPr userDrawn="1"/>
              </p:nvSpPr>
              <p:spPr bwMode="auto">
                <a:xfrm>
                  <a:off x="387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2" name="Line 74"/>
                <p:cNvSpPr>
                  <a:spLocks noChangeShapeType="1"/>
                </p:cNvSpPr>
                <p:nvPr userDrawn="1"/>
              </p:nvSpPr>
              <p:spPr bwMode="auto">
                <a:xfrm>
                  <a:off x="387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3" name="Line 75"/>
                <p:cNvSpPr>
                  <a:spLocks noChangeShapeType="1"/>
                </p:cNvSpPr>
                <p:nvPr userDrawn="1"/>
              </p:nvSpPr>
              <p:spPr bwMode="auto">
                <a:xfrm>
                  <a:off x="387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4" name="Line 76"/>
                <p:cNvSpPr>
                  <a:spLocks noChangeShapeType="1"/>
                </p:cNvSpPr>
                <p:nvPr userDrawn="1"/>
              </p:nvSpPr>
              <p:spPr bwMode="auto">
                <a:xfrm>
                  <a:off x="387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5" name="Line 77"/>
                <p:cNvSpPr>
                  <a:spLocks noChangeShapeType="1"/>
                </p:cNvSpPr>
                <p:nvPr userDrawn="1"/>
              </p:nvSpPr>
              <p:spPr bwMode="auto">
                <a:xfrm>
                  <a:off x="387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6" name="Line 78"/>
                <p:cNvSpPr>
                  <a:spLocks noChangeShapeType="1"/>
                </p:cNvSpPr>
                <p:nvPr userDrawn="1"/>
              </p:nvSpPr>
              <p:spPr bwMode="auto">
                <a:xfrm>
                  <a:off x="412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7" name="Line 79"/>
                <p:cNvSpPr>
                  <a:spLocks noChangeShapeType="1"/>
                </p:cNvSpPr>
                <p:nvPr userDrawn="1"/>
              </p:nvSpPr>
              <p:spPr bwMode="auto">
                <a:xfrm>
                  <a:off x="412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8" name="Line 80"/>
                <p:cNvSpPr>
                  <a:spLocks noChangeShapeType="1"/>
                </p:cNvSpPr>
                <p:nvPr userDrawn="1"/>
              </p:nvSpPr>
              <p:spPr bwMode="auto">
                <a:xfrm>
                  <a:off x="412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39" name="Line 81"/>
                <p:cNvSpPr>
                  <a:spLocks noChangeShapeType="1"/>
                </p:cNvSpPr>
                <p:nvPr userDrawn="1"/>
              </p:nvSpPr>
              <p:spPr bwMode="auto">
                <a:xfrm>
                  <a:off x="412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0" name="Line 82"/>
                <p:cNvSpPr>
                  <a:spLocks noChangeShapeType="1"/>
                </p:cNvSpPr>
                <p:nvPr userDrawn="1"/>
              </p:nvSpPr>
              <p:spPr bwMode="auto">
                <a:xfrm>
                  <a:off x="412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1" name="Line 83"/>
                <p:cNvSpPr>
                  <a:spLocks noChangeShapeType="1"/>
                </p:cNvSpPr>
                <p:nvPr userDrawn="1"/>
              </p:nvSpPr>
              <p:spPr bwMode="auto">
                <a:xfrm>
                  <a:off x="412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2" name="Line 84"/>
                <p:cNvSpPr>
                  <a:spLocks noChangeShapeType="1"/>
                </p:cNvSpPr>
                <p:nvPr userDrawn="1"/>
              </p:nvSpPr>
              <p:spPr bwMode="auto">
                <a:xfrm>
                  <a:off x="412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3" name="Line 85"/>
                <p:cNvSpPr>
                  <a:spLocks noChangeShapeType="1"/>
                </p:cNvSpPr>
                <p:nvPr userDrawn="1"/>
              </p:nvSpPr>
              <p:spPr bwMode="auto">
                <a:xfrm>
                  <a:off x="412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4" name="Line 86"/>
                <p:cNvSpPr>
                  <a:spLocks noChangeShapeType="1"/>
                </p:cNvSpPr>
                <p:nvPr userDrawn="1"/>
              </p:nvSpPr>
              <p:spPr bwMode="auto">
                <a:xfrm>
                  <a:off x="412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5" name="Line 87"/>
                <p:cNvSpPr>
                  <a:spLocks noChangeShapeType="1"/>
                </p:cNvSpPr>
                <p:nvPr userDrawn="1"/>
              </p:nvSpPr>
              <p:spPr bwMode="auto">
                <a:xfrm>
                  <a:off x="412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6" name="Line 88"/>
                <p:cNvSpPr>
                  <a:spLocks noChangeShapeType="1"/>
                </p:cNvSpPr>
                <p:nvPr userDrawn="1"/>
              </p:nvSpPr>
              <p:spPr bwMode="auto">
                <a:xfrm>
                  <a:off x="412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7" name="Line 89"/>
                <p:cNvSpPr>
                  <a:spLocks noChangeShapeType="1"/>
                </p:cNvSpPr>
                <p:nvPr userDrawn="1"/>
              </p:nvSpPr>
              <p:spPr bwMode="auto">
                <a:xfrm>
                  <a:off x="412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8" name="Line 90"/>
                <p:cNvSpPr>
                  <a:spLocks noChangeShapeType="1"/>
                </p:cNvSpPr>
                <p:nvPr userDrawn="1"/>
              </p:nvSpPr>
              <p:spPr bwMode="auto">
                <a:xfrm>
                  <a:off x="412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49" name="Line 91"/>
                <p:cNvSpPr>
                  <a:spLocks noChangeShapeType="1"/>
                </p:cNvSpPr>
                <p:nvPr userDrawn="1"/>
              </p:nvSpPr>
              <p:spPr bwMode="auto">
                <a:xfrm>
                  <a:off x="438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0" name="Line 92"/>
                <p:cNvSpPr>
                  <a:spLocks noChangeShapeType="1"/>
                </p:cNvSpPr>
                <p:nvPr userDrawn="1"/>
              </p:nvSpPr>
              <p:spPr bwMode="auto">
                <a:xfrm>
                  <a:off x="438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1" name="Line 93"/>
                <p:cNvSpPr>
                  <a:spLocks noChangeShapeType="1"/>
                </p:cNvSpPr>
                <p:nvPr userDrawn="1"/>
              </p:nvSpPr>
              <p:spPr bwMode="auto">
                <a:xfrm>
                  <a:off x="438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2" name="Line 94"/>
                <p:cNvSpPr>
                  <a:spLocks noChangeShapeType="1"/>
                </p:cNvSpPr>
                <p:nvPr userDrawn="1"/>
              </p:nvSpPr>
              <p:spPr bwMode="auto">
                <a:xfrm>
                  <a:off x="438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3" name="Line 95"/>
                <p:cNvSpPr>
                  <a:spLocks noChangeShapeType="1"/>
                </p:cNvSpPr>
                <p:nvPr userDrawn="1"/>
              </p:nvSpPr>
              <p:spPr bwMode="auto">
                <a:xfrm>
                  <a:off x="438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4" name="Line 96"/>
                <p:cNvSpPr>
                  <a:spLocks noChangeShapeType="1"/>
                </p:cNvSpPr>
                <p:nvPr userDrawn="1"/>
              </p:nvSpPr>
              <p:spPr bwMode="auto">
                <a:xfrm>
                  <a:off x="438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5" name="Line 97"/>
                <p:cNvSpPr>
                  <a:spLocks noChangeShapeType="1"/>
                </p:cNvSpPr>
                <p:nvPr userDrawn="1"/>
              </p:nvSpPr>
              <p:spPr bwMode="auto">
                <a:xfrm>
                  <a:off x="438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6" name="Line 98"/>
                <p:cNvSpPr>
                  <a:spLocks noChangeShapeType="1"/>
                </p:cNvSpPr>
                <p:nvPr userDrawn="1"/>
              </p:nvSpPr>
              <p:spPr bwMode="auto">
                <a:xfrm>
                  <a:off x="438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7" name="Line 99"/>
                <p:cNvSpPr>
                  <a:spLocks noChangeShapeType="1"/>
                </p:cNvSpPr>
                <p:nvPr userDrawn="1"/>
              </p:nvSpPr>
              <p:spPr bwMode="auto">
                <a:xfrm>
                  <a:off x="438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8" name="Line 100"/>
                <p:cNvSpPr>
                  <a:spLocks noChangeShapeType="1"/>
                </p:cNvSpPr>
                <p:nvPr userDrawn="1"/>
              </p:nvSpPr>
              <p:spPr bwMode="auto">
                <a:xfrm>
                  <a:off x="438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59" name="Line 101"/>
                <p:cNvSpPr>
                  <a:spLocks noChangeShapeType="1"/>
                </p:cNvSpPr>
                <p:nvPr userDrawn="1"/>
              </p:nvSpPr>
              <p:spPr bwMode="auto">
                <a:xfrm>
                  <a:off x="438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0" name="Line 102"/>
                <p:cNvSpPr>
                  <a:spLocks noChangeShapeType="1"/>
                </p:cNvSpPr>
                <p:nvPr userDrawn="1"/>
              </p:nvSpPr>
              <p:spPr bwMode="auto">
                <a:xfrm>
                  <a:off x="438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1" name="Line 103"/>
                <p:cNvSpPr>
                  <a:spLocks noChangeShapeType="1"/>
                </p:cNvSpPr>
                <p:nvPr userDrawn="1"/>
              </p:nvSpPr>
              <p:spPr bwMode="auto">
                <a:xfrm>
                  <a:off x="438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2" name="Line 104"/>
                <p:cNvSpPr>
                  <a:spLocks noChangeShapeType="1"/>
                </p:cNvSpPr>
                <p:nvPr userDrawn="1"/>
              </p:nvSpPr>
              <p:spPr bwMode="auto">
                <a:xfrm>
                  <a:off x="463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3" name="Line 105"/>
                <p:cNvSpPr>
                  <a:spLocks noChangeShapeType="1"/>
                </p:cNvSpPr>
                <p:nvPr userDrawn="1"/>
              </p:nvSpPr>
              <p:spPr bwMode="auto">
                <a:xfrm>
                  <a:off x="463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4" name="Line 106"/>
                <p:cNvSpPr>
                  <a:spLocks noChangeShapeType="1"/>
                </p:cNvSpPr>
                <p:nvPr userDrawn="1"/>
              </p:nvSpPr>
              <p:spPr bwMode="auto">
                <a:xfrm>
                  <a:off x="463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5" name="Line 107"/>
                <p:cNvSpPr>
                  <a:spLocks noChangeShapeType="1"/>
                </p:cNvSpPr>
                <p:nvPr userDrawn="1"/>
              </p:nvSpPr>
              <p:spPr bwMode="auto">
                <a:xfrm>
                  <a:off x="463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6" name="Line 108"/>
                <p:cNvSpPr>
                  <a:spLocks noChangeShapeType="1"/>
                </p:cNvSpPr>
                <p:nvPr userDrawn="1"/>
              </p:nvSpPr>
              <p:spPr bwMode="auto">
                <a:xfrm>
                  <a:off x="463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7" name="Line 109"/>
                <p:cNvSpPr>
                  <a:spLocks noChangeShapeType="1"/>
                </p:cNvSpPr>
                <p:nvPr userDrawn="1"/>
              </p:nvSpPr>
              <p:spPr bwMode="auto">
                <a:xfrm>
                  <a:off x="463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8" name="Line 110"/>
                <p:cNvSpPr>
                  <a:spLocks noChangeShapeType="1"/>
                </p:cNvSpPr>
                <p:nvPr userDrawn="1"/>
              </p:nvSpPr>
              <p:spPr bwMode="auto">
                <a:xfrm>
                  <a:off x="463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69" name="Line 111"/>
                <p:cNvSpPr>
                  <a:spLocks noChangeShapeType="1"/>
                </p:cNvSpPr>
                <p:nvPr userDrawn="1"/>
              </p:nvSpPr>
              <p:spPr bwMode="auto">
                <a:xfrm>
                  <a:off x="463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0" name="Line 112"/>
                <p:cNvSpPr>
                  <a:spLocks noChangeShapeType="1"/>
                </p:cNvSpPr>
                <p:nvPr userDrawn="1"/>
              </p:nvSpPr>
              <p:spPr bwMode="auto">
                <a:xfrm>
                  <a:off x="463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1" name="Line 113"/>
                <p:cNvSpPr>
                  <a:spLocks noChangeShapeType="1"/>
                </p:cNvSpPr>
                <p:nvPr userDrawn="1"/>
              </p:nvSpPr>
              <p:spPr bwMode="auto">
                <a:xfrm>
                  <a:off x="463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2" name="Line 114"/>
                <p:cNvSpPr>
                  <a:spLocks noChangeShapeType="1"/>
                </p:cNvSpPr>
                <p:nvPr userDrawn="1"/>
              </p:nvSpPr>
              <p:spPr bwMode="auto">
                <a:xfrm>
                  <a:off x="463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3" name="Line 115"/>
                <p:cNvSpPr>
                  <a:spLocks noChangeShapeType="1"/>
                </p:cNvSpPr>
                <p:nvPr userDrawn="1"/>
              </p:nvSpPr>
              <p:spPr bwMode="auto">
                <a:xfrm>
                  <a:off x="463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4" name="Line 116"/>
                <p:cNvSpPr>
                  <a:spLocks noChangeShapeType="1"/>
                </p:cNvSpPr>
                <p:nvPr userDrawn="1"/>
              </p:nvSpPr>
              <p:spPr bwMode="auto">
                <a:xfrm>
                  <a:off x="463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5" name="Line 117"/>
                <p:cNvSpPr>
                  <a:spLocks noChangeShapeType="1"/>
                </p:cNvSpPr>
                <p:nvPr userDrawn="1"/>
              </p:nvSpPr>
              <p:spPr bwMode="auto">
                <a:xfrm>
                  <a:off x="488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6" name="Line 118"/>
                <p:cNvSpPr>
                  <a:spLocks noChangeShapeType="1"/>
                </p:cNvSpPr>
                <p:nvPr userDrawn="1"/>
              </p:nvSpPr>
              <p:spPr bwMode="auto">
                <a:xfrm>
                  <a:off x="488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7" name="Line 119"/>
                <p:cNvSpPr>
                  <a:spLocks noChangeShapeType="1"/>
                </p:cNvSpPr>
                <p:nvPr userDrawn="1"/>
              </p:nvSpPr>
              <p:spPr bwMode="auto">
                <a:xfrm>
                  <a:off x="488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8" name="Line 120"/>
                <p:cNvSpPr>
                  <a:spLocks noChangeShapeType="1"/>
                </p:cNvSpPr>
                <p:nvPr userDrawn="1"/>
              </p:nvSpPr>
              <p:spPr bwMode="auto">
                <a:xfrm>
                  <a:off x="488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79" name="Line 121"/>
                <p:cNvSpPr>
                  <a:spLocks noChangeShapeType="1"/>
                </p:cNvSpPr>
                <p:nvPr userDrawn="1"/>
              </p:nvSpPr>
              <p:spPr bwMode="auto">
                <a:xfrm>
                  <a:off x="488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0" name="Line 122"/>
                <p:cNvSpPr>
                  <a:spLocks noChangeShapeType="1"/>
                </p:cNvSpPr>
                <p:nvPr userDrawn="1"/>
              </p:nvSpPr>
              <p:spPr bwMode="auto">
                <a:xfrm>
                  <a:off x="488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1" name="Line 123"/>
                <p:cNvSpPr>
                  <a:spLocks noChangeShapeType="1"/>
                </p:cNvSpPr>
                <p:nvPr userDrawn="1"/>
              </p:nvSpPr>
              <p:spPr bwMode="auto">
                <a:xfrm>
                  <a:off x="488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2" name="Line 124"/>
                <p:cNvSpPr>
                  <a:spLocks noChangeShapeType="1"/>
                </p:cNvSpPr>
                <p:nvPr userDrawn="1"/>
              </p:nvSpPr>
              <p:spPr bwMode="auto">
                <a:xfrm>
                  <a:off x="488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3" name="Line 125"/>
                <p:cNvSpPr>
                  <a:spLocks noChangeShapeType="1"/>
                </p:cNvSpPr>
                <p:nvPr userDrawn="1"/>
              </p:nvSpPr>
              <p:spPr bwMode="auto">
                <a:xfrm>
                  <a:off x="488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4" name="Line 126"/>
                <p:cNvSpPr>
                  <a:spLocks noChangeShapeType="1"/>
                </p:cNvSpPr>
                <p:nvPr userDrawn="1"/>
              </p:nvSpPr>
              <p:spPr bwMode="auto">
                <a:xfrm>
                  <a:off x="488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5" name="Line 127"/>
                <p:cNvSpPr>
                  <a:spLocks noChangeShapeType="1"/>
                </p:cNvSpPr>
                <p:nvPr userDrawn="1"/>
              </p:nvSpPr>
              <p:spPr bwMode="auto">
                <a:xfrm>
                  <a:off x="488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6" name="Line 128"/>
                <p:cNvSpPr>
                  <a:spLocks noChangeShapeType="1"/>
                </p:cNvSpPr>
                <p:nvPr userDrawn="1"/>
              </p:nvSpPr>
              <p:spPr bwMode="auto">
                <a:xfrm>
                  <a:off x="488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7" name="Line 129"/>
                <p:cNvSpPr>
                  <a:spLocks noChangeShapeType="1"/>
                </p:cNvSpPr>
                <p:nvPr userDrawn="1"/>
              </p:nvSpPr>
              <p:spPr bwMode="auto">
                <a:xfrm>
                  <a:off x="488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8" name="Line 130"/>
                <p:cNvSpPr>
                  <a:spLocks noChangeShapeType="1"/>
                </p:cNvSpPr>
                <p:nvPr userDrawn="1"/>
              </p:nvSpPr>
              <p:spPr bwMode="auto">
                <a:xfrm>
                  <a:off x="514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89" name="Line 131"/>
                <p:cNvSpPr>
                  <a:spLocks noChangeShapeType="1"/>
                </p:cNvSpPr>
                <p:nvPr userDrawn="1"/>
              </p:nvSpPr>
              <p:spPr bwMode="auto">
                <a:xfrm>
                  <a:off x="514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0" name="Line 132"/>
                <p:cNvSpPr>
                  <a:spLocks noChangeShapeType="1"/>
                </p:cNvSpPr>
                <p:nvPr userDrawn="1"/>
              </p:nvSpPr>
              <p:spPr bwMode="auto">
                <a:xfrm>
                  <a:off x="514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1" name="Line 133"/>
                <p:cNvSpPr>
                  <a:spLocks noChangeShapeType="1"/>
                </p:cNvSpPr>
                <p:nvPr userDrawn="1"/>
              </p:nvSpPr>
              <p:spPr bwMode="auto">
                <a:xfrm>
                  <a:off x="514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2" name="Line 134"/>
                <p:cNvSpPr>
                  <a:spLocks noChangeShapeType="1"/>
                </p:cNvSpPr>
                <p:nvPr userDrawn="1"/>
              </p:nvSpPr>
              <p:spPr bwMode="auto">
                <a:xfrm>
                  <a:off x="514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3" name="Line 135"/>
                <p:cNvSpPr>
                  <a:spLocks noChangeShapeType="1"/>
                </p:cNvSpPr>
                <p:nvPr userDrawn="1"/>
              </p:nvSpPr>
              <p:spPr bwMode="auto">
                <a:xfrm>
                  <a:off x="514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4" name="Line 136"/>
                <p:cNvSpPr>
                  <a:spLocks noChangeShapeType="1"/>
                </p:cNvSpPr>
                <p:nvPr userDrawn="1"/>
              </p:nvSpPr>
              <p:spPr bwMode="auto">
                <a:xfrm>
                  <a:off x="514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5" name="Line 137"/>
                <p:cNvSpPr>
                  <a:spLocks noChangeShapeType="1"/>
                </p:cNvSpPr>
                <p:nvPr userDrawn="1"/>
              </p:nvSpPr>
              <p:spPr bwMode="auto">
                <a:xfrm>
                  <a:off x="514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6" name="Line 138"/>
                <p:cNvSpPr>
                  <a:spLocks noChangeShapeType="1"/>
                </p:cNvSpPr>
                <p:nvPr userDrawn="1"/>
              </p:nvSpPr>
              <p:spPr bwMode="auto">
                <a:xfrm>
                  <a:off x="514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7" name="Line 139"/>
                <p:cNvSpPr>
                  <a:spLocks noChangeShapeType="1"/>
                </p:cNvSpPr>
                <p:nvPr userDrawn="1"/>
              </p:nvSpPr>
              <p:spPr bwMode="auto">
                <a:xfrm>
                  <a:off x="514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8" name="Line 140"/>
                <p:cNvSpPr>
                  <a:spLocks noChangeShapeType="1"/>
                </p:cNvSpPr>
                <p:nvPr userDrawn="1"/>
              </p:nvSpPr>
              <p:spPr bwMode="auto">
                <a:xfrm>
                  <a:off x="514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99" name="Line 141"/>
                <p:cNvSpPr>
                  <a:spLocks noChangeShapeType="1"/>
                </p:cNvSpPr>
                <p:nvPr userDrawn="1"/>
              </p:nvSpPr>
              <p:spPr bwMode="auto">
                <a:xfrm>
                  <a:off x="514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0" name="Line 142"/>
                <p:cNvSpPr>
                  <a:spLocks noChangeShapeType="1"/>
                </p:cNvSpPr>
                <p:nvPr userDrawn="1"/>
              </p:nvSpPr>
              <p:spPr bwMode="auto">
                <a:xfrm>
                  <a:off x="514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1" name="Line 143"/>
                <p:cNvSpPr>
                  <a:spLocks noChangeShapeType="1"/>
                </p:cNvSpPr>
                <p:nvPr userDrawn="1"/>
              </p:nvSpPr>
              <p:spPr bwMode="auto">
                <a:xfrm>
                  <a:off x="539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2" name="Line 144"/>
                <p:cNvSpPr>
                  <a:spLocks noChangeShapeType="1"/>
                </p:cNvSpPr>
                <p:nvPr userDrawn="1"/>
              </p:nvSpPr>
              <p:spPr bwMode="auto">
                <a:xfrm>
                  <a:off x="539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3" name="Line 145"/>
                <p:cNvSpPr>
                  <a:spLocks noChangeShapeType="1"/>
                </p:cNvSpPr>
                <p:nvPr userDrawn="1"/>
              </p:nvSpPr>
              <p:spPr bwMode="auto">
                <a:xfrm>
                  <a:off x="539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4" name="Line 146"/>
                <p:cNvSpPr>
                  <a:spLocks noChangeShapeType="1"/>
                </p:cNvSpPr>
                <p:nvPr userDrawn="1"/>
              </p:nvSpPr>
              <p:spPr bwMode="auto">
                <a:xfrm>
                  <a:off x="539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5" name="Line 147"/>
                <p:cNvSpPr>
                  <a:spLocks noChangeShapeType="1"/>
                </p:cNvSpPr>
                <p:nvPr userDrawn="1"/>
              </p:nvSpPr>
              <p:spPr bwMode="auto">
                <a:xfrm>
                  <a:off x="539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6" name="Line 148"/>
                <p:cNvSpPr>
                  <a:spLocks noChangeShapeType="1"/>
                </p:cNvSpPr>
                <p:nvPr userDrawn="1"/>
              </p:nvSpPr>
              <p:spPr bwMode="auto">
                <a:xfrm>
                  <a:off x="539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7" name="Line 149"/>
                <p:cNvSpPr>
                  <a:spLocks noChangeShapeType="1"/>
                </p:cNvSpPr>
                <p:nvPr userDrawn="1"/>
              </p:nvSpPr>
              <p:spPr bwMode="auto">
                <a:xfrm>
                  <a:off x="539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8" name="Line 150"/>
                <p:cNvSpPr>
                  <a:spLocks noChangeShapeType="1"/>
                </p:cNvSpPr>
                <p:nvPr userDrawn="1"/>
              </p:nvSpPr>
              <p:spPr bwMode="auto">
                <a:xfrm>
                  <a:off x="539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09" name="Line 151"/>
                <p:cNvSpPr>
                  <a:spLocks noChangeShapeType="1"/>
                </p:cNvSpPr>
                <p:nvPr userDrawn="1"/>
              </p:nvSpPr>
              <p:spPr bwMode="auto">
                <a:xfrm>
                  <a:off x="539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0" name="Line 152"/>
                <p:cNvSpPr>
                  <a:spLocks noChangeShapeType="1"/>
                </p:cNvSpPr>
                <p:nvPr userDrawn="1"/>
              </p:nvSpPr>
              <p:spPr bwMode="auto">
                <a:xfrm>
                  <a:off x="539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1" name="Line 153"/>
                <p:cNvSpPr>
                  <a:spLocks noChangeShapeType="1"/>
                </p:cNvSpPr>
                <p:nvPr userDrawn="1"/>
              </p:nvSpPr>
              <p:spPr bwMode="auto">
                <a:xfrm>
                  <a:off x="539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2" name="Line 154"/>
                <p:cNvSpPr>
                  <a:spLocks noChangeShapeType="1"/>
                </p:cNvSpPr>
                <p:nvPr userDrawn="1"/>
              </p:nvSpPr>
              <p:spPr bwMode="auto">
                <a:xfrm>
                  <a:off x="539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3" name="Line 155"/>
                <p:cNvSpPr>
                  <a:spLocks noChangeShapeType="1"/>
                </p:cNvSpPr>
                <p:nvPr userDrawn="1"/>
              </p:nvSpPr>
              <p:spPr bwMode="auto">
                <a:xfrm>
                  <a:off x="539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4" name="Line 156"/>
                <p:cNvSpPr>
                  <a:spLocks noChangeShapeType="1"/>
                </p:cNvSpPr>
                <p:nvPr userDrawn="1"/>
              </p:nvSpPr>
              <p:spPr bwMode="auto">
                <a:xfrm>
                  <a:off x="565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5" name="Line 157"/>
                <p:cNvSpPr>
                  <a:spLocks noChangeShapeType="1"/>
                </p:cNvSpPr>
                <p:nvPr userDrawn="1"/>
              </p:nvSpPr>
              <p:spPr bwMode="auto">
                <a:xfrm>
                  <a:off x="565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6" name="Line 158"/>
                <p:cNvSpPr>
                  <a:spLocks noChangeShapeType="1"/>
                </p:cNvSpPr>
                <p:nvPr userDrawn="1"/>
              </p:nvSpPr>
              <p:spPr bwMode="auto">
                <a:xfrm>
                  <a:off x="565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7" name="Line 159"/>
                <p:cNvSpPr>
                  <a:spLocks noChangeShapeType="1"/>
                </p:cNvSpPr>
                <p:nvPr userDrawn="1"/>
              </p:nvSpPr>
              <p:spPr bwMode="auto">
                <a:xfrm>
                  <a:off x="565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8" name="Line 160"/>
                <p:cNvSpPr>
                  <a:spLocks noChangeShapeType="1"/>
                </p:cNvSpPr>
                <p:nvPr userDrawn="1"/>
              </p:nvSpPr>
              <p:spPr bwMode="auto">
                <a:xfrm>
                  <a:off x="565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19" name="Line 161"/>
                <p:cNvSpPr>
                  <a:spLocks noChangeShapeType="1"/>
                </p:cNvSpPr>
                <p:nvPr userDrawn="1"/>
              </p:nvSpPr>
              <p:spPr bwMode="auto">
                <a:xfrm>
                  <a:off x="565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0" name="Line 162"/>
                <p:cNvSpPr>
                  <a:spLocks noChangeShapeType="1"/>
                </p:cNvSpPr>
                <p:nvPr userDrawn="1"/>
              </p:nvSpPr>
              <p:spPr bwMode="auto">
                <a:xfrm>
                  <a:off x="565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1" name="Line 163"/>
                <p:cNvSpPr>
                  <a:spLocks noChangeShapeType="1"/>
                </p:cNvSpPr>
                <p:nvPr userDrawn="1"/>
              </p:nvSpPr>
              <p:spPr bwMode="auto">
                <a:xfrm>
                  <a:off x="565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2" name="Line 164"/>
                <p:cNvSpPr>
                  <a:spLocks noChangeShapeType="1"/>
                </p:cNvSpPr>
                <p:nvPr userDrawn="1"/>
              </p:nvSpPr>
              <p:spPr bwMode="auto">
                <a:xfrm>
                  <a:off x="565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3" name="Line 165"/>
                <p:cNvSpPr>
                  <a:spLocks noChangeShapeType="1"/>
                </p:cNvSpPr>
                <p:nvPr userDrawn="1"/>
              </p:nvSpPr>
              <p:spPr bwMode="auto">
                <a:xfrm>
                  <a:off x="565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4" name="Line 166"/>
                <p:cNvSpPr>
                  <a:spLocks noChangeShapeType="1"/>
                </p:cNvSpPr>
                <p:nvPr userDrawn="1"/>
              </p:nvSpPr>
              <p:spPr bwMode="auto">
                <a:xfrm>
                  <a:off x="565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5" name="Line 167"/>
                <p:cNvSpPr>
                  <a:spLocks noChangeShapeType="1"/>
                </p:cNvSpPr>
                <p:nvPr userDrawn="1"/>
              </p:nvSpPr>
              <p:spPr bwMode="auto">
                <a:xfrm>
                  <a:off x="565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6" name="Line 168"/>
                <p:cNvSpPr>
                  <a:spLocks noChangeShapeType="1"/>
                </p:cNvSpPr>
                <p:nvPr userDrawn="1"/>
              </p:nvSpPr>
              <p:spPr bwMode="auto">
                <a:xfrm>
                  <a:off x="565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7" name="Line 169"/>
                <p:cNvSpPr>
                  <a:spLocks noChangeShapeType="1"/>
                </p:cNvSpPr>
                <p:nvPr userDrawn="1"/>
              </p:nvSpPr>
              <p:spPr bwMode="auto">
                <a:xfrm>
                  <a:off x="590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8" name="Line 170"/>
                <p:cNvSpPr>
                  <a:spLocks noChangeShapeType="1"/>
                </p:cNvSpPr>
                <p:nvPr userDrawn="1"/>
              </p:nvSpPr>
              <p:spPr bwMode="auto">
                <a:xfrm>
                  <a:off x="590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29" name="Line 171"/>
                <p:cNvSpPr>
                  <a:spLocks noChangeShapeType="1"/>
                </p:cNvSpPr>
                <p:nvPr userDrawn="1"/>
              </p:nvSpPr>
              <p:spPr bwMode="auto">
                <a:xfrm>
                  <a:off x="590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0" name="Line 172"/>
                <p:cNvSpPr>
                  <a:spLocks noChangeShapeType="1"/>
                </p:cNvSpPr>
                <p:nvPr userDrawn="1"/>
              </p:nvSpPr>
              <p:spPr bwMode="auto">
                <a:xfrm>
                  <a:off x="590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1" name="Line 173"/>
                <p:cNvSpPr>
                  <a:spLocks noChangeShapeType="1"/>
                </p:cNvSpPr>
                <p:nvPr userDrawn="1"/>
              </p:nvSpPr>
              <p:spPr bwMode="auto">
                <a:xfrm>
                  <a:off x="590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2" name="Line 174"/>
                <p:cNvSpPr>
                  <a:spLocks noChangeShapeType="1"/>
                </p:cNvSpPr>
                <p:nvPr userDrawn="1"/>
              </p:nvSpPr>
              <p:spPr bwMode="auto">
                <a:xfrm>
                  <a:off x="590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3" name="Line 175"/>
                <p:cNvSpPr>
                  <a:spLocks noChangeShapeType="1"/>
                </p:cNvSpPr>
                <p:nvPr userDrawn="1"/>
              </p:nvSpPr>
              <p:spPr bwMode="auto">
                <a:xfrm>
                  <a:off x="590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4" name="Line 176"/>
                <p:cNvSpPr>
                  <a:spLocks noChangeShapeType="1"/>
                </p:cNvSpPr>
                <p:nvPr userDrawn="1"/>
              </p:nvSpPr>
              <p:spPr bwMode="auto">
                <a:xfrm>
                  <a:off x="590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5" name="Line 177"/>
                <p:cNvSpPr>
                  <a:spLocks noChangeShapeType="1"/>
                </p:cNvSpPr>
                <p:nvPr userDrawn="1"/>
              </p:nvSpPr>
              <p:spPr bwMode="auto">
                <a:xfrm>
                  <a:off x="590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6" name="Line 178"/>
                <p:cNvSpPr>
                  <a:spLocks noChangeShapeType="1"/>
                </p:cNvSpPr>
                <p:nvPr userDrawn="1"/>
              </p:nvSpPr>
              <p:spPr bwMode="auto">
                <a:xfrm>
                  <a:off x="590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7" name="Line 179"/>
                <p:cNvSpPr>
                  <a:spLocks noChangeShapeType="1"/>
                </p:cNvSpPr>
                <p:nvPr userDrawn="1"/>
              </p:nvSpPr>
              <p:spPr bwMode="auto">
                <a:xfrm>
                  <a:off x="590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8" name="Line 180"/>
                <p:cNvSpPr>
                  <a:spLocks noChangeShapeType="1"/>
                </p:cNvSpPr>
                <p:nvPr userDrawn="1"/>
              </p:nvSpPr>
              <p:spPr bwMode="auto">
                <a:xfrm>
                  <a:off x="590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39" name="Line 181"/>
                <p:cNvSpPr>
                  <a:spLocks noChangeShapeType="1"/>
                </p:cNvSpPr>
                <p:nvPr userDrawn="1"/>
              </p:nvSpPr>
              <p:spPr bwMode="auto">
                <a:xfrm>
                  <a:off x="590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0" name="Line 182"/>
                <p:cNvSpPr>
                  <a:spLocks noChangeShapeType="1"/>
                </p:cNvSpPr>
                <p:nvPr userDrawn="1"/>
              </p:nvSpPr>
              <p:spPr bwMode="auto">
                <a:xfrm>
                  <a:off x="615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1" name="Line 183"/>
                <p:cNvSpPr>
                  <a:spLocks noChangeShapeType="1"/>
                </p:cNvSpPr>
                <p:nvPr userDrawn="1"/>
              </p:nvSpPr>
              <p:spPr bwMode="auto">
                <a:xfrm>
                  <a:off x="615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2" name="Line 184"/>
                <p:cNvSpPr>
                  <a:spLocks noChangeShapeType="1"/>
                </p:cNvSpPr>
                <p:nvPr userDrawn="1"/>
              </p:nvSpPr>
              <p:spPr bwMode="auto">
                <a:xfrm>
                  <a:off x="615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3" name="Line 185"/>
                <p:cNvSpPr>
                  <a:spLocks noChangeShapeType="1"/>
                </p:cNvSpPr>
                <p:nvPr userDrawn="1"/>
              </p:nvSpPr>
              <p:spPr bwMode="auto">
                <a:xfrm>
                  <a:off x="615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4" name="Line 186"/>
                <p:cNvSpPr>
                  <a:spLocks noChangeShapeType="1"/>
                </p:cNvSpPr>
                <p:nvPr userDrawn="1"/>
              </p:nvSpPr>
              <p:spPr bwMode="auto">
                <a:xfrm>
                  <a:off x="615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5" name="Line 187"/>
                <p:cNvSpPr>
                  <a:spLocks noChangeShapeType="1"/>
                </p:cNvSpPr>
                <p:nvPr userDrawn="1"/>
              </p:nvSpPr>
              <p:spPr bwMode="auto">
                <a:xfrm>
                  <a:off x="615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6" name="Line 188"/>
                <p:cNvSpPr>
                  <a:spLocks noChangeShapeType="1"/>
                </p:cNvSpPr>
                <p:nvPr userDrawn="1"/>
              </p:nvSpPr>
              <p:spPr bwMode="auto">
                <a:xfrm>
                  <a:off x="615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7" name="Line 189"/>
                <p:cNvSpPr>
                  <a:spLocks noChangeShapeType="1"/>
                </p:cNvSpPr>
                <p:nvPr userDrawn="1"/>
              </p:nvSpPr>
              <p:spPr bwMode="auto">
                <a:xfrm>
                  <a:off x="615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8" name="Line 190"/>
                <p:cNvSpPr>
                  <a:spLocks noChangeShapeType="1"/>
                </p:cNvSpPr>
                <p:nvPr userDrawn="1"/>
              </p:nvSpPr>
              <p:spPr bwMode="auto">
                <a:xfrm>
                  <a:off x="615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49" name="Line 191"/>
                <p:cNvSpPr>
                  <a:spLocks noChangeShapeType="1"/>
                </p:cNvSpPr>
                <p:nvPr userDrawn="1"/>
              </p:nvSpPr>
              <p:spPr bwMode="auto">
                <a:xfrm>
                  <a:off x="615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0" name="Line 192"/>
                <p:cNvSpPr>
                  <a:spLocks noChangeShapeType="1"/>
                </p:cNvSpPr>
                <p:nvPr userDrawn="1"/>
              </p:nvSpPr>
              <p:spPr bwMode="auto">
                <a:xfrm>
                  <a:off x="615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1" name="Line 193"/>
                <p:cNvSpPr>
                  <a:spLocks noChangeShapeType="1"/>
                </p:cNvSpPr>
                <p:nvPr userDrawn="1"/>
              </p:nvSpPr>
              <p:spPr bwMode="auto">
                <a:xfrm>
                  <a:off x="615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2" name="Line 194"/>
                <p:cNvSpPr>
                  <a:spLocks noChangeShapeType="1"/>
                </p:cNvSpPr>
                <p:nvPr userDrawn="1"/>
              </p:nvSpPr>
              <p:spPr bwMode="auto">
                <a:xfrm>
                  <a:off x="615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3" name="Line 195"/>
                <p:cNvSpPr>
                  <a:spLocks noChangeShapeType="1"/>
                </p:cNvSpPr>
                <p:nvPr userDrawn="1"/>
              </p:nvSpPr>
              <p:spPr bwMode="auto">
                <a:xfrm>
                  <a:off x="641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4" name="Line 196"/>
                <p:cNvSpPr>
                  <a:spLocks noChangeShapeType="1"/>
                </p:cNvSpPr>
                <p:nvPr userDrawn="1"/>
              </p:nvSpPr>
              <p:spPr bwMode="auto">
                <a:xfrm>
                  <a:off x="641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5" name="Line 197"/>
                <p:cNvSpPr>
                  <a:spLocks noChangeShapeType="1"/>
                </p:cNvSpPr>
                <p:nvPr userDrawn="1"/>
              </p:nvSpPr>
              <p:spPr bwMode="auto">
                <a:xfrm>
                  <a:off x="641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6" name="Line 198"/>
                <p:cNvSpPr>
                  <a:spLocks noChangeShapeType="1"/>
                </p:cNvSpPr>
                <p:nvPr userDrawn="1"/>
              </p:nvSpPr>
              <p:spPr bwMode="auto">
                <a:xfrm>
                  <a:off x="641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7" name="Line 199"/>
                <p:cNvSpPr>
                  <a:spLocks noChangeShapeType="1"/>
                </p:cNvSpPr>
                <p:nvPr userDrawn="1"/>
              </p:nvSpPr>
              <p:spPr bwMode="auto">
                <a:xfrm>
                  <a:off x="641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8" name="Line 200"/>
                <p:cNvSpPr>
                  <a:spLocks noChangeShapeType="1"/>
                </p:cNvSpPr>
                <p:nvPr userDrawn="1"/>
              </p:nvSpPr>
              <p:spPr bwMode="auto">
                <a:xfrm>
                  <a:off x="641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59" name="Line 201"/>
                <p:cNvSpPr>
                  <a:spLocks noChangeShapeType="1"/>
                </p:cNvSpPr>
                <p:nvPr userDrawn="1"/>
              </p:nvSpPr>
              <p:spPr bwMode="auto">
                <a:xfrm>
                  <a:off x="641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60" name="Line 202"/>
                <p:cNvSpPr>
                  <a:spLocks noChangeShapeType="1"/>
                </p:cNvSpPr>
                <p:nvPr userDrawn="1"/>
              </p:nvSpPr>
              <p:spPr bwMode="auto">
                <a:xfrm>
                  <a:off x="641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61" name="Line 203"/>
                <p:cNvSpPr>
                  <a:spLocks noChangeShapeType="1"/>
                </p:cNvSpPr>
                <p:nvPr userDrawn="1"/>
              </p:nvSpPr>
              <p:spPr bwMode="auto">
                <a:xfrm>
                  <a:off x="641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62" name="Line 204"/>
                <p:cNvSpPr>
                  <a:spLocks noChangeShapeType="1"/>
                </p:cNvSpPr>
                <p:nvPr userDrawn="1"/>
              </p:nvSpPr>
              <p:spPr bwMode="auto">
                <a:xfrm>
                  <a:off x="641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182" name="Group 406"/>
              <p:cNvGrpSpPr>
                <a:grpSpLocks/>
              </p:cNvGrpSpPr>
              <p:nvPr userDrawn="1"/>
            </p:nvGrpSpPr>
            <p:grpSpPr bwMode="auto">
              <a:xfrm>
                <a:off x="4303713" y="385763"/>
                <a:ext cx="4435475" cy="4900613"/>
                <a:chOff x="3618" y="243"/>
                <a:chExt cx="2794" cy="3087"/>
              </a:xfrm>
            </p:grpSpPr>
            <p:sp>
              <p:nvSpPr>
                <p:cNvPr id="1423" name="Line 206"/>
                <p:cNvSpPr>
                  <a:spLocks noChangeShapeType="1"/>
                </p:cNvSpPr>
                <p:nvPr userDrawn="1"/>
              </p:nvSpPr>
              <p:spPr bwMode="auto">
                <a:xfrm>
                  <a:off x="641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4" name="Line 207"/>
                <p:cNvSpPr>
                  <a:spLocks noChangeShapeType="1"/>
                </p:cNvSpPr>
                <p:nvPr userDrawn="1"/>
              </p:nvSpPr>
              <p:spPr bwMode="auto">
                <a:xfrm>
                  <a:off x="641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5" name="Line 208"/>
                <p:cNvSpPr>
                  <a:spLocks noChangeShapeType="1"/>
                </p:cNvSpPr>
                <p:nvPr userDrawn="1"/>
              </p:nvSpPr>
              <p:spPr bwMode="auto">
                <a:xfrm>
                  <a:off x="641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6" name="Line 261"/>
                <p:cNvSpPr>
                  <a:spLocks noChangeShapeType="1"/>
                </p:cNvSpPr>
                <p:nvPr userDrawn="1"/>
              </p:nvSpPr>
              <p:spPr bwMode="auto">
                <a:xfrm>
                  <a:off x="361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7" name="Line 262"/>
                <p:cNvSpPr>
                  <a:spLocks noChangeShapeType="1"/>
                </p:cNvSpPr>
                <p:nvPr userDrawn="1"/>
              </p:nvSpPr>
              <p:spPr bwMode="auto">
                <a:xfrm>
                  <a:off x="361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8" name="Line 263"/>
                <p:cNvSpPr>
                  <a:spLocks noChangeShapeType="1"/>
                </p:cNvSpPr>
                <p:nvPr userDrawn="1"/>
              </p:nvSpPr>
              <p:spPr bwMode="auto">
                <a:xfrm>
                  <a:off x="361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9" name="Line 264"/>
                <p:cNvSpPr>
                  <a:spLocks noChangeShapeType="1"/>
                </p:cNvSpPr>
                <p:nvPr userDrawn="1"/>
              </p:nvSpPr>
              <p:spPr bwMode="auto">
                <a:xfrm>
                  <a:off x="361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0" name="Line 265"/>
                <p:cNvSpPr>
                  <a:spLocks noChangeShapeType="1"/>
                </p:cNvSpPr>
                <p:nvPr userDrawn="1"/>
              </p:nvSpPr>
              <p:spPr bwMode="auto">
                <a:xfrm>
                  <a:off x="361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1" name="Line 266"/>
                <p:cNvSpPr>
                  <a:spLocks noChangeShapeType="1"/>
                </p:cNvSpPr>
                <p:nvPr userDrawn="1"/>
              </p:nvSpPr>
              <p:spPr bwMode="auto">
                <a:xfrm>
                  <a:off x="361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2" name="Line 267"/>
                <p:cNvSpPr>
                  <a:spLocks noChangeShapeType="1"/>
                </p:cNvSpPr>
                <p:nvPr userDrawn="1"/>
              </p:nvSpPr>
              <p:spPr bwMode="auto">
                <a:xfrm>
                  <a:off x="361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3" name="Line 268"/>
                <p:cNvSpPr>
                  <a:spLocks noChangeShapeType="1"/>
                </p:cNvSpPr>
                <p:nvPr userDrawn="1"/>
              </p:nvSpPr>
              <p:spPr bwMode="auto">
                <a:xfrm>
                  <a:off x="361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4" name="Line 269"/>
                <p:cNvSpPr>
                  <a:spLocks noChangeShapeType="1"/>
                </p:cNvSpPr>
                <p:nvPr userDrawn="1"/>
              </p:nvSpPr>
              <p:spPr bwMode="auto">
                <a:xfrm>
                  <a:off x="361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5" name="Line 270"/>
                <p:cNvSpPr>
                  <a:spLocks noChangeShapeType="1"/>
                </p:cNvSpPr>
                <p:nvPr userDrawn="1"/>
              </p:nvSpPr>
              <p:spPr bwMode="auto">
                <a:xfrm>
                  <a:off x="361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6" name="Line 271"/>
                <p:cNvSpPr>
                  <a:spLocks noChangeShapeType="1"/>
                </p:cNvSpPr>
                <p:nvPr userDrawn="1"/>
              </p:nvSpPr>
              <p:spPr bwMode="auto">
                <a:xfrm>
                  <a:off x="361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7" name="Line 272"/>
                <p:cNvSpPr>
                  <a:spLocks noChangeShapeType="1"/>
                </p:cNvSpPr>
                <p:nvPr userDrawn="1"/>
              </p:nvSpPr>
              <p:spPr bwMode="auto">
                <a:xfrm>
                  <a:off x="361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8" name="Line 273"/>
                <p:cNvSpPr>
                  <a:spLocks noChangeShapeType="1"/>
                </p:cNvSpPr>
                <p:nvPr userDrawn="1"/>
              </p:nvSpPr>
              <p:spPr bwMode="auto">
                <a:xfrm>
                  <a:off x="361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39" name="Line 274"/>
                <p:cNvSpPr>
                  <a:spLocks noChangeShapeType="1"/>
                </p:cNvSpPr>
                <p:nvPr userDrawn="1"/>
              </p:nvSpPr>
              <p:spPr bwMode="auto">
                <a:xfrm>
                  <a:off x="387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0" name="Line 275"/>
                <p:cNvSpPr>
                  <a:spLocks noChangeShapeType="1"/>
                </p:cNvSpPr>
                <p:nvPr userDrawn="1"/>
              </p:nvSpPr>
              <p:spPr bwMode="auto">
                <a:xfrm>
                  <a:off x="387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1" name="Line 276"/>
                <p:cNvSpPr>
                  <a:spLocks noChangeShapeType="1"/>
                </p:cNvSpPr>
                <p:nvPr userDrawn="1"/>
              </p:nvSpPr>
              <p:spPr bwMode="auto">
                <a:xfrm>
                  <a:off x="387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2" name="Line 277"/>
                <p:cNvSpPr>
                  <a:spLocks noChangeShapeType="1"/>
                </p:cNvSpPr>
                <p:nvPr userDrawn="1"/>
              </p:nvSpPr>
              <p:spPr bwMode="auto">
                <a:xfrm>
                  <a:off x="387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3" name="Line 278"/>
                <p:cNvSpPr>
                  <a:spLocks noChangeShapeType="1"/>
                </p:cNvSpPr>
                <p:nvPr userDrawn="1"/>
              </p:nvSpPr>
              <p:spPr bwMode="auto">
                <a:xfrm>
                  <a:off x="387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4" name="Line 279"/>
                <p:cNvSpPr>
                  <a:spLocks noChangeShapeType="1"/>
                </p:cNvSpPr>
                <p:nvPr userDrawn="1"/>
              </p:nvSpPr>
              <p:spPr bwMode="auto">
                <a:xfrm>
                  <a:off x="387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5" name="Line 280"/>
                <p:cNvSpPr>
                  <a:spLocks noChangeShapeType="1"/>
                </p:cNvSpPr>
                <p:nvPr userDrawn="1"/>
              </p:nvSpPr>
              <p:spPr bwMode="auto">
                <a:xfrm>
                  <a:off x="387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6" name="Line 281"/>
                <p:cNvSpPr>
                  <a:spLocks noChangeShapeType="1"/>
                </p:cNvSpPr>
                <p:nvPr userDrawn="1"/>
              </p:nvSpPr>
              <p:spPr bwMode="auto">
                <a:xfrm>
                  <a:off x="387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7" name="Line 282"/>
                <p:cNvSpPr>
                  <a:spLocks noChangeShapeType="1"/>
                </p:cNvSpPr>
                <p:nvPr userDrawn="1"/>
              </p:nvSpPr>
              <p:spPr bwMode="auto">
                <a:xfrm>
                  <a:off x="387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8" name="Line 283"/>
                <p:cNvSpPr>
                  <a:spLocks noChangeShapeType="1"/>
                </p:cNvSpPr>
                <p:nvPr userDrawn="1"/>
              </p:nvSpPr>
              <p:spPr bwMode="auto">
                <a:xfrm>
                  <a:off x="387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49" name="Line 284"/>
                <p:cNvSpPr>
                  <a:spLocks noChangeShapeType="1"/>
                </p:cNvSpPr>
                <p:nvPr userDrawn="1"/>
              </p:nvSpPr>
              <p:spPr bwMode="auto">
                <a:xfrm>
                  <a:off x="387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0" name="Line 285"/>
                <p:cNvSpPr>
                  <a:spLocks noChangeShapeType="1"/>
                </p:cNvSpPr>
                <p:nvPr userDrawn="1"/>
              </p:nvSpPr>
              <p:spPr bwMode="auto">
                <a:xfrm>
                  <a:off x="387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1" name="Line 286"/>
                <p:cNvSpPr>
                  <a:spLocks noChangeShapeType="1"/>
                </p:cNvSpPr>
                <p:nvPr userDrawn="1"/>
              </p:nvSpPr>
              <p:spPr bwMode="auto">
                <a:xfrm>
                  <a:off x="387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2" name="Line 287"/>
                <p:cNvSpPr>
                  <a:spLocks noChangeShapeType="1"/>
                </p:cNvSpPr>
                <p:nvPr userDrawn="1"/>
              </p:nvSpPr>
              <p:spPr bwMode="auto">
                <a:xfrm>
                  <a:off x="412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3" name="Line 288"/>
                <p:cNvSpPr>
                  <a:spLocks noChangeShapeType="1"/>
                </p:cNvSpPr>
                <p:nvPr userDrawn="1"/>
              </p:nvSpPr>
              <p:spPr bwMode="auto">
                <a:xfrm>
                  <a:off x="412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4" name="Line 289"/>
                <p:cNvSpPr>
                  <a:spLocks noChangeShapeType="1"/>
                </p:cNvSpPr>
                <p:nvPr userDrawn="1"/>
              </p:nvSpPr>
              <p:spPr bwMode="auto">
                <a:xfrm>
                  <a:off x="412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5" name="Line 290"/>
                <p:cNvSpPr>
                  <a:spLocks noChangeShapeType="1"/>
                </p:cNvSpPr>
                <p:nvPr userDrawn="1"/>
              </p:nvSpPr>
              <p:spPr bwMode="auto">
                <a:xfrm>
                  <a:off x="412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6" name="Line 291"/>
                <p:cNvSpPr>
                  <a:spLocks noChangeShapeType="1"/>
                </p:cNvSpPr>
                <p:nvPr userDrawn="1"/>
              </p:nvSpPr>
              <p:spPr bwMode="auto">
                <a:xfrm>
                  <a:off x="412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7" name="Line 292"/>
                <p:cNvSpPr>
                  <a:spLocks noChangeShapeType="1"/>
                </p:cNvSpPr>
                <p:nvPr userDrawn="1"/>
              </p:nvSpPr>
              <p:spPr bwMode="auto">
                <a:xfrm>
                  <a:off x="412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8" name="Line 293"/>
                <p:cNvSpPr>
                  <a:spLocks noChangeShapeType="1"/>
                </p:cNvSpPr>
                <p:nvPr userDrawn="1"/>
              </p:nvSpPr>
              <p:spPr bwMode="auto">
                <a:xfrm>
                  <a:off x="412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59" name="Line 294"/>
                <p:cNvSpPr>
                  <a:spLocks noChangeShapeType="1"/>
                </p:cNvSpPr>
                <p:nvPr userDrawn="1"/>
              </p:nvSpPr>
              <p:spPr bwMode="auto">
                <a:xfrm>
                  <a:off x="412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0" name="Line 295"/>
                <p:cNvSpPr>
                  <a:spLocks noChangeShapeType="1"/>
                </p:cNvSpPr>
                <p:nvPr userDrawn="1"/>
              </p:nvSpPr>
              <p:spPr bwMode="auto">
                <a:xfrm>
                  <a:off x="412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1" name="Line 296"/>
                <p:cNvSpPr>
                  <a:spLocks noChangeShapeType="1"/>
                </p:cNvSpPr>
                <p:nvPr userDrawn="1"/>
              </p:nvSpPr>
              <p:spPr bwMode="auto">
                <a:xfrm>
                  <a:off x="412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2" name="Line 297"/>
                <p:cNvSpPr>
                  <a:spLocks noChangeShapeType="1"/>
                </p:cNvSpPr>
                <p:nvPr userDrawn="1"/>
              </p:nvSpPr>
              <p:spPr bwMode="auto">
                <a:xfrm>
                  <a:off x="412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3" name="Line 298"/>
                <p:cNvSpPr>
                  <a:spLocks noChangeShapeType="1"/>
                </p:cNvSpPr>
                <p:nvPr userDrawn="1"/>
              </p:nvSpPr>
              <p:spPr bwMode="auto">
                <a:xfrm>
                  <a:off x="412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4" name="Line 299"/>
                <p:cNvSpPr>
                  <a:spLocks noChangeShapeType="1"/>
                </p:cNvSpPr>
                <p:nvPr userDrawn="1"/>
              </p:nvSpPr>
              <p:spPr bwMode="auto">
                <a:xfrm>
                  <a:off x="412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5" name="Line 300"/>
                <p:cNvSpPr>
                  <a:spLocks noChangeShapeType="1"/>
                </p:cNvSpPr>
                <p:nvPr userDrawn="1"/>
              </p:nvSpPr>
              <p:spPr bwMode="auto">
                <a:xfrm>
                  <a:off x="438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6" name="Line 301"/>
                <p:cNvSpPr>
                  <a:spLocks noChangeShapeType="1"/>
                </p:cNvSpPr>
                <p:nvPr userDrawn="1"/>
              </p:nvSpPr>
              <p:spPr bwMode="auto">
                <a:xfrm>
                  <a:off x="438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7" name="Line 302"/>
                <p:cNvSpPr>
                  <a:spLocks noChangeShapeType="1"/>
                </p:cNvSpPr>
                <p:nvPr userDrawn="1"/>
              </p:nvSpPr>
              <p:spPr bwMode="auto">
                <a:xfrm>
                  <a:off x="438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8" name="Line 303"/>
                <p:cNvSpPr>
                  <a:spLocks noChangeShapeType="1"/>
                </p:cNvSpPr>
                <p:nvPr userDrawn="1"/>
              </p:nvSpPr>
              <p:spPr bwMode="auto">
                <a:xfrm>
                  <a:off x="438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69" name="Line 304"/>
                <p:cNvSpPr>
                  <a:spLocks noChangeShapeType="1"/>
                </p:cNvSpPr>
                <p:nvPr userDrawn="1"/>
              </p:nvSpPr>
              <p:spPr bwMode="auto">
                <a:xfrm>
                  <a:off x="438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0" name="Line 305"/>
                <p:cNvSpPr>
                  <a:spLocks noChangeShapeType="1"/>
                </p:cNvSpPr>
                <p:nvPr userDrawn="1"/>
              </p:nvSpPr>
              <p:spPr bwMode="auto">
                <a:xfrm>
                  <a:off x="438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1" name="Line 306"/>
                <p:cNvSpPr>
                  <a:spLocks noChangeShapeType="1"/>
                </p:cNvSpPr>
                <p:nvPr userDrawn="1"/>
              </p:nvSpPr>
              <p:spPr bwMode="auto">
                <a:xfrm>
                  <a:off x="438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2" name="Line 307"/>
                <p:cNvSpPr>
                  <a:spLocks noChangeShapeType="1"/>
                </p:cNvSpPr>
                <p:nvPr userDrawn="1"/>
              </p:nvSpPr>
              <p:spPr bwMode="auto">
                <a:xfrm>
                  <a:off x="438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3" name="Line 308"/>
                <p:cNvSpPr>
                  <a:spLocks noChangeShapeType="1"/>
                </p:cNvSpPr>
                <p:nvPr userDrawn="1"/>
              </p:nvSpPr>
              <p:spPr bwMode="auto">
                <a:xfrm>
                  <a:off x="438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4" name="Line 309"/>
                <p:cNvSpPr>
                  <a:spLocks noChangeShapeType="1"/>
                </p:cNvSpPr>
                <p:nvPr userDrawn="1"/>
              </p:nvSpPr>
              <p:spPr bwMode="auto">
                <a:xfrm>
                  <a:off x="438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5" name="Line 310"/>
                <p:cNvSpPr>
                  <a:spLocks noChangeShapeType="1"/>
                </p:cNvSpPr>
                <p:nvPr userDrawn="1"/>
              </p:nvSpPr>
              <p:spPr bwMode="auto">
                <a:xfrm>
                  <a:off x="438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6" name="Line 311"/>
                <p:cNvSpPr>
                  <a:spLocks noChangeShapeType="1"/>
                </p:cNvSpPr>
                <p:nvPr userDrawn="1"/>
              </p:nvSpPr>
              <p:spPr bwMode="auto">
                <a:xfrm>
                  <a:off x="438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7" name="Line 312"/>
                <p:cNvSpPr>
                  <a:spLocks noChangeShapeType="1"/>
                </p:cNvSpPr>
                <p:nvPr userDrawn="1"/>
              </p:nvSpPr>
              <p:spPr bwMode="auto">
                <a:xfrm>
                  <a:off x="438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8" name="Line 313"/>
                <p:cNvSpPr>
                  <a:spLocks noChangeShapeType="1"/>
                </p:cNvSpPr>
                <p:nvPr userDrawn="1"/>
              </p:nvSpPr>
              <p:spPr bwMode="auto">
                <a:xfrm>
                  <a:off x="463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79" name="Line 314"/>
                <p:cNvSpPr>
                  <a:spLocks noChangeShapeType="1"/>
                </p:cNvSpPr>
                <p:nvPr userDrawn="1"/>
              </p:nvSpPr>
              <p:spPr bwMode="auto">
                <a:xfrm>
                  <a:off x="463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0" name="Line 315"/>
                <p:cNvSpPr>
                  <a:spLocks noChangeShapeType="1"/>
                </p:cNvSpPr>
                <p:nvPr userDrawn="1"/>
              </p:nvSpPr>
              <p:spPr bwMode="auto">
                <a:xfrm>
                  <a:off x="463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1" name="Line 316"/>
                <p:cNvSpPr>
                  <a:spLocks noChangeShapeType="1"/>
                </p:cNvSpPr>
                <p:nvPr userDrawn="1"/>
              </p:nvSpPr>
              <p:spPr bwMode="auto">
                <a:xfrm>
                  <a:off x="463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2" name="Line 317"/>
                <p:cNvSpPr>
                  <a:spLocks noChangeShapeType="1"/>
                </p:cNvSpPr>
                <p:nvPr userDrawn="1"/>
              </p:nvSpPr>
              <p:spPr bwMode="auto">
                <a:xfrm>
                  <a:off x="463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3" name="Line 318"/>
                <p:cNvSpPr>
                  <a:spLocks noChangeShapeType="1"/>
                </p:cNvSpPr>
                <p:nvPr userDrawn="1"/>
              </p:nvSpPr>
              <p:spPr bwMode="auto">
                <a:xfrm>
                  <a:off x="463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4" name="Line 319"/>
                <p:cNvSpPr>
                  <a:spLocks noChangeShapeType="1"/>
                </p:cNvSpPr>
                <p:nvPr userDrawn="1"/>
              </p:nvSpPr>
              <p:spPr bwMode="auto">
                <a:xfrm>
                  <a:off x="463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5" name="Line 320"/>
                <p:cNvSpPr>
                  <a:spLocks noChangeShapeType="1"/>
                </p:cNvSpPr>
                <p:nvPr userDrawn="1"/>
              </p:nvSpPr>
              <p:spPr bwMode="auto">
                <a:xfrm>
                  <a:off x="463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6" name="Line 321"/>
                <p:cNvSpPr>
                  <a:spLocks noChangeShapeType="1"/>
                </p:cNvSpPr>
                <p:nvPr userDrawn="1"/>
              </p:nvSpPr>
              <p:spPr bwMode="auto">
                <a:xfrm>
                  <a:off x="463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7" name="Line 322"/>
                <p:cNvSpPr>
                  <a:spLocks noChangeShapeType="1"/>
                </p:cNvSpPr>
                <p:nvPr userDrawn="1"/>
              </p:nvSpPr>
              <p:spPr bwMode="auto">
                <a:xfrm>
                  <a:off x="463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8" name="Line 323"/>
                <p:cNvSpPr>
                  <a:spLocks noChangeShapeType="1"/>
                </p:cNvSpPr>
                <p:nvPr userDrawn="1"/>
              </p:nvSpPr>
              <p:spPr bwMode="auto">
                <a:xfrm>
                  <a:off x="463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89" name="Line 324"/>
                <p:cNvSpPr>
                  <a:spLocks noChangeShapeType="1"/>
                </p:cNvSpPr>
                <p:nvPr userDrawn="1"/>
              </p:nvSpPr>
              <p:spPr bwMode="auto">
                <a:xfrm>
                  <a:off x="463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0" name="Line 325"/>
                <p:cNvSpPr>
                  <a:spLocks noChangeShapeType="1"/>
                </p:cNvSpPr>
                <p:nvPr userDrawn="1"/>
              </p:nvSpPr>
              <p:spPr bwMode="auto">
                <a:xfrm>
                  <a:off x="463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1" name="Line 326"/>
                <p:cNvSpPr>
                  <a:spLocks noChangeShapeType="1"/>
                </p:cNvSpPr>
                <p:nvPr userDrawn="1"/>
              </p:nvSpPr>
              <p:spPr bwMode="auto">
                <a:xfrm>
                  <a:off x="488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2" name="Line 327"/>
                <p:cNvSpPr>
                  <a:spLocks noChangeShapeType="1"/>
                </p:cNvSpPr>
                <p:nvPr userDrawn="1"/>
              </p:nvSpPr>
              <p:spPr bwMode="auto">
                <a:xfrm>
                  <a:off x="488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3" name="Line 328"/>
                <p:cNvSpPr>
                  <a:spLocks noChangeShapeType="1"/>
                </p:cNvSpPr>
                <p:nvPr userDrawn="1"/>
              </p:nvSpPr>
              <p:spPr bwMode="auto">
                <a:xfrm>
                  <a:off x="488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4" name="Line 329"/>
                <p:cNvSpPr>
                  <a:spLocks noChangeShapeType="1"/>
                </p:cNvSpPr>
                <p:nvPr userDrawn="1"/>
              </p:nvSpPr>
              <p:spPr bwMode="auto">
                <a:xfrm>
                  <a:off x="488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5" name="Line 330"/>
                <p:cNvSpPr>
                  <a:spLocks noChangeShapeType="1"/>
                </p:cNvSpPr>
                <p:nvPr userDrawn="1"/>
              </p:nvSpPr>
              <p:spPr bwMode="auto">
                <a:xfrm>
                  <a:off x="488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6" name="Line 331"/>
                <p:cNvSpPr>
                  <a:spLocks noChangeShapeType="1"/>
                </p:cNvSpPr>
                <p:nvPr userDrawn="1"/>
              </p:nvSpPr>
              <p:spPr bwMode="auto">
                <a:xfrm>
                  <a:off x="488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7" name="Line 332"/>
                <p:cNvSpPr>
                  <a:spLocks noChangeShapeType="1"/>
                </p:cNvSpPr>
                <p:nvPr userDrawn="1"/>
              </p:nvSpPr>
              <p:spPr bwMode="auto">
                <a:xfrm>
                  <a:off x="488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8" name="Line 333"/>
                <p:cNvSpPr>
                  <a:spLocks noChangeShapeType="1"/>
                </p:cNvSpPr>
                <p:nvPr userDrawn="1"/>
              </p:nvSpPr>
              <p:spPr bwMode="auto">
                <a:xfrm>
                  <a:off x="488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99" name="Line 334"/>
                <p:cNvSpPr>
                  <a:spLocks noChangeShapeType="1"/>
                </p:cNvSpPr>
                <p:nvPr userDrawn="1"/>
              </p:nvSpPr>
              <p:spPr bwMode="auto">
                <a:xfrm>
                  <a:off x="488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0" name="Line 335"/>
                <p:cNvSpPr>
                  <a:spLocks noChangeShapeType="1"/>
                </p:cNvSpPr>
                <p:nvPr userDrawn="1"/>
              </p:nvSpPr>
              <p:spPr bwMode="auto">
                <a:xfrm>
                  <a:off x="488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1" name="Line 336"/>
                <p:cNvSpPr>
                  <a:spLocks noChangeShapeType="1"/>
                </p:cNvSpPr>
                <p:nvPr userDrawn="1"/>
              </p:nvSpPr>
              <p:spPr bwMode="auto">
                <a:xfrm>
                  <a:off x="488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2" name="Line 337"/>
                <p:cNvSpPr>
                  <a:spLocks noChangeShapeType="1"/>
                </p:cNvSpPr>
                <p:nvPr userDrawn="1"/>
              </p:nvSpPr>
              <p:spPr bwMode="auto">
                <a:xfrm>
                  <a:off x="488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3" name="Line 338"/>
                <p:cNvSpPr>
                  <a:spLocks noChangeShapeType="1"/>
                </p:cNvSpPr>
                <p:nvPr userDrawn="1"/>
              </p:nvSpPr>
              <p:spPr bwMode="auto">
                <a:xfrm>
                  <a:off x="488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4" name="Line 339"/>
                <p:cNvSpPr>
                  <a:spLocks noChangeShapeType="1"/>
                </p:cNvSpPr>
                <p:nvPr userDrawn="1"/>
              </p:nvSpPr>
              <p:spPr bwMode="auto">
                <a:xfrm>
                  <a:off x="514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5" name="Line 340"/>
                <p:cNvSpPr>
                  <a:spLocks noChangeShapeType="1"/>
                </p:cNvSpPr>
                <p:nvPr userDrawn="1"/>
              </p:nvSpPr>
              <p:spPr bwMode="auto">
                <a:xfrm>
                  <a:off x="514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6" name="Line 341"/>
                <p:cNvSpPr>
                  <a:spLocks noChangeShapeType="1"/>
                </p:cNvSpPr>
                <p:nvPr userDrawn="1"/>
              </p:nvSpPr>
              <p:spPr bwMode="auto">
                <a:xfrm>
                  <a:off x="514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7" name="Line 342"/>
                <p:cNvSpPr>
                  <a:spLocks noChangeShapeType="1"/>
                </p:cNvSpPr>
                <p:nvPr userDrawn="1"/>
              </p:nvSpPr>
              <p:spPr bwMode="auto">
                <a:xfrm>
                  <a:off x="514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8" name="Line 343"/>
                <p:cNvSpPr>
                  <a:spLocks noChangeShapeType="1"/>
                </p:cNvSpPr>
                <p:nvPr userDrawn="1"/>
              </p:nvSpPr>
              <p:spPr bwMode="auto">
                <a:xfrm>
                  <a:off x="514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09" name="Line 344"/>
                <p:cNvSpPr>
                  <a:spLocks noChangeShapeType="1"/>
                </p:cNvSpPr>
                <p:nvPr userDrawn="1"/>
              </p:nvSpPr>
              <p:spPr bwMode="auto">
                <a:xfrm>
                  <a:off x="514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0" name="Line 345"/>
                <p:cNvSpPr>
                  <a:spLocks noChangeShapeType="1"/>
                </p:cNvSpPr>
                <p:nvPr userDrawn="1"/>
              </p:nvSpPr>
              <p:spPr bwMode="auto">
                <a:xfrm>
                  <a:off x="514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1" name="Line 346"/>
                <p:cNvSpPr>
                  <a:spLocks noChangeShapeType="1"/>
                </p:cNvSpPr>
                <p:nvPr userDrawn="1"/>
              </p:nvSpPr>
              <p:spPr bwMode="auto">
                <a:xfrm>
                  <a:off x="514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2" name="Line 347"/>
                <p:cNvSpPr>
                  <a:spLocks noChangeShapeType="1"/>
                </p:cNvSpPr>
                <p:nvPr userDrawn="1"/>
              </p:nvSpPr>
              <p:spPr bwMode="auto">
                <a:xfrm>
                  <a:off x="514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3" name="Line 348"/>
                <p:cNvSpPr>
                  <a:spLocks noChangeShapeType="1"/>
                </p:cNvSpPr>
                <p:nvPr userDrawn="1"/>
              </p:nvSpPr>
              <p:spPr bwMode="auto">
                <a:xfrm>
                  <a:off x="514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4" name="Line 349"/>
                <p:cNvSpPr>
                  <a:spLocks noChangeShapeType="1"/>
                </p:cNvSpPr>
                <p:nvPr userDrawn="1"/>
              </p:nvSpPr>
              <p:spPr bwMode="auto">
                <a:xfrm>
                  <a:off x="514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5" name="Line 350"/>
                <p:cNvSpPr>
                  <a:spLocks noChangeShapeType="1"/>
                </p:cNvSpPr>
                <p:nvPr userDrawn="1"/>
              </p:nvSpPr>
              <p:spPr bwMode="auto">
                <a:xfrm>
                  <a:off x="514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6" name="Line 351"/>
                <p:cNvSpPr>
                  <a:spLocks noChangeShapeType="1"/>
                </p:cNvSpPr>
                <p:nvPr userDrawn="1"/>
              </p:nvSpPr>
              <p:spPr bwMode="auto">
                <a:xfrm>
                  <a:off x="514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7" name="Line 352"/>
                <p:cNvSpPr>
                  <a:spLocks noChangeShapeType="1"/>
                </p:cNvSpPr>
                <p:nvPr userDrawn="1"/>
              </p:nvSpPr>
              <p:spPr bwMode="auto">
                <a:xfrm>
                  <a:off x="5396"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8" name="Line 353"/>
                <p:cNvSpPr>
                  <a:spLocks noChangeShapeType="1"/>
                </p:cNvSpPr>
                <p:nvPr userDrawn="1"/>
              </p:nvSpPr>
              <p:spPr bwMode="auto">
                <a:xfrm>
                  <a:off x="5396"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19" name="Line 354"/>
                <p:cNvSpPr>
                  <a:spLocks noChangeShapeType="1"/>
                </p:cNvSpPr>
                <p:nvPr userDrawn="1"/>
              </p:nvSpPr>
              <p:spPr bwMode="auto">
                <a:xfrm>
                  <a:off x="5396"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0" name="Line 355"/>
                <p:cNvSpPr>
                  <a:spLocks noChangeShapeType="1"/>
                </p:cNvSpPr>
                <p:nvPr userDrawn="1"/>
              </p:nvSpPr>
              <p:spPr bwMode="auto">
                <a:xfrm>
                  <a:off x="5396"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1" name="Line 356"/>
                <p:cNvSpPr>
                  <a:spLocks noChangeShapeType="1"/>
                </p:cNvSpPr>
                <p:nvPr userDrawn="1"/>
              </p:nvSpPr>
              <p:spPr bwMode="auto">
                <a:xfrm>
                  <a:off x="5396"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2" name="Line 357"/>
                <p:cNvSpPr>
                  <a:spLocks noChangeShapeType="1"/>
                </p:cNvSpPr>
                <p:nvPr userDrawn="1"/>
              </p:nvSpPr>
              <p:spPr bwMode="auto">
                <a:xfrm>
                  <a:off x="5396"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3" name="Line 358"/>
                <p:cNvSpPr>
                  <a:spLocks noChangeShapeType="1"/>
                </p:cNvSpPr>
                <p:nvPr userDrawn="1"/>
              </p:nvSpPr>
              <p:spPr bwMode="auto">
                <a:xfrm>
                  <a:off x="5396"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4" name="Line 359"/>
                <p:cNvSpPr>
                  <a:spLocks noChangeShapeType="1"/>
                </p:cNvSpPr>
                <p:nvPr userDrawn="1"/>
              </p:nvSpPr>
              <p:spPr bwMode="auto">
                <a:xfrm>
                  <a:off x="5396"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5" name="Line 360"/>
                <p:cNvSpPr>
                  <a:spLocks noChangeShapeType="1"/>
                </p:cNvSpPr>
                <p:nvPr userDrawn="1"/>
              </p:nvSpPr>
              <p:spPr bwMode="auto">
                <a:xfrm>
                  <a:off x="5396"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6" name="Line 361"/>
                <p:cNvSpPr>
                  <a:spLocks noChangeShapeType="1"/>
                </p:cNvSpPr>
                <p:nvPr userDrawn="1"/>
              </p:nvSpPr>
              <p:spPr bwMode="auto">
                <a:xfrm>
                  <a:off x="5396"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7" name="Line 362"/>
                <p:cNvSpPr>
                  <a:spLocks noChangeShapeType="1"/>
                </p:cNvSpPr>
                <p:nvPr userDrawn="1"/>
              </p:nvSpPr>
              <p:spPr bwMode="auto">
                <a:xfrm>
                  <a:off x="5396"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8" name="Line 363"/>
                <p:cNvSpPr>
                  <a:spLocks noChangeShapeType="1"/>
                </p:cNvSpPr>
                <p:nvPr userDrawn="1"/>
              </p:nvSpPr>
              <p:spPr bwMode="auto">
                <a:xfrm>
                  <a:off x="5396"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29" name="Line 364"/>
                <p:cNvSpPr>
                  <a:spLocks noChangeShapeType="1"/>
                </p:cNvSpPr>
                <p:nvPr userDrawn="1"/>
              </p:nvSpPr>
              <p:spPr bwMode="auto">
                <a:xfrm>
                  <a:off x="5396"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0" name="Line 365"/>
                <p:cNvSpPr>
                  <a:spLocks noChangeShapeType="1"/>
                </p:cNvSpPr>
                <p:nvPr userDrawn="1"/>
              </p:nvSpPr>
              <p:spPr bwMode="auto">
                <a:xfrm>
                  <a:off x="5650"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1" name="Line 366"/>
                <p:cNvSpPr>
                  <a:spLocks noChangeShapeType="1"/>
                </p:cNvSpPr>
                <p:nvPr userDrawn="1"/>
              </p:nvSpPr>
              <p:spPr bwMode="auto">
                <a:xfrm>
                  <a:off x="5650"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2" name="Line 367"/>
                <p:cNvSpPr>
                  <a:spLocks noChangeShapeType="1"/>
                </p:cNvSpPr>
                <p:nvPr userDrawn="1"/>
              </p:nvSpPr>
              <p:spPr bwMode="auto">
                <a:xfrm>
                  <a:off x="5650"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3" name="Line 368"/>
                <p:cNvSpPr>
                  <a:spLocks noChangeShapeType="1"/>
                </p:cNvSpPr>
                <p:nvPr userDrawn="1"/>
              </p:nvSpPr>
              <p:spPr bwMode="auto">
                <a:xfrm>
                  <a:off x="5650"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4" name="Line 369"/>
                <p:cNvSpPr>
                  <a:spLocks noChangeShapeType="1"/>
                </p:cNvSpPr>
                <p:nvPr userDrawn="1"/>
              </p:nvSpPr>
              <p:spPr bwMode="auto">
                <a:xfrm>
                  <a:off x="5650"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5" name="Line 370"/>
                <p:cNvSpPr>
                  <a:spLocks noChangeShapeType="1"/>
                </p:cNvSpPr>
                <p:nvPr userDrawn="1"/>
              </p:nvSpPr>
              <p:spPr bwMode="auto">
                <a:xfrm>
                  <a:off x="5650"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6" name="Line 371"/>
                <p:cNvSpPr>
                  <a:spLocks noChangeShapeType="1"/>
                </p:cNvSpPr>
                <p:nvPr userDrawn="1"/>
              </p:nvSpPr>
              <p:spPr bwMode="auto">
                <a:xfrm>
                  <a:off x="5650"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7" name="Line 372"/>
                <p:cNvSpPr>
                  <a:spLocks noChangeShapeType="1"/>
                </p:cNvSpPr>
                <p:nvPr userDrawn="1"/>
              </p:nvSpPr>
              <p:spPr bwMode="auto">
                <a:xfrm>
                  <a:off x="5650"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8" name="Line 373"/>
                <p:cNvSpPr>
                  <a:spLocks noChangeShapeType="1"/>
                </p:cNvSpPr>
                <p:nvPr userDrawn="1"/>
              </p:nvSpPr>
              <p:spPr bwMode="auto">
                <a:xfrm>
                  <a:off x="5650"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39" name="Line 374"/>
                <p:cNvSpPr>
                  <a:spLocks noChangeShapeType="1"/>
                </p:cNvSpPr>
                <p:nvPr userDrawn="1"/>
              </p:nvSpPr>
              <p:spPr bwMode="auto">
                <a:xfrm>
                  <a:off x="5650"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0" name="Line 375"/>
                <p:cNvSpPr>
                  <a:spLocks noChangeShapeType="1"/>
                </p:cNvSpPr>
                <p:nvPr userDrawn="1"/>
              </p:nvSpPr>
              <p:spPr bwMode="auto">
                <a:xfrm>
                  <a:off x="5650"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1" name="Line 376"/>
                <p:cNvSpPr>
                  <a:spLocks noChangeShapeType="1"/>
                </p:cNvSpPr>
                <p:nvPr userDrawn="1"/>
              </p:nvSpPr>
              <p:spPr bwMode="auto">
                <a:xfrm>
                  <a:off x="5650"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2" name="Line 377"/>
                <p:cNvSpPr>
                  <a:spLocks noChangeShapeType="1"/>
                </p:cNvSpPr>
                <p:nvPr userDrawn="1"/>
              </p:nvSpPr>
              <p:spPr bwMode="auto">
                <a:xfrm>
                  <a:off x="5650"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3" name="Line 378"/>
                <p:cNvSpPr>
                  <a:spLocks noChangeShapeType="1"/>
                </p:cNvSpPr>
                <p:nvPr userDrawn="1"/>
              </p:nvSpPr>
              <p:spPr bwMode="auto">
                <a:xfrm>
                  <a:off x="5904"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4" name="Line 379"/>
                <p:cNvSpPr>
                  <a:spLocks noChangeShapeType="1"/>
                </p:cNvSpPr>
                <p:nvPr userDrawn="1"/>
              </p:nvSpPr>
              <p:spPr bwMode="auto">
                <a:xfrm>
                  <a:off x="5904"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5" name="Line 380"/>
                <p:cNvSpPr>
                  <a:spLocks noChangeShapeType="1"/>
                </p:cNvSpPr>
                <p:nvPr userDrawn="1"/>
              </p:nvSpPr>
              <p:spPr bwMode="auto">
                <a:xfrm>
                  <a:off x="5904"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6" name="Line 381"/>
                <p:cNvSpPr>
                  <a:spLocks noChangeShapeType="1"/>
                </p:cNvSpPr>
                <p:nvPr userDrawn="1"/>
              </p:nvSpPr>
              <p:spPr bwMode="auto">
                <a:xfrm>
                  <a:off x="5904"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7" name="Line 382"/>
                <p:cNvSpPr>
                  <a:spLocks noChangeShapeType="1"/>
                </p:cNvSpPr>
                <p:nvPr userDrawn="1"/>
              </p:nvSpPr>
              <p:spPr bwMode="auto">
                <a:xfrm>
                  <a:off x="5904"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8" name="Line 383"/>
                <p:cNvSpPr>
                  <a:spLocks noChangeShapeType="1"/>
                </p:cNvSpPr>
                <p:nvPr userDrawn="1"/>
              </p:nvSpPr>
              <p:spPr bwMode="auto">
                <a:xfrm>
                  <a:off x="5904"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49" name="Line 384"/>
                <p:cNvSpPr>
                  <a:spLocks noChangeShapeType="1"/>
                </p:cNvSpPr>
                <p:nvPr userDrawn="1"/>
              </p:nvSpPr>
              <p:spPr bwMode="auto">
                <a:xfrm>
                  <a:off x="5904"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0" name="Line 385"/>
                <p:cNvSpPr>
                  <a:spLocks noChangeShapeType="1"/>
                </p:cNvSpPr>
                <p:nvPr userDrawn="1"/>
              </p:nvSpPr>
              <p:spPr bwMode="auto">
                <a:xfrm>
                  <a:off x="5904"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1" name="Line 386"/>
                <p:cNvSpPr>
                  <a:spLocks noChangeShapeType="1"/>
                </p:cNvSpPr>
                <p:nvPr userDrawn="1"/>
              </p:nvSpPr>
              <p:spPr bwMode="auto">
                <a:xfrm>
                  <a:off x="5904"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2" name="Line 387"/>
                <p:cNvSpPr>
                  <a:spLocks noChangeShapeType="1"/>
                </p:cNvSpPr>
                <p:nvPr userDrawn="1"/>
              </p:nvSpPr>
              <p:spPr bwMode="auto">
                <a:xfrm>
                  <a:off x="5904"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3" name="Line 388"/>
                <p:cNvSpPr>
                  <a:spLocks noChangeShapeType="1"/>
                </p:cNvSpPr>
                <p:nvPr userDrawn="1"/>
              </p:nvSpPr>
              <p:spPr bwMode="auto">
                <a:xfrm>
                  <a:off x="5904"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4" name="Line 389"/>
                <p:cNvSpPr>
                  <a:spLocks noChangeShapeType="1"/>
                </p:cNvSpPr>
                <p:nvPr userDrawn="1"/>
              </p:nvSpPr>
              <p:spPr bwMode="auto">
                <a:xfrm>
                  <a:off x="5904"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5" name="Line 390"/>
                <p:cNvSpPr>
                  <a:spLocks noChangeShapeType="1"/>
                </p:cNvSpPr>
                <p:nvPr userDrawn="1"/>
              </p:nvSpPr>
              <p:spPr bwMode="auto">
                <a:xfrm>
                  <a:off x="5904"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6" name="Line 391"/>
                <p:cNvSpPr>
                  <a:spLocks noChangeShapeType="1"/>
                </p:cNvSpPr>
                <p:nvPr userDrawn="1"/>
              </p:nvSpPr>
              <p:spPr bwMode="auto">
                <a:xfrm>
                  <a:off x="6158"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7" name="Line 392"/>
                <p:cNvSpPr>
                  <a:spLocks noChangeShapeType="1"/>
                </p:cNvSpPr>
                <p:nvPr userDrawn="1"/>
              </p:nvSpPr>
              <p:spPr bwMode="auto">
                <a:xfrm>
                  <a:off x="6158"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8" name="Line 393"/>
                <p:cNvSpPr>
                  <a:spLocks noChangeShapeType="1"/>
                </p:cNvSpPr>
                <p:nvPr userDrawn="1"/>
              </p:nvSpPr>
              <p:spPr bwMode="auto">
                <a:xfrm>
                  <a:off x="6158"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59" name="Line 394"/>
                <p:cNvSpPr>
                  <a:spLocks noChangeShapeType="1"/>
                </p:cNvSpPr>
                <p:nvPr userDrawn="1"/>
              </p:nvSpPr>
              <p:spPr bwMode="auto">
                <a:xfrm>
                  <a:off x="6158"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0" name="Line 395"/>
                <p:cNvSpPr>
                  <a:spLocks noChangeShapeType="1"/>
                </p:cNvSpPr>
                <p:nvPr userDrawn="1"/>
              </p:nvSpPr>
              <p:spPr bwMode="auto">
                <a:xfrm>
                  <a:off x="6158"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1" name="Line 396"/>
                <p:cNvSpPr>
                  <a:spLocks noChangeShapeType="1"/>
                </p:cNvSpPr>
                <p:nvPr userDrawn="1"/>
              </p:nvSpPr>
              <p:spPr bwMode="auto">
                <a:xfrm>
                  <a:off x="6158"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2" name="Line 397"/>
                <p:cNvSpPr>
                  <a:spLocks noChangeShapeType="1"/>
                </p:cNvSpPr>
                <p:nvPr userDrawn="1"/>
              </p:nvSpPr>
              <p:spPr bwMode="auto">
                <a:xfrm>
                  <a:off x="6158"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3" name="Line 398"/>
                <p:cNvSpPr>
                  <a:spLocks noChangeShapeType="1"/>
                </p:cNvSpPr>
                <p:nvPr userDrawn="1"/>
              </p:nvSpPr>
              <p:spPr bwMode="auto">
                <a:xfrm>
                  <a:off x="6158"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4" name="Line 399"/>
                <p:cNvSpPr>
                  <a:spLocks noChangeShapeType="1"/>
                </p:cNvSpPr>
                <p:nvPr userDrawn="1"/>
              </p:nvSpPr>
              <p:spPr bwMode="auto">
                <a:xfrm>
                  <a:off x="6158"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5" name="Line 400"/>
                <p:cNvSpPr>
                  <a:spLocks noChangeShapeType="1"/>
                </p:cNvSpPr>
                <p:nvPr userDrawn="1"/>
              </p:nvSpPr>
              <p:spPr bwMode="auto">
                <a:xfrm>
                  <a:off x="6158"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66" name="Line 401"/>
                <p:cNvSpPr>
                  <a:spLocks noChangeShapeType="1"/>
                </p:cNvSpPr>
                <p:nvPr userDrawn="1"/>
              </p:nvSpPr>
              <p:spPr bwMode="auto">
                <a:xfrm>
                  <a:off x="6158"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0" name="Line 402"/>
                <p:cNvSpPr>
                  <a:spLocks noChangeShapeType="1"/>
                </p:cNvSpPr>
                <p:nvPr userDrawn="1"/>
              </p:nvSpPr>
              <p:spPr bwMode="auto">
                <a:xfrm>
                  <a:off x="6158"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1" name="Line 403"/>
                <p:cNvSpPr>
                  <a:spLocks noChangeShapeType="1"/>
                </p:cNvSpPr>
                <p:nvPr userDrawn="1"/>
              </p:nvSpPr>
              <p:spPr bwMode="auto">
                <a:xfrm>
                  <a:off x="6158"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2" name="Line 404"/>
                <p:cNvSpPr>
                  <a:spLocks noChangeShapeType="1"/>
                </p:cNvSpPr>
                <p:nvPr userDrawn="1"/>
              </p:nvSpPr>
              <p:spPr bwMode="auto">
                <a:xfrm>
                  <a:off x="6412" y="24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573" name="Line 405"/>
                <p:cNvSpPr>
                  <a:spLocks noChangeShapeType="1"/>
                </p:cNvSpPr>
                <p:nvPr userDrawn="1"/>
              </p:nvSpPr>
              <p:spPr bwMode="auto">
                <a:xfrm>
                  <a:off x="6412" y="49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grpSp>
            <p:nvGrpSpPr>
              <p:cNvPr id="1183" name="Group 607"/>
              <p:cNvGrpSpPr>
                <a:grpSpLocks/>
              </p:cNvGrpSpPr>
              <p:nvPr userDrawn="1"/>
            </p:nvGrpSpPr>
            <p:grpSpPr bwMode="auto">
              <a:xfrm>
                <a:off x="4275138" y="414338"/>
                <a:ext cx="4464050" cy="4872038"/>
                <a:chOff x="3600" y="261"/>
                <a:chExt cx="2812" cy="3069"/>
              </a:xfrm>
            </p:grpSpPr>
            <p:sp>
              <p:nvSpPr>
                <p:cNvPr id="1275" name="Line 407"/>
                <p:cNvSpPr>
                  <a:spLocks noChangeShapeType="1"/>
                </p:cNvSpPr>
                <p:nvPr userDrawn="1"/>
              </p:nvSpPr>
              <p:spPr bwMode="auto">
                <a:xfrm>
                  <a:off x="6412" y="751"/>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6" name="Line 408"/>
                <p:cNvSpPr>
                  <a:spLocks noChangeShapeType="1"/>
                </p:cNvSpPr>
                <p:nvPr userDrawn="1"/>
              </p:nvSpPr>
              <p:spPr bwMode="auto">
                <a:xfrm>
                  <a:off x="6412" y="1005"/>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7" name="Line 409"/>
                <p:cNvSpPr>
                  <a:spLocks noChangeShapeType="1"/>
                </p:cNvSpPr>
                <p:nvPr userDrawn="1"/>
              </p:nvSpPr>
              <p:spPr bwMode="auto">
                <a:xfrm>
                  <a:off x="6412" y="1259"/>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8" name="Line 410"/>
                <p:cNvSpPr>
                  <a:spLocks noChangeShapeType="1"/>
                </p:cNvSpPr>
                <p:nvPr userDrawn="1"/>
              </p:nvSpPr>
              <p:spPr bwMode="auto">
                <a:xfrm>
                  <a:off x="6412" y="1513"/>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9" name="Line 411"/>
                <p:cNvSpPr>
                  <a:spLocks noChangeShapeType="1"/>
                </p:cNvSpPr>
                <p:nvPr userDrawn="1"/>
              </p:nvSpPr>
              <p:spPr bwMode="auto">
                <a:xfrm>
                  <a:off x="6412" y="1767"/>
                  <a:ext cx="0" cy="37"/>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0" name="Line 412"/>
                <p:cNvSpPr>
                  <a:spLocks noChangeShapeType="1"/>
                </p:cNvSpPr>
                <p:nvPr userDrawn="1"/>
              </p:nvSpPr>
              <p:spPr bwMode="auto">
                <a:xfrm>
                  <a:off x="6412" y="202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1" name="Line 413"/>
                <p:cNvSpPr>
                  <a:spLocks noChangeShapeType="1"/>
                </p:cNvSpPr>
                <p:nvPr userDrawn="1"/>
              </p:nvSpPr>
              <p:spPr bwMode="auto">
                <a:xfrm>
                  <a:off x="6412" y="2276"/>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2" name="Line 414"/>
                <p:cNvSpPr>
                  <a:spLocks noChangeShapeType="1"/>
                </p:cNvSpPr>
                <p:nvPr userDrawn="1"/>
              </p:nvSpPr>
              <p:spPr bwMode="auto">
                <a:xfrm>
                  <a:off x="6412" y="2530"/>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3" name="Line 415"/>
                <p:cNvSpPr>
                  <a:spLocks noChangeShapeType="1"/>
                </p:cNvSpPr>
                <p:nvPr userDrawn="1"/>
              </p:nvSpPr>
              <p:spPr bwMode="auto">
                <a:xfrm>
                  <a:off x="6412" y="2784"/>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4" name="Line 416"/>
                <p:cNvSpPr>
                  <a:spLocks noChangeShapeType="1"/>
                </p:cNvSpPr>
                <p:nvPr userDrawn="1"/>
              </p:nvSpPr>
              <p:spPr bwMode="auto">
                <a:xfrm>
                  <a:off x="6412" y="3038"/>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5" name="Line 417"/>
                <p:cNvSpPr>
                  <a:spLocks noChangeShapeType="1"/>
                </p:cNvSpPr>
                <p:nvPr userDrawn="1"/>
              </p:nvSpPr>
              <p:spPr bwMode="auto">
                <a:xfrm>
                  <a:off x="6412" y="3292"/>
                  <a:ext cx="0" cy="38"/>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6" name="Line 470"/>
                <p:cNvSpPr>
                  <a:spLocks noChangeShapeType="1"/>
                </p:cNvSpPr>
                <p:nvPr userDrawn="1"/>
              </p:nvSpPr>
              <p:spPr bwMode="auto">
                <a:xfrm flipH="1">
                  <a:off x="3600"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7" name="Line 471"/>
                <p:cNvSpPr>
                  <a:spLocks noChangeShapeType="1"/>
                </p:cNvSpPr>
                <p:nvPr userDrawn="1"/>
              </p:nvSpPr>
              <p:spPr bwMode="auto">
                <a:xfrm flipH="1">
                  <a:off x="3600"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8" name="Line 472"/>
                <p:cNvSpPr>
                  <a:spLocks noChangeShapeType="1"/>
                </p:cNvSpPr>
                <p:nvPr userDrawn="1"/>
              </p:nvSpPr>
              <p:spPr bwMode="auto">
                <a:xfrm flipH="1">
                  <a:off x="3600"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9" name="Line 473"/>
                <p:cNvSpPr>
                  <a:spLocks noChangeShapeType="1"/>
                </p:cNvSpPr>
                <p:nvPr userDrawn="1"/>
              </p:nvSpPr>
              <p:spPr bwMode="auto">
                <a:xfrm flipH="1">
                  <a:off x="3600"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0" name="Line 474"/>
                <p:cNvSpPr>
                  <a:spLocks noChangeShapeType="1"/>
                </p:cNvSpPr>
                <p:nvPr userDrawn="1"/>
              </p:nvSpPr>
              <p:spPr bwMode="auto">
                <a:xfrm flipH="1">
                  <a:off x="3600"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1" name="Line 475"/>
                <p:cNvSpPr>
                  <a:spLocks noChangeShapeType="1"/>
                </p:cNvSpPr>
                <p:nvPr userDrawn="1"/>
              </p:nvSpPr>
              <p:spPr bwMode="auto">
                <a:xfrm flipH="1">
                  <a:off x="3600"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2" name="Line 476"/>
                <p:cNvSpPr>
                  <a:spLocks noChangeShapeType="1"/>
                </p:cNvSpPr>
                <p:nvPr userDrawn="1"/>
              </p:nvSpPr>
              <p:spPr bwMode="auto">
                <a:xfrm flipH="1">
                  <a:off x="3600"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3" name="Line 477"/>
                <p:cNvSpPr>
                  <a:spLocks noChangeShapeType="1"/>
                </p:cNvSpPr>
                <p:nvPr userDrawn="1"/>
              </p:nvSpPr>
              <p:spPr bwMode="auto">
                <a:xfrm flipH="1">
                  <a:off x="3600"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4" name="Line 478"/>
                <p:cNvSpPr>
                  <a:spLocks noChangeShapeType="1"/>
                </p:cNvSpPr>
                <p:nvPr userDrawn="1"/>
              </p:nvSpPr>
              <p:spPr bwMode="auto">
                <a:xfrm flipH="1">
                  <a:off x="3600"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5" name="Line 479"/>
                <p:cNvSpPr>
                  <a:spLocks noChangeShapeType="1"/>
                </p:cNvSpPr>
                <p:nvPr userDrawn="1"/>
              </p:nvSpPr>
              <p:spPr bwMode="auto">
                <a:xfrm flipH="1">
                  <a:off x="3600"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6" name="Line 480"/>
                <p:cNvSpPr>
                  <a:spLocks noChangeShapeType="1"/>
                </p:cNvSpPr>
                <p:nvPr userDrawn="1"/>
              </p:nvSpPr>
              <p:spPr bwMode="auto">
                <a:xfrm flipH="1">
                  <a:off x="3600"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7" name="Line 481"/>
                <p:cNvSpPr>
                  <a:spLocks noChangeShapeType="1"/>
                </p:cNvSpPr>
                <p:nvPr userDrawn="1"/>
              </p:nvSpPr>
              <p:spPr bwMode="auto">
                <a:xfrm flipH="1">
                  <a:off x="3600"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8" name="Line 482"/>
                <p:cNvSpPr>
                  <a:spLocks noChangeShapeType="1"/>
                </p:cNvSpPr>
                <p:nvPr userDrawn="1"/>
              </p:nvSpPr>
              <p:spPr bwMode="auto">
                <a:xfrm flipH="1">
                  <a:off x="3600"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9" name="Line 483"/>
                <p:cNvSpPr>
                  <a:spLocks noChangeShapeType="1"/>
                </p:cNvSpPr>
                <p:nvPr userDrawn="1"/>
              </p:nvSpPr>
              <p:spPr bwMode="auto">
                <a:xfrm flipH="1">
                  <a:off x="3854"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0" name="Line 484"/>
                <p:cNvSpPr>
                  <a:spLocks noChangeShapeType="1"/>
                </p:cNvSpPr>
                <p:nvPr userDrawn="1"/>
              </p:nvSpPr>
              <p:spPr bwMode="auto">
                <a:xfrm flipH="1">
                  <a:off x="3854"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1" name="Line 485"/>
                <p:cNvSpPr>
                  <a:spLocks noChangeShapeType="1"/>
                </p:cNvSpPr>
                <p:nvPr userDrawn="1"/>
              </p:nvSpPr>
              <p:spPr bwMode="auto">
                <a:xfrm flipH="1">
                  <a:off x="3854"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2" name="Line 486"/>
                <p:cNvSpPr>
                  <a:spLocks noChangeShapeType="1"/>
                </p:cNvSpPr>
                <p:nvPr userDrawn="1"/>
              </p:nvSpPr>
              <p:spPr bwMode="auto">
                <a:xfrm flipH="1">
                  <a:off x="3854"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3" name="Line 487"/>
                <p:cNvSpPr>
                  <a:spLocks noChangeShapeType="1"/>
                </p:cNvSpPr>
                <p:nvPr userDrawn="1"/>
              </p:nvSpPr>
              <p:spPr bwMode="auto">
                <a:xfrm flipH="1">
                  <a:off x="3854"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4" name="Line 488"/>
                <p:cNvSpPr>
                  <a:spLocks noChangeShapeType="1"/>
                </p:cNvSpPr>
                <p:nvPr userDrawn="1"/>
              </p:nvSpPr>
              <p:spPr bwMode="auto">
                <a:xfrm flipH="1">
                  <a:off x="3854"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5" name="Line 489"/>
                <p:cNvSpPr>
                  <a:spLocks noChangeShapeType="1"/>
                </p:cNvSpPr>
                <p:nvPr userDrawn="1"/>
              </p:nvSpPr>
              <p:spPr bwMode="auto">
                <a:xfrm flipH="1">
                  <a:off x="3854"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6" name="Line 490"/>
                <p:cNvSpPr>
                  <a:spLocks noChangeShapeType="1"/>
                </p:cNvSpPr>
                <p:nvPr userDrawn="1"/>
              </p:nvSpPr>
              <p:spPr bwMode="auto">
                <a:xfrm flipH="1">
                  <a:off x="3854"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7" name="Line 491"/>
                <p:cNvSpPr>
                  <a:spLocks noChangeShapeType="1"/>
                </p:cNvSpPr>
                <p:nvPr userDrawn="1"/>
              </p:nvSpPr>
              <p:spPr bwMode="auto">
                <a:xfrm flipH="1">
                  <a:off x="3854"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8" name="Line 492"/>
                <p:cNvSpPr>
                  <a:spLocks noChangeShapeType="1"/>
                </p:cNvSpPr>
                <p:nvPr userDrawn="1"/>
              </p:nvSpPr>
              <p:spPr bwMode="auto">
                <a:xfrm flipH="1">
                  <a:off x="3854"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9" name="Line 493"/>
                <p:cNvSpPr>
                  <a:spLocks noChangeShapeType="1"/>
                </p:cNvSpPr>
                <p:nvPr userDrawn="1"/>
              </p:nvSpPr>
              <p:spPr bwMode="auto">
                <a:xfrm flipH="1">
                  <a:off x="3854"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0" name="Line 494"/>
                <p:cNvSpPr>
                  <a:spLocks noChangeShapeType="1"/>
                </p:cNvSpPr>
                <p:nvPr userDrawn="1"/>
              </p:nvSpPr>
              <p:spPr bwMode="auto">
                <a:xfrm flipH="1">
                  <a:off x="3854"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1" name="Line 495"/>
                <p:cNvSpPr>
                  <a:spLocks noChangeShapeType="1"/>
                </p:cNvSpPr>
                <p:nvPr userDrawn="1"/>
              </p:nvSpPr>
              <p:spPr bwMode="auto">
                <a:xfrm flipH="1">
                  <a:off x="3854"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2" name="Line 496"/>
                <p:cNvSpPr>
                  <a:spLocks noChangeShapeType="1"/>
                </p:cNvSpPr>
                <p:nvPr userDrawn="1"/>
              </p:nvSpPr>
              <p:spPr bwMode="auto">
                <a:xfrm flipH="1">
                  <a:off x="4108"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3" name="Line 497"/>
                <p:cNvSpPr>
                  <a:spLocks noChangeShapeType="1"/>
                </p:cNvSpPr>
                <p:nvPr userDrawn="1"/>
              </p:nvSpPr>
              <p:spPr bwMode="auto">
                <a:xfrm flipH="1">
                  <a:off x="4108"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4" name="Line 498"/>
                <p:cNvSpPr>
                  <a:spLocks noChangeShapeType="1"/>
                </p:cNvSpPr>
                <p:nvPr userDrawn="1"/>
              </p:nvSpPr>
              <p:spPr bwMode="auto">
                <a:xfrm flipH="1">
                  <a:off x="4108"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5" name="Line 499"/>
                <p:cNvSpPr>
                  <a:spLocks noChangeShapeType="1"/>
                </p:cNvSpPr>
                <p:nvPr userDrawn="1"/>
              </p:nvSpPr>
              <p:spPr bwMode="auto">
                <a:xfrm flipH="1">
                  <a:off x="4108"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6" name="Line 500"/>
                <p:cNvSpPr>
                  <a:spLocks noChangeShapeType="1"/>
                </p:cNvSpPr>
                <p:nvPr userDrawn="1"/>
              </p:nvSpPr>
              <p:spPr bwMode="auto">
                <a:xfrm flipH="1">
                  <a:off x="4108"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7" name="Line 501"/>
                <p:cNvSpPr>
                  <a:spLocks noChangeShapeType="1"/>
                </p:cNvSpPr>
                <p:nvPr userDrawn="1"/>
              </p:nvSpPr>
              <p:spPr bwMode="auto">
                <a:xfrm flipH="1">
                  <a:off x="4108"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8" name="Line 502"/>
                <p:cNvSpPr>
                  <a:spLocks noChangeShapeType="1"/>
                </p:cNvSpPr>
                <p:nvPr userDrawn="1"/>
              </p:nvSpPr>
              <p:spPr bwMode="auto">
                <a:xfrm flipH="1">
                  <a:off x="4108"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9" name="Line 503"/>
                <p:cNvSpPr>
                  <a:spLocks noChangeShapeType="1"/>
                </p:cNvSpPr>
                <p:nvPr userDrawn="1"/>
              </p:nvSpPr>
              <p:spPr bwMode="auto">
                <a:xfrm flipH="1">
                  <a:off x="4108"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0" name="Line 504"/>
                <p:cNvSpPr>
                  <a:spLocks noChangeShapeType="1"/>
                </p:cNvSpPr>
                <p:nvPr userDrawn="1"/>
              </p:nvSpPr>
              <p:spPr bwMode="auto">
                <a:xfrm flipH="1">
                  <a:off x="4108"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1" name="Line 505"/>
                <p:cNvSpPr>
                  <a:spLocks noChangeShapeType="1"/>
                </p:cNvSpPr>
                <p:nvPr userDrawn="1"/>
              </p:nvSpPr>
              <p:spPr bwMode="auto">
                <a:xfrm flipH="1">
                  <a:off x="4108"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2" name="Line 506"/>
                <p:cNvSpPr>
                  <a:spLocks noChangeShapeType="1"/>
                </p:cNvSpPr>
                <p:nvPr userDrawn="1"/>
              </p:nvSpPr>
              <p:spPr bwMode="auto">
                <a:xfrm flipH="1">
                  <a:off x="4108"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3" name="Line 507"/>
                <p:cNvSpPr>
                  <a:spLocks noChangeShapeType="1"/>
                </p:cNvSpPr>
                <p:nvPr userDrawn="1"/>
              </p:nvSpPr>
              <p:spPr bwMode="auto">
                <a:xfrm flipH="1">
                  <a:off x="4108"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4" name="Line 508"/>
                <p:cNvSpPr>
                  <a:spLocks noChangeShapeType="1"/>
                </p:cNvSpPr>
                <p:nvPr userDrawn="1"/>
              </p:nvSpPr>
              <p:spPr bwMode="auto">
                <a:xfrm flipH="1">
                  <a:off x="4108"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5" name="Line 509"/>
                <p:cNvSpPr>
                  <a:spLocks noChangeShapeType="1"/>
                </p:cNvSpPr>
                <p:nvPr userDrawn="1"/>
              </p:nvSpPr>
              <p:spPr bwMode="auto">
                <a:xfrm flipH="1">
                  <a:off x="4362"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6" name="Line 510"/>
                <p:cNvSpPr>
                  <a:spLocks noChangeShapeType="1"/>
                </p:cNvSpPr>
                <p:nvPr userDrawn="1"/>
              </p:nvSpPr>
              <p:spPr bwMode="auto">
                <a:xfrm flipH="1">
                  <a:off x="4362"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7" name="Line 511"/>
                <p:cNvSpPr>
                  <a:spLocks noChangeShapeType="1"/>
                </p:cNvSpPr>
                <p:nvPr userDrawn="1"/>
              </p:nvSpPr>
              <p:spPr bwMode="auto">
                <a:xfrm flipH="1">
                  <a:off x="4362"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8" name="Line 512"/>
                <p:cNvSpPr>
                  <a:spLocks noChangeShapeType="1"/>
                </p:cNvSpPr>
                <p:nvPr userDrawn="1"/>
              </p:nvSpPr>
              <p:spPr bwMode="auto">
                <a:xfrm flipH="1">
                  <a:off x="4362"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9" name="Line 513"/>
                <p:cNvSpPr>
                  <a:spLocks noChangeShapeType="1"/>
                </p:cNvSpPr>
                <p:nvPr userDrawn="1"/>
              </p:nvSpPr>
              <p:spPr bwMode="auto">
                <a:xfrm flipH="1">
                  <a:off x="4362"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0" name="Line 514"/>
                <p:cNvSpPr>
                  <a:spLocks noChangeShapeType="1"/>
                </p:cNvSpPr>
                <p:nvPr userDrawn="1"/>
              </p:nvSpPr>
              <p:spPr bwMode="auto">
                <a:xfrm flipH="1">
                  <a:off x="4362"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1" name="Line 515"/>
                <p:cNvSpPr>
                  <a:spLocks noChangeShapeType="1"/>
                </p:cNvSpPr>
                <p:nvPr userDrawn="1"/>
              </p:nvSpPr>
              <p:spPr bwMode="auto">
                <a:xfrm flipH="1">
                  <a:off x="4362"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2" name="Line 516"/>
                <p:cNvSpPr>
                  <a:spLocks noChangeShapeType="1"/>
                </p:cNvSpPr>
                <p:nvPr userDrawn="1"/>
              </p:nvSpPr>
              <p:spPr bwMode="auto">
                <a:xfrm flipH="1">
                  <a:off x="4362"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3" name="Line 517"/>
                <p:cNvSpPr>
                  <a:spLocks noChangeShapeType="1"/>
                </p:cNvSpPr>
                <p:nvPr userDrawn="1"/>
              </p:nvSpPr>
              <p:spPr bwMode="auto">
                <a:xfrm flipH="1">
                  <a:off x="4362"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4" name="Line 518"/>
                <p:cNvSpPr>
                  <a:spLocks noChangeShapeType="1"/>
                </p:cNvSpPr>
                <p:nvPr userDrawn="1"/>
              </p:nvSpPr>
              <p:spPr bwMode="auto">
                <a:xfrm flipH="1">
                  <a:off x="4362"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5" name="Line 519"/>
                <p:cNvSpPr>
                  <a:spLocks noChangeShapeType="1"/>
                </p:cNvSpPr>
                <p:nvPr userDrawn="1"/>
              </p:nvSpPr>
              <p:spPr bwMode="auto">
                <a:xfrm flipH="1">
                  <a:off x="4362"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6" name="Line 520"/>
                <p:cNvSpPr>
                  <a:spLocks noChangeShapeType="1"/>
                </p:cNvSpPr>
                <p:nvPr userDrawn="1"/>
              </p:nvSpPr>
              <p:spPr bwMode="auto">
                <a:xfrm flipH="1">
                  <a:off x="4362"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7" name="Line 521"/>
                <p:cNvSpPr>
                  <a:spLocks noChangeShapeType="1"/>
                </p:cNvSpPr>
                <p:nvPr userDrawn="1"/>
              </p:nvSpPr>
              <p:spPr bwMode="auto">
                <a:xfrm flipH="1">
                  <a:off x="4362"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8" name="Line 522"/>
                <p:cNvSpPr>
                  <a:spLocks noChangeShapeType="1"/>
                </p:cNvSpPr>
                <p:nvPr userDrawn="1"/>
              </p:nvSpPr>
              <p:spPr bwMode="auto">
                <a:xfrm flipH="1">
                  <a:off x="4616"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9" name="Line 523"/>
                <p:cNvSpPr>
                  <a:spLocks noChangeShapeType="1"/>
                </p:cNvSpPr>
                <p:nvPr userDrawn="1"/>
              </p:nvSpPr>
              <p:spPr bwMode="auto">
                <a:xfrm flipH="1">
                  <a:off x="4616"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0" name="Line 524"/>
                <p:cNvSpPr>
                  <a:spLocks noChangeShapeType="1"/>
                </p:cNvSpPr>
                <p:nvPr userDrawn="1"/>
              </p:nvSpPr>
              <p:spPr bwMode="auto">
                <a:xfrm flipH="1">
                  <a:off x="4616"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1" name="Line 525"/>
                <p:cNvSpPr>
                  <a:spLocks noChangeShapeType="1"/>
                </p:cNvSpPr>
                <p:nvPr userDrawn="1"/>
              </p:nvSpPr>
              <p:spPr bwMode="auto">
                <a:xfrm flipH="1">
                  <a:off x="4616"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2" name="Line 526"/>
                <p:cNvSpPr>
                  <a:spLocks noChangeShapeType="1"/>
                </p:cNvSpPr>
                <p:nvPr userDrawn="1"/>
              </p:nvSpPr>
              <p:spPr bwMode="auto">
                <a:xfrm flipH="1">
                  <a:off x="4616"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3" name="Line 527"/>
                <p:cNvSpPr>
                  <a:spLocks noChangeShapeType="1"/>
                </p:cNvSpPr>
                <p:nvPr userDrawn="1"/>
              </p:nvSpPr>
              <p:spPr bwMode="auto">
                <a:xfrm flipH="1">
                  <a:off x="4616"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4" name="Line 528"/>
                <p:cNvSpPr>
                  <a:spLocks noChangeShapeType="1"/>
                </p:cNvSpPr>
                <p:nvPr userDrawn="1"/>
              </p:nvSpPr>
              <p:spPr bwMode="auto">
                <a:xfrm flipH="1">
                  <a:off x="4616"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5" name="Line 529"/>
                <p:cNvSpPr>
                  <a:spLocks noChangeShapeType="1"/>
                </p:cNvSpPr>
                <p:nvPr userDrawn="1"/>
              </p:nvSpPr>
              <p:spPr bwMode="auto">
                <a:xfrm flipH="1">
                  <a:off x="4616"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6" name="Line 530"/>
                <p:cNvSpPr>
                  <a:spLocks noChangeShapeType="1"/>
                </p:cNvSpPr>
                <p:nvPr userDrawn="1"/>
              </p:nvSpPr>
              <p:spPr bwMode="auto">
                <a:xfrm flipH="1">
                  <a:off x="4616"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7" name="Line 531"/>
                <p:cNvSpPr>
                  <a:spLocks noChangeShapeType="1"/>
                </p:cNvSpPr>
                <p:nvPr userDrawn="1"/>
              </p:nvSpPr>
              <p:spPr bwMode="auto">
                <a:xfrm flipH="1">
                  <a:off x="4616"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8" name="Line 532"/>
                <p:cNvSpPr>
                  <a:spLocks noChangeShapeType="1"/>
                </p:cNvSpPr>
                <p:nvPr userDrawn="1"/>
              </p:nvSpPr>
              <p:spPr bwMode="auto">
                <a:xfrm flipH="1">
                  <a:off x="4616"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9" name="Line 533"/>
                <p:cNvSpPr>
                  <a:spLocks noChangeShapeType="1"/>
                </p:cNvSpPr>
                <p:nvPr userDrawn="1"/>
              </p:nvSpPr>
              <p:spPr bwMode="auto">
                <a:xfrm flipH="1">
                  <a:off x="4616"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0" name="Line 534"/>
                <p:cNvSpPr>
                  <a:spLocks noChangeShapeType="1"/>
                </p:cNvSpPr>
                <p:nvPr userDrawn="1"/>
              </p:nvSpPr>
              <p:spPr bwMode="auto">
                <a:xfrm flipH="1">
                  <a:off x="4616"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1" name="Line 535"/>
                <p:cNvSpPr>
                  <a:spLocks noChangeShapeType="1"/>
                </p:cNvSpPr>
                <p:nvPr userDrawn="1"/>
              </p:nvSpPr>
              <p:spPr bwMode="auto">
                <a:xfrm flipH="1">
                  <a:off x="4870"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2" name="Line 536"/>
                <p:cNvSpPr>
                  <a:spLocks noChangeShapeType="1"/>
                </p:cNvSpPr>
                <p:nvPr userDrawn="1"/>
              </p:nvSpPr>
              <p:spPr bwMode="auto">
                <a:xfrm flipH="1">
                  <a:off x="4870"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3" name="Line 537"/>
                <p:cNvSpPr>
                  <a:spLocks noChangeShapeType="1"/>
                </p:cNvSpPr>
                <p:nvPr userDrawn="1"/>
              </p:nvSpPr>
              <p:spPr bwMode="auto">
                <a:xfrm flipH="1">
                  <a:off x="4870"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4" name="Line 538"/>
                <p:cNvSpPr>
                  <a:spLocks noChangeShapeType="1"/>
                </p:cNvSpPr>
                <p:nvPr userDrawn="1"/>
              </p:nvSpPr>
              <p:spPr bwMode="auto">
                <a:xfrm flipH="1">
                  <a:off x="4870"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5" name="Line 539"/>
                <p:cNvSpPr>
                  <a:spLocks noChangeShapeType="1"/>
                </p:cNvSpPr>
                <p:nvPr userDrawn="1"/>
              </p:nvSpPr>
              <p:spPr bwMode="auto">
                <a:xfrm flipH="1">
                  <a:off x="4870"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6" name="Line 540"/>
                <p:cNvSpPr>
                  <a:spLocks noChangeShapeType="1"/>
                </p:cNvSpPr>
                <p:nvPr userDrawn="1"/>
              </p:nvSpPr>
              <p:spPr bwMode="auto">
                <a:xfrm flipH="1">
                  <a:off x="4870"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7" name="Line 541"/>
                <p:cNvSpPr>
                  <a:spLocks noChangeShapeType="1"/>
                </p:cNvSpPr>
                <p:nvPr userDrawn="1"/>
              </p:nvSpPr>
              <p:spPr bwMode="auto">
                <a:xfrm flipH="1">
                  <a:off x="4870"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8" name="Line 542"/>
                <p:cNvSpPr>
                  <a:spLocks noChangeShapeType="1"/>
                </p:cNvSpPr>
                <p:nvPr userDrawn="1"/>
              </p:nvSpPr>
              <p:spPr bwMode="auto">
                <a:xfrm flipH="1">
                  <a:off x="4870"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59" name="Line 543"/>
                <p:cNvSpPr>
                  <a:spLocks noChangeShapeType="1"/>
                </p:cNvSpPr>
                <p:nvPr userDrawn="1"/>
              </p:nvSpPr>
              <p:spPr bwMode="auto">
                <a:xfrm flipH="1">
                  <a:off x="4870"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0" name="Line 544"/>
                <p:cNvSpPr>
                  <a:spLocks noChangeShapeType="1"/>
                </p:cNvSpPr>
                <p:nvPr userDrawn="1"/>
              </p:nvSpPr>
              <p:spPr bwMode="auto">
                <a:xfrm flipH="1">
                  <a:off x="4870"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1" name="Line 545"/>
                <p:cNvSpPr>
                  <a:spLocks noChangeShapeType="1"/>
                </p:cNvSpPr>
                <p:nvPr userDrawn="1"/>
              </p:nvSpPr>
              <p:spPr bwMode="auto">
                <a:xfrm flipH="1">
                  <a:off x="4870"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2" name="Line 546"/>
                <p:cNvSpPr>
                  <a:spLocks noChangeShapeType="1"/>
                </p:cNvSpPr>
                <p:nvPr userDrawn="1"/>
              </p:nvSpPr>
              <p:spPr bwMode="auto">
                <a:xfrm flipH="1">
                  <a:off x="4870"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3" name="Line 547"/>
                <p:cNvSpPr>
                  <a:spLocks noChangeShapeType="1"/>
                </p:cNvSpPr>
                <p:nvPr userDrawn="1"/>
              </p:nvSpPr>
              <p:spPr bwMode="auto">
                <a:xfrm flipH="1">
                  <a:off x="4870"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4" name="Line 548"/>
                <p:cNvSpPr>
                  <a:spLocks noChangeShapeType="1"/>
                </p:cNvSpPr>
                <p:nvPr userDrawn="1"/>
              </p:nvSpPr>
              <p:spPr bwMode="auto">
                <a:xfrm flipH="1">
                  <a:off x="5124"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5" name="Line 549"/>
                <p:cNvSpPr>
                  <a:spLocks noChangeShapeType="1"/>
                </p:cNvSpPr>
                <p:nvPr userDrawn="1"/>
              </p:nvSpPr>
              <p:spPr bwMode="auto">
                <a:xfrm flipH="1">
                  <a:off x="5124"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6" name="Line 550"/>
                <p:cNvSpPr>
                  <a:spLocks noChangeShapeType="1"/>
                </p:cNvSpPr>
                <p:nvPr userDrawn="1"/>
              </p:nvSpPr>
              <p:spPr bwMode="auto">
                <a:xfrm flipH="1">
                  <a:off x="5124"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7" name="Line 551"/>
                <p:cNvSpPr>
                  <a:spLocks noChangeShapeType="1"/>
                </p:cNvSpPr>
                <p:nvPr userDrawn="1"/>
              </p:nvSpPr>
              <p:spPr bwMode="auto">
                <a:xfrm flipH="1">
                  <a:off x="5124"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8" name="Line 552"/>
                <p:cNvSpPr>
                  <a:spLocks noChangeShapeType="1"/>
                </p:cNvSpPr>
                <p:nvPr userDrawn="1"/>
              </p:nvSpPr>
              <p:spPr bwMode="auto">
                <a:xfrm flipH="1">
                  <a:off x="5124"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69" name="Line 553"/>
                <p:cNvSpPr>
                  <a:spLocks noChangeShapeType="1"/>
                </p:cNvSpPr>
                <p:nvPr userDrawn="1"/>
              </p:nvSpPr>
              <p:spPr bwMode="auto">
                <a:xfrm flipH="1">
                  <a:off x="5124"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0" name="Line 554"/>
                <p:cNvSpPr>
                  <a:spLocks noChangeShapeType="1"/>
                </p:cNvSpPr>
                <p:nvPr userDrawn="1"/>
              </p:nvSpPr>
              <p:spPr bwMode="auto">
                <a:xfrm flipH="1">
                  <a:off x="5124"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1" name="Line 555"/>
                <p:cNvSpPr>
                  <a:spLocks noChangeShapeType="1"/>
                </p:cNvSpPr>
                <p:nvPr userDrawn="1"/>
              </p:nvSpPr>
              <p:spPr bwMode="auto">
                <a:xfrm flipH="1">
                  <a:off x="5124"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2" name="Line 556"/>
                <p:cNvSpPr>
                  <a:spLocks noChangeShapeType="1"/>
                </p:cNvSpPr>
                <p:nvPr userDrawn="1"/>
              </p:nvSpPr>
              <p:spPr bwMode="auto">
                <a:xfrm flipH="1">
                  <a:off x="5124"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3" name="Line 557"/>
                <p:cNvSpPr>
                  <a:spLocks noChangeShapeType="1"/>
                </p:cNvSpPr>
                <p:nvPr userDrawn="1"/>
              </p:nvSpPr>
              <p:spPr bwMode="auto">
                <a:xfrm flipH="1">
                  <a:off x="5124"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4" name="Line 558"/>
                <p:cNvSpPr>
                  <a:spLocks noChangeShapeType="1"/>
                </p:cNvSpPr>
                <p:nvPr userDrawn="1"/>
              </p:nvSpPr>
              <p:spPr bwMode="auto">
                <a:xfrm flipH="1">
                  <a:off x="5124"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5" name="Line 559"/>
                <p:cNvSpPr>
                  <a:spLocks noChangeShapeType="1"/>
                </p:cNvSpPr>
                <p:nvPr userDrawn="1"/>
              </p:nvSpPr>
              <p:spPr bwMode="auto">
                <a:xfrm flipH="1">
                  <a:off x="5124"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6" name="Line 560"/>
                <p:cNvSpPr>
                  <a:spLocks noChangeShapeType="1"/>
                </p:cNvSpPr>
                <p:nvPr userDrawn="1"/>
              </p:nvSpPr>
              <p:spPr bwMode="auto">
                <a:xfrm flipH="1">
                  <a:off x="5124"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7" name="Line 561"/>
                <p:cNvSpPr>
                  <a:spLocks noChangeShapeType="1"/>
                </p:cNvSpPr>
                <p:nvPr userDrawn="1"/>
              </p:nvSpPr>
              <p:spPr bwMode="auto">
                <a:xfrm flipH="1">
                  <a:off x="5378"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8" name="Line 562"/>
                <p:cNvSpPr>
                  <a:spLocks noChangeShapeType="1"/>
                </p:cNvSpPr>
                <p:nvPr userDrawn="1"/>
              </p:nvSpPr>
              <p:spPr bwMode="auto">
                <a:xfrm flipH="1">
                  <a:off x="5378"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79" name="Line 563"/>
                <p:cNvSpPr>
                  <a:spLocks noChangeShapeType="1"/>
                </p:cNvSpPr>
                <p:nvPr userDrawn="1"/>
              </p:nvSpPr>
              <p:spPr bwMode="auto">
                <a:xfrm flipH="1">
                  <a:off x="5378"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0" name="Line 564"/>
                <p:cNvSpPr>
                  <a:spLocks noChangeShapeType="1"/>
                </p:cNvSpPr>
                <p:nvPr userDrawn="1"/>
              </p:nvSpPr>
              <p:spPr bwMode="auto">
                <a:xfrm flipH="1">
                  <a:off x="5378"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1" name="Line 565"/>
                <p:cNvSpPr>
                  <a:spLocks noChangeShapeType="1"/>
                </p:cNvSpPr>
                <p:nvPr userDrawn="1"/>
              </p:nvSpPr>
              <p:spPr bwMode="auto">
                <a:xfrm flipH="1">
                  <a:off x="5378"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2" name="Line 566"/>
                <p:cNvSpPr>
                  <a:spLocks noChangeShapeType="1"/>
                </p:cNvSpPr>
                <p:nvPr userDrawn="1"/>
              </p:nvSpPr>
              <p:spPr bwMode="auto">
                <a:xfrm flipH="1">
                  <a:off x="5378"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3" name="Line 567"/>
                <p:cNvSpPr>
                  <a:spLocks noChangeShapeType="1"/>
                </p:cNvSpPr>
                <p:nvPr userDrawn="1"/>
              </p:nvSpPr>
              <p:spPr bwMode="auto">
                <a:xfrm flipH="1">
                  <a:off x="5378"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4" name="Line 568"/>
                <p:cNvSpPr>
                  <a:spLocks noChangeShapeType="1"/>
                </p:cNvSpPr>
                <p:nvPr userDrawn="1"/>
              </p:nvSpPr>
              <p:spPr bwMode="auto">
                <a:xfrm flipH="1">
                  <a:off x="5378"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5" name="Line 569"/>
                <p:cNvSpPr>
                  <a:spLocks noChangeShapeType="1"/>
                </p:cNvSpPr>
                <p:nvPr userDrawn="1"/>
              </p:nvSpPr>
              <p:spPr bwMode="auto">
                <a:xfrm flipH="1">
                  <a:off x="5378"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6" name="Line 570"/>
                <p:cNvSpPr>
                  <a:spLocks noChangeShapeType="1"/>
                </p:cNvSpPr>
                <p:nvPr userDrawn="1"/>
              </p:nvSpPr>
              <p:spPr bwMode="auto">
                <a:xfrm flipH="1">
                  <a:off x="5378"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7" name="Line 571"/>
                <p:cNvSpPr>
                  <a:spLocks noChangeShapeType="1"/>
                </p:cNvSpPr>
                <p:nvPr userDrawn="1"/>
              </p:nvSpPr>
              <p:spPr bwMode="auto">
                <a:xfrm flipH="1">
                  <a:off x="5378"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8" name="Line 572"/>
                <p:cNvSpPr>
                  <a:spLocks noChangeShapeType="1"/>
                </p:cNvSpPr>
                <p:nvPr userDrawn="1"/>
              </p:nvSpPr>
              <p:spPr bwMode="auto">
                <a:xfrm flipH="1">
                  <a:off x="5378"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9" name="Line 573"/>
                <p:cNvSpPr>
                  <a:spLocks noChangeShapeType="1"/>
                </p:cNvSpPr>
                <p:nvPr userDrawn="1"/>
              </p:nvSpPr>
              <p:spPr bwMode="auto">
                <a:xfrm flipH="1">
                  <a:off x="5378"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0" name="Line 574"/>
                <p:cNvSpPr>
                  <a:spLocks noChangeShapeType="1"/>
                </p:cNvSpPr>
                <p:nvPr userDrawn="1"/>
              </p:nvSpPr>
              <p:spPr bwMode="auto">
                <a:xfrm flipH="1">
                  <a:off x="5632"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1" name="Line 575"/>
                <p:cNvSpPr>
                  <a:spLocks noChangeShapeType="1"/>
                </p:cNvSpPr>
                <p:nvPr userDrawn="1"/>
              </p:nvSpPr>
              <p:spPr bwMode="auto">
                <a:xfrm flipH="1">
                  <a:off x="5632"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2" name="Line 576"/>
                <p:cNvSpPr>
                  <a:spLocks noChangeShapeType="1"/>
                </p:cNvSpPr>
                <p:nvPr userDrawn="1"/>
              </p:nvSpPr>
              <p:spPr bwMode="auto">
                <a:xfrm flipH="1">
                  <a:off x="5632"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3" name="Line 577"/>
                <p:cNvSpPr>
                  <a:spLocks noChangeShapeType="1"/>
                </p:cNvSpPr>
                <p:nvPr userDrawn="1"/>
              </p:nvSpPr>
              <p:spPr bwMode="auto">
                <a:xfrm flipH="1">
                  <a:off x="5632"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4" name="Line 578"/>
                <p:cNvSpPr>
                  <a:spLocks noChangeShapeType="1"/>
                </p:cNvSpPr>
                <p:nvPr userDrawn="1"/>
              </p:nvSpPr>
              <p:spPr bwMode="auto">
                <a:xfrm flipH="1">
                  <a:off x="5632"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5" name="Line 579"/>
                <p:cNvSpPr>
                  <a:spLocks noChangeShapeType="1"/>
                </p:cNvSpPr>
                <p:nvPr userDrawn="1"/>
              </p:nvSpPr>
              <p:spPr bwMode="auto">
                <a:xfrm flipH="1">
                  <a:off x="5632"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6" name="Line 580"/>
                <p:cNvSpPr>
                  <a:spLocks noChangeShapeType="1"/>
                </p:cNvSpPr>
                <p:nvPr userDrawn="1"/>
              </p:nvSpPr>
              <p:spPr bwMode="auto">
                <a:xfrm flipH="1">
                  <a:off x="5632"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7" name="Line 581"/>
                <p:cNvSpPr>
                  <a:spLocks noChangeShapeType="1"/>
                </p:cNvSpPr>
                <p:nvPr userDrawn="1"/>
              </p:nvSpPr>
              <p:spPr bwMode="auto">
                <a:xfrm flipH="1">
                  <a:off x="5632"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8" name="Line 582"/>
                <p:cNvSpPr>
                  <a:spLocks noChangeShapeType="1"/>
                </p:cNvSpPr>
                <p:nvPr userDrawn="1"/>
              </p:nvSpPr>
              <p:spPr bwMode="auto">
                <a:xfrm flipH="1">
                  <a:off x="5632"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99" name="Line 583"/>
                <p:cNvSpPr>
                  <a:spLocks noChangeShapeType="1"/>
                </p:cNvSpPr>
                <p:nvPr userDrawn="1"/>
              </p:nvSpPr>
              <p:spPr bwMode="auto">
                <a:xfrm flipH="1">
                  <a:off x="5632"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0" name="Line 584"/>
                <p:cNvSpPr>
                  <a:spLocks noChangeShapeType="1"/>
                </p:cNvSpPr>
                <p:nvPr userDrawn="1"/>
              </p:nvSpPr>
              <p:spPr bwMode="auto">
                <a:xfrm flipH="1">
                  <a:off x="5632"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1" name="Line 585"/>
                <p:cNvSpPr>
                  <a:spLocks noChangeShapeType="1"/>
                </p:cNvSpPr>
                <p:nvPr userDrawn="1"/>
              </p:nvSpPr>
              <p:spPr bwMode="auto">
                <a:xfrm flipH="1">
                  <a:off x="5632"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2" name="Line 586"/>
                <p:cNvSpPr>
                  <a:spLocks noChangeShapeType="1"/>
                </p:cNvSpPr>
                <p:nvPr userDrawn="1"/>
              </p:nvSpPr>
              <p:spPr bwMode="auto">
                <a:xfrm flipH="1">
                  <a:off x="5632"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3" name="Line 587"/>
                <p:cNvSpPr>
                  <a:spLocks noChangeShapeType="1"/>
                </p:cNvSpPr>
                <p:nvPr userDrawn="1"/>
              </p:nvSpPr>
              <p:spPr bwMode="auto">
                <a:xfrm flipH="1">
                  <a:off x="5886" y="261"/>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4" name="Line 588"/>
                <p:cNvSpPr>
                  <a:spLocks noChangeShapeType="1"/>
                </p:cNvSpPr>
                <p:nvPr userDrawn="1"/>
              </p:nvSpPr>
              <p:spPr bwMode="auto">
                <a:xfrm flipH="1">
                  <a:off x="5886" y="515"/>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5" name="Line 589"/>
                <p:cNvSpPr>
                  <a:spLocks noChangeShapeType="1"/>
                </p:cNvSpPr>
                <p:nvPr userDrawn="1"/>
              </p:nvSpPr>
              <p:spPr bwMode="auto">
                <a:xfrm flipH="1">
                  <a:off x="5886" y="769"/>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6" name="Line 590"/>
                <p:cNvSpPr>
                  <a:spLocks noChangeShapeType="1"/>
                </p:cNvSpPr>
                <p:nvPr userDrawn="1"/>
              </p:nvSpPr>
              <p:spPr bwMode="auto">
                <a:xfrm flipH="1">
                  <a:off x="5886" y="102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7" name="Line 591"/>
                <p:cNvSpPr>
                  <a:spLocks noChangeShapeType="1"/>
                </p:cNvSpPr>
                <p:nvPr userDrawn="1"/>
              </p:nvSpPr>
              <p:spPr bwMode="auto">
                <a:xfrm flipH="1">
                  <a:off x="5886" y="127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8" name="Line 592"/>
                <p:cNvSpPr>
                  <a:spLocks noChangeShapeType="1"/>
                </p:cNvSpPr>
                <p:nvPr userDrawn="1"/>
              </p:nvSpPr>
              <p:spPr bwMode="auto">
                <a:xfrm flipH="1">
                  <a:off x="5886" y="153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09" name="Line 593"/>
                <p:cNvSpPr>
                  <a:spLocks noChangeShapeType="1"/>
                </p:cNvSpPr>
                <p:nvPr userDrawn="1"/>
              </p:nvSpPr>
              <p:spPr bwMode="auto">
                <a:xfrm flipH="1">
                  <a:off x="5886" y="178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0" name="Line 594"/>
                <p:cNvSpPr>
                  <a:spLocks noChangeShapeType="1"/>
                </p:cNvSpPr>
                <p:nvPr userDrawn="1"/>
              </p:nvSpPr>
              <p:spPr bwMode="auto">
                <a:xfrm flipH="1">
                  <a:off x="5886" y="2040"/>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1" name="Line 595"/>
                <p:cNvSpPr>
                  <a:spLocks noChangeShapeType="1"/>
                </p:cNvSpPr>
                <p:nvPr userDrawn="1"/>
              </p:nvSpPr>
              <p:spPr bwMode="auto">
                <a:xfrm flipH="1">
                  <a:off x="5886" y="2294"/>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2" name="Line 596"/>
                <p:cNvSpPr>
                  <a:spLocks noChangeShapeType="1"/>
                </p:cNvSpPr>
                <p:nvPr userDrawn="1"/>
              </p:nvSpPr>
              <p:spPr bwMode="auto">
                <a:xfrm flipH="1">
                  <a:off x="5886" y="2548"/>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3" name="Line 597"/>
                <p:cNvSpPr>
                  <a:spLocks noChangeShapeType="1"/>
                </p:cNvSpPr>
                <p:nvPr userDrawn="1"/>
              </p:nvSpPr>
              <p:spPr bwMode="auto">
                <a:xfrm flipH="1">
                  <a:off x="5886" y="280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4" name="Line 598"/>
                <p:cNvSpPr>
                  <a:spLocks noChangeShapeType="1"/>
                </p:cNvSpPr>
                <p:nvPr userDrawn="1"/>
              </p:nvSpPr>
              <p:spPr bwMode="auto">
                <a:xfrm flipH="1">
                  <a:off x="5886" y="3056"/>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5" name="Line 599"/>
                <p:cNvSpPr>
                  <a:spLocks noChangeShapeType="1"/>
                </p:cNvSpPr>
                <p:nvPr userDrawn="1"/>
              </p:nvSpPr>
              <p:spPr bwMode="auto">
                <a:xfrm flipH="1">
                  <a:off x="5886" y="3312"/>
                  <a:ext cx="36"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6" name="Line 600"/>
                <p:cNvSpPr>
                  <a:spLocks noChangeShapeType="1"/>
                </p:cNvSpPr>
                <p:nvPr userDrawn="1"/>
              </p:nvSpPr>
              <p:spPr bwMode="auto">
                <a:xfrm flipH="1">
                  <a:off x="6140" y="261"/>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7" name="Line 601"/>
                <p:cNvSpPr>
                  <a:spLocks noChangeShapeType="1"/>
                </p:cNvSpPr>
                <p:nvPr userDrawn="1"/>
              </p:nvSpPr>
              <p:spPr bwMode="auto">
                <a:xfrm flipH="1">
                  <a:off x="6140" y="515"/>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8" name="Line 602"/>
                <p:cNvSpPr>
                  <a:spLocks noChangeShapeType="1"/>
                </p:cNvSpPr>
                <p:nvPr userDrawn="1"/>
              </p:nvSpPr>
              <p:spPr bwMode="auto">
                <a:xfrm flipH="1">
                  <a:off x="6140" y="769"/>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19" name="Line 603"/>
                <p:cNvSpPr>
                  <a:spLocks noChangeShapeType="1"/>
                </p:cNvSpPr>
                <p:nvPr userDrawn="1"/>
              </p:nvSpPr>
              <p:spPr bwMode="auto">
                <a:xfrm flipH="1">
                  <a:off x="6140" y="1024"/>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0" name="Line 604"/>
                <p:cNvSpPr>
                  <a:spLocks noChangeShapeType="1"/>
                </p:cNvSpPr>
                <p:nvPr userDrawn="1"/>
              </p:nvSpPr>
              <p:spPr bwMode="auto">
                <a:xfrm flipH="1">
                  <a:off x="6140" y="1278"/>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1" name="Line 605"/>
                <p:cNvSpPr>
                  <a:spLocks noChangeShapeType="1"/>
                </p:cNvSpPr>
                <p:nvPr userDrawn="1"/>
              </p:nvSpPr>
              <p:spPr bwMode="auto">
                <a:xfrm flipH="1">
                  <a:off x="6140" y="1532"/>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22" name="Line 606"/>
                <p:cNvSpPr>
                  <a:spLocks noChangeShapeType="1"/>
                </p:cNvSpPr>
                <p:nvPr userDrawn="1"/>
              </p:nvSpPr>
              <p:spPr bwMode="auto">
                <a:xfrm flipH="1">
                  <a:off x="6140" y="1786"/>
                  <a:ext cx="38"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1184" name="Line 608"/>
              <p:cNvSpPr>
                <a:spLocks noChangeShapeType="1"/>
              </p:cNvSpPr>
              <p:nvPr userDrawn="1"/>
            </p:nvSpPr>
            <p:spPr bwMode="auto">
              <a:xfrm flipH="1">
                <a:off x="8307388" y="32385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5" name="Line 609"/>
              <p:cNvSpPr>
                <a:spLocks noChangeShapeType="1"/>
              </p:cNvSpPr>
              <p:nvPr userDrawn="1"/>
            </p:nvSpPr>
            <p:spPr bwMode="auto">
              <a:xfrm flipH="1">
                <a:off x="8307388" y="36417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6" name="Line 610"/>
              <p:cNvSpPr>
                <a:spLocks noChangeShapeType="1"/>
              </p:cNvSpPr>
              <p:nvPr userDrawn="1"/>
            </p:nvSpPr>
            <p:spPr bwMode="auto">
              <a:xfrm flipH="1">
                <a:off x="8307388" y="40449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7" name="Line 611"/>
              <p:cNvSpPr>
                <a:spLocks noChangeShapeType="1"/>
              </p:cNvSpPr>
              <p:nvPr userDrawn="1"/>
            </p:nvSpPr>
            <p:spPr bwMode="auto">
              <a:xfrm flipH="1">
                <a:off x="8307388" y="44481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8" name="Line 612"/>
              <p:cNvSpPr>
                <a:spLocks noChangeShapeType="1"/>
              </p:cNvSpPr>
              <p:nvPr userDrawn="1"/>
            </p:nvSpPr>
            <p:spPr bwMode="auto">
              <a:xfrm flipH="1">
                <a:off x="8307388" y="48514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9" name="Line 613"/>
              <p:cNvSpPr>
                <a:spLocks noChangeShapeType="1"/>
              </p:cNvSpPr>
              <p:nvPr userDrawn="1"/>
            </p:nvSpPr>
            <p:spPr bwMode="auto">
              <a:xfrm flipH="1">
                <a:off x="8307388" y="52578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0" name="Line 614"/>
              <p:cNvSpPr>
                <a:spLocks noChangeShapeType="1"/>
              </p:cNvSpPr>
              <p:nvPr userDrawn="1"/>
            </p:nvSpPr>
            <p:spPr bwMode="auto">
              <a:xfrm flipH="1">
                <a:off x="8710613" y="414338"/>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1" name="Line 615"/>
              <p:cNvSpPr>
                <a:spLocks noChangeShapeType="1"/>
              </p:cNvSpPr>
              <p:nvPr userDrawn="1"/>
            </p:nvSpPr>
            <p:spPr bwMode="auto">
              <a:xfrm flipH="1">
                <a:off x="8710613" y="817563"/>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2" name="Line 616"/>
              <p:cNvSpPr>
                <a:spLocks noChangeShapeType="1"/>
              </p:cNvSpPr>
              <p:nvPr userDrawn="1"/>
            </p:nvSpPr>
            <p:spPr bwMode="auto">
              <a:xfrm flipH="1">
                <a:off x="8710613" y="1220788"/>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3" name="Line 617"/>
              <p:cNvSpPr>
                <a:spLocks noChangeShapeType="1"/>
              </p:cNvSpPr>
              <p:nvPr userDrawn="1"/>
            </p:nvSpPr>
            <p:spPr bwMode="auto">
              <a:xfrm flipH="1">
                <a:off x="8710613" y="16256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4" name="Line 618"/>
              <p:cNvSpPr>
                <a:spLocks noChangeShapeType="1"/>
              </p:cNvSpPr>
              <p:nvPr userDrawn="1"/>
            </p:nvSpPr>
            <p:spPr bwMode="auto">
              <a:xfrm flipH="1">
                <a:off x="8710613" y="20288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5" name="Line 619"/>
              <p:cNvSpPr>
                <a:spLocks noChangeShapeType="1"/>
              </p:cNvSpPr>
              <p:nvPr userDrawn="1"/>
            </p:nvSpPr>
            <p:spPr bwMode="auto">
              <a:xfrm flipH="1">
                <a:off x="8710613" y="24320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6" name="Line 620"/>
              <p:cNvSpPr>
                <a:spLocks noChangeShapeType="1"/>
              </p:cNvSpPr>
              <p:nvPr userDrawn="1"/>
            </p:nvSpPr>
            <p:spPr bwMode="auto">
              <a:xfrm flipH="1">
                <a:off x="8710613" y="28352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7" name="Line 621"/>
              <p:cNvSpPr>
                <a:spLocks noChangeShapeType="1"/>
              </p:cNvSpPr>
              <p:nvPr userDrawn="1"/>
            </p:nvSpPr>
            <p:spPr bwMode="auto">
              <a:xfrm flipH="1">
                <a:off x="8710613" y="32385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8" name="Line 622"/>
              <p:cNvSpPr>
                <a:spLocks noChangeShapeType="1"/>
              </p:cNvSpPr>
              <p:nvPr userDrawn="1"/>
            </p:nvSpPr>
            <p:spPr bwMode="auto">
              <a:xfrm flipH="1">
                <a:off x="8710613" y="364172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9" name="Line 623"/>
              <p:cNvSpPr>
                <a:spLocks noChangeShapeType="1"/>
              </p:cNvSpPr>
              <p:nvPr userDrawn="1"/>
            </p:nvSpPr>
            <p:spPr bwMode="auto">
              <a:xfrm flipH="1">
                <a:off x="8710613" y="40449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0" name="Line 624"/>
              <p:cNvSpPr>
                <a:spLocks noChangeShapeType="1"/>
              </p:cNvSpPr>
              <p:nvPr userDrawn="1"/>
            </p:nvSpPr>
            <p:spPr bwMode="auto">
              <a:xfrm flipH="1">
                <a:off x="8710613" y="44481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1" name="Line 625"/>
              <p:cNvSpPr>
                <a:spLocks noChangeShapeType="1"/>
              </p:cNvSpPr>
              <p:nvPr userDrawn="1"/>
            </p:nvSpPr>
            <p:spPr bwMode="auto">
              <a:xfrm flipH="1">
                <a:off x="8710613" y="48514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2" name="Line 626"/>
              <p:cNvSpPr>
                <a:spLocks noChangeShapeType="1"/>
              </p:cNvSpPr>
              <p:nvPr userDrawn="1"/>
            </p:nvSpPr>
            <p:spPr bwMode="auto">
              <a:xfrm flipH="1">
                <a:off x="8710613" y="525780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3" name="Line 679"/>
              <p:cNvSpPr>
                <a:spLocks noChangeShapeType="1"/>
              </p:cNvSpPr>
              <p:nvPr userDrawn="1"/>
            </p:nvSpPr>
            <p:spPr bwMode="auto">
              <a:xfrm>
                <a:off x="43037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4" name="Line 680"/>
              <p:cNvSpPr>
                <a:spLocks noChangeShapeType="1"/>
              </p:cNvSpPr>
              <p:nvPr userDrawn="1"/>
            </p:nvSpPr>
            <p:spPr bwMode="auto">
              <a:xfrm>
                <a:off x="43037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5" name="Line 681"/>
              <p:cNvSpPr>
                <a:spLocks noChangeShapeType="1"/>
              </p:cNvSpPr>
              <p:nvPr userDrawn="1"/>
            </p:nvSpPr>
            <p:spPr bwMode="auto">
              <a:xfrm>
                <a:off x="47069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6" name="Line 682"/>
              <p:cNvSpPr>
                <a:spLocks noChangeShapeType="1"/>
              </p:cNvSpPr>
              <p:nvPr userDrawn="1"/>
            </p:nvSpPr>
            <p:spPr bwMode="auto">
              <a:xfrm>
                <a:off x="47069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7" name="Line 683"/>
              <p:cNvSpPr>
                <a:spLocks noChangeShapeType="1"/>
              </p:cNvSpPr>
              <p:nvPr userDrawn="1"/>
            </p:nvSpPr>
            <p:spPr bwMode="auto">
              <a:xfrm>
                <a:off x="51101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8" name="Line 684"/>
              <p:cNvSpPr>
                <a:spLocks noChangeShapeType="1"/>
              </p:cNvSpPr>
              <p:nvPr userDrawn="1"/>
            </p:nvSpPr>
            <p:spPr bwMode="auto">
              <a:xfrm>
                <a:off x="51101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9" name="Line 685"/>
              <p:cNvSpPr>
                <a:spLocks noChangeShapeType="1"/>
              </p:cNvSpPr>
              <p:nvPr userDrawn="1"/>
            </p:nvSpPr>
            <p:spPr bwMode="auto">
              <a:xfrm>
                <a:off x="55133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0" name="Line 686"/>
              <p:cNvSpPr>
                <a:spLocks noChangeShapeType="1"/>
              </p:cNvSpPr>
              <p:nvPr userDrawn="1"/>
            </p:nvSpPr>
            <p:spPr bwMode="auto">
              <a:xfrm>
                <a:off x="55133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1" name="Line 687"/>
              <p:cNvSpPr>
                <a:spLocks noChangeShapeType="1"/>
              </p:cNvSpPr>
              <p:nvPr userDrawn="1"/>
            </p:nvSpPr>
            <p:spPr bwMode="auto">
              <a:xfrm>
                <a:off x="59166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2" name="Line 688"/>
              <p:cNvSpPr>
                <a:spLocks noChangeShapeType="1"/>
              </p:cNvSpPr>
              <p:nvPr userDrawn="1"/>
            </p:nvSpPr>
            <p:spPr bwMode="auto">
              <a:xfrm>
                <a:off x="59166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3" name="Line 689"/>
              <p:cNvSpPr>
                <a:spLocks noChangeShapeType="1"/>
              </p:cNvSpPr>
              <p:nvPr userDrawn="1"/>
            </p:nvSpPr>
            <p:spPr bwMode="auto">
              <a:xfrm>
                <a:off x="63198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4" name="Line 690"/>
              <p:cNvSpPr>
                <a:spLocks noChangeShapeType="1"/>
              </p:cNvSpPr>
              <p:nvPr userDrawn="1"/>
            </p:nvSpPr>
            <p:spPr bwMode="auto">
              <a:xfrm>
                <a:off x="63198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5" name="Line 691"/>
              <p:cNvSpPr>
                <a:spLocks noChangeShapeType="1"/>
              </p:cNvSpPr>
              <p:nvPr userDrawn="1"/>
            </p:nvSpPr>
            <p:spPr bwMode="auto">
              <a:xfrm>
                <a:off x="67230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6" name="Line 692"/>
              <p:cNvSpPr>
                <a:spLocks noChangeShapeType="1"/>
              </p:cNvSpPr>
              <p:nvPr userDrawn="1"/>
            </p:nvSpPr>
            <p:spPr bwMode="auto">
              <a:xfrm>
                <a:off x="67230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7" name="Line 693"/>
              <p:cNvSpPr>
                <a:spLocks noChangeShapeType="1"/>
              </p:cNvSpPr>
              <p:nvPr userDrawn="1"/>
            </p:nvSpPr>
            <p:spPr bwMode="auto">
              <a:xfrm>
                <a:off x="71262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8" name="Line 694"/>
              <p:cNvSpPr>
                <a:spLocks noChangeShapeType="1"/>
              </p:cNvSpPr>
              <p:nvPr userDrawn="1"/>
            </p:nvSpPr>
            <p:spPr bwMode="auto">
              <a:xfrm>
                <a:off x="71262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9" name="Line 695"/>
              <p:cNvSpPr>
                <a:spLocks noChangeShapeType="1"/>
              </p:cNvSpPr>
              <p:nvPr userDrawn="1"/>
            </p:nvSpPr>
            <p:spPr bwMode="auto">
              <a:xfrm>
                <a:off x="75295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0" name="Line 696"/>
              <p:cNvSpPr>
                <a:spLocks noChangeShapeType="1"/>
              </p:cNvSpPr>
              <p:nvPr userDrawn="1"/>
            </p:nvSpPr>
            <p:spPr bwMode="auto">
              <a:xfrm>
                <a:off x="75295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1" name="Line 697"/>
              <p:cNvSpPr>
                <a:spLocks noChangeShapeType="1"/>
              </p:cNvSpPr>
              <p:nvPr userDrawn="1"/>
            </p:nvSpPr>
            <p:spPr bwMode="auto">
              <a:xfrm>
                <a:off x="79327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2" name="Line 698"/>
              <p:cNvSpPr>
                <a:spLocks noChangeShapeType="1"/>
              </p:cNvSpPr>
              <p:nvPr userDrawn="1"/>
            </p:nvSpPr>
            <p:spPr bwMode="auto">
              <a:xfrm>
                <a:off x="79327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3" name="Line 699"/>
              <p:cNvSpPr>
                <a:spLocks noChangeShapeType="1"/>
              </p:cNvSpPr>
              <p:nvPr userDrawn="1"/>
            </p:nvSpPr>
            <p:spPr bwMode="auto">
              <a:xfrm>
                <a:off x="83359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4" name="Line 700"/>
              <p:cNvSpPr>
                <a:spLocks noChangeShapeType="1"/>
              </p:cNvSpPr>
              <p:nvPr userDrawn="1"/>
            </p:nvSpPr>
            <p:spPr bwMode="auto">
              <a:xfrm>
                <a:off x="83359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5" name="Line 701"/>
              <p:cNvSpPr>
                <a:spLocks noChangeShapeType="1"/>
              </p:cNvSpPr>
              <p:nvPr userDrawn="1"/>
            </p:nvSpPr>
            <p:spPr bwMode="auto">
              <a:xfrm>
                <a:off x="87391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6" name="Line 702"/>
              <p:cNvSpPr>
                <a:spLocks noChangeShapeType="1"/>
              </p:cNvSpPr>
              <p:nvPr userDrawn="1"/>
            </p:nvSpPr>
            <p:spPr bwMode="auto">
              <a:xfrm>
                <a:off x="87391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7" name="Line 711"/>
              <p:cNvSpPr>
                <a:spLocks noChangeShapeType="1"/>
              </p:cNvSpPr>
              <p:nvPr userDrawn="1"/>
            </p:nvSpPr>
            <p:spPr bwMode="auto">
              <a:xfrm>
                <a:off x="43037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8" name="Line 712"/>
              <p:cNvSpPr>
                <a:spLocks noChangeShapeType="1"/>
              </p:cNvSpPr>
              <p:nvPr userDrawn="1"/>
            </p:nvSpPr>
            <p:spPr bwMode="auto">
              <a:xfrm>
                <a:off x="43037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9" name="Line 713"/>
              <p:cNvSpPr>
                <a:spLocks noChangeShapeType="1"/>
              </p:cNvSpPr>
              <p:nvPr userDrawn="1"/>
            </p:nvSpPr>
            <p:spPr bwMode="auto">
              <a:xfrm>
                <a:off x="47069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0" name="Line 714"/>
              <p:cNvSpPr>
                <a:spLocks noChangeShapeType="1"/>
              </p:cNvSpPr>
              <p:nvPr userDrawn="1"/>
            </p:nvSpPr>
            <p:spPr bwMode="auto">
              <a:xfrm>
                <a:off x="47069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1" name="Line 715"/>
              <p:cNvSpPr>
                <a:spLocks noChangeShapeType="1"/>
              </p:cNvSpPr>
              <p:nvPr userDrawn="1"/>
            </p:nvSpPr>
            <p:spPr bwMode="auto">
              <a:xfrm>
                <a:off x="51101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2" name="Line 716"/>
              <p:cNvSpPr>
                <a:spLocks noChangeShapeType="1"/>
              </p:cNvSpPr>
              <p:nvPr userDrawn="1"/>
            </p:nvSpPr>
            <p:spPr bwMode="auto">
              <a:xfrm>
                <a:off x="51101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3" name="Line 717"/>
              <p:cNvSpPr>
                <a:spLocks noChangeShapeType="1"/>
              </p:cNvSpPr>
              <p:nvPr userDrawn="1"/>
            </p:nvSpPr>
            <p:spPr bwMode="auto">
              <a:xfrm>
                <a:off x="55133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4" name="Line 718"/>
              <p:cNvSpPr>
                <a:spLocks noChangeShapeType="1"/>
              </p:cNvSpPr>
              <p:nvPr userDrawn="1"/>
            </p:nvSpPr>
            <p:spPr bwMode="auto">
              <a:xfrm>
                <a:off x="55133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5" name="Line 719"/>
              <p:cNvSpPr>
                <a:spLocks noChangeShapeType="1"/>
              </p:cNvSpPr>
              <p:nvPr userDrawn="1"/>
            </p:nvSpPr>
            <p:spPr bwMode="auto">
              <a:xfrm>
                <a:off x="59166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6" name="Line 720"/>
              <p:cNvSpPr>
                <a:spLocks noChangeShapeType="1"/>
              </p:cNvSpPr>
              <p:nvPr userDrawn="1"/>
            </p:nvSpPr>
            <p:spPr bwMode="auto">
              <a:xfrm>
                <a:off x="59166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7" name="Line 721"/>
              <p:cNvSpPr>
                <a:spLocks noChangeShapeType="1"/>
              </p:cNvSpPr>
              <p:nvPr userDrawn="1"/>
            </p:nvSpPr>
            <p:spPr bwMode="auto">
              <a:xfrm>
                <a:off x="63198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8" name="Line 722"/>
              <p:cNvSpPr>
                <a:spLocks noChangeShapeType="1"/>
              </p:cNvSpPr>
              <p:nvPr userDrawn="1"/>
            </p:nvSpPr>
            <p:spPr bwMode="auto">
              <a:xfrm>
                <a:off x="63198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9" name="Line 723"/>
              <p:cNvSpPr>
                <a:spLocks noChangeShapeType="1"/>
              </p:cNvSpPr>
              <p:nvPr userDrawn="1"/>
            </p:nvSpPr>
            <p:spPr bwMode="auto">
              <a:xfrm>
                <a:off x="67230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0" name="Line 724"/>
              <p:cNvSpPr>
                <a:spLocks noChangeShapeType="1"/>
              </p:cNvSpPr>
              <p:nvPr userDrawn="1"/>
            </p:nvSpPr>
            <p:spPr bwMode="auto">
              <a:xfrm>
                <a:off x="67230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1" name="Line 725"/>
              <p:cNvSpPr>
                <a:spLocks noChangeShapeType="1"/>
              </p:cNvSpPr>
              <p:nvPr userDrawn="1"/>
            </p:nvSpPr>
            <p:spPr bwMode="auto">
              <a:xfrm>
                <a:off x="71262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2" name="Line 726"/>
              <p:cNvSpPr>
                <a:spLocks noChangeShapeType="1"/>
              </p:cNvSpPr>
              <p:nvPr userDrawn="1"/>
            </p:nvSpPr>
            <p:spPr bwMode="auto">
              <a:xfrm>
                <a:off x="71262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3" name="Line 727"/>
              <p:cNvSpPr>
                <a:spLocks noChangeShapeType="1"/>
              </p:cNvSpPr>
              <p:nvPr userDrawn="1"/>
            </p:nvSpPr>
            <p:spPr bwMode="auto">
              <a:xfrm>
                <a:off x="752951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4" name="Line 728"/>
              <p:cNvSpPr>
                <a:spLocks noChangeShapeType="1"/>
              </p:cNvSpPr>
              <p:nvPr userDrawn="1"/>
            </p:nvSpPr>
            <p:spPr bwMode="auto">
              <a:xfrm>
                <a:off x="752951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5" name="Line 729"/>
              <p:cNvSpPr>
                <a:spLocks noChangeShapeType="1"/>
              </p:cNvSpPr>
              <p:nvPr userDrawn="1"/>
            </p:nvSpPr>
            <p:spPr bwMode="auto">
              <a:xfrm>
                <a:off x="793273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6" name="Line 730"/>
              <p:cNvSpPr>
                <a:spLocks noChangeShapeType="1"/>
              </p:cNvSpPr>
              <p:nvPr userDrawn="1"/>
            </p:nvSpPr>
            <p:spPr bwMode="auto">
              <a:xfrm>
                <a:off x="793273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7" name="Line 731"/>
              <p:cNvSpPr>
                <a:spLocks noChangeShapeType="1"/>
              </p:cNvSpPr>
              <p:nvPr userDrawn="1"/>
            </p:nvSpPr>
            <p:spPr bwMode="auto">
              <a:xfrm>
                <a:off x="8335963"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8" name="Line 732"/>
              <p:cNvSpPr>
                <a:spLocks noChangeShapeType="1"/>
              </p:cNvSpPr>
              <p:nvPr userDrawn="1"/>
            </p:nvSpPr>
            <p:spPr bwMode="auto">
              <a:xfrm>
                <a:off x="8335963"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9" name="Line 733"/>
              <p:cNvSpPr>
                <a:spLocks noChangeShapeType="1"/>
              </p:cNvSpPr>
              <p:nvPr userDrawn="1"/>
            </p:nvSpPr>
            <p:spPr bwMode="auto">
              <a:xfrm>
                <a:off x="8739188" y="6032500"/>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0" name="Line 734"/>
              <p:cNvSpPr>
                <a:spLocks noChangeShapeType="1"/>
              </p:cNvSpPr>
              <p:nvPr userDrawn="1"/>
            </p:nvSpPr>
            <p:spPr bwMode="auto">
              <a:xfrm>
                <a:off x="8739188" y="6435725"/>
                <a:ext cx="0" cy="60325"/>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1" name="Line 743"/>
              <p:cNvSpPr>
                <a:spLocks noChangeShapeType="1"/>
              </p:cNvSpPr>
              <p:nvPr userDrawn="1"/>
            </p:nvSpPr>
            <p:spPr bwMode="auto">
              <a:xfrm flipH="1">
                <a:off x="4271963" y="60642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2" name="Line 744"/>
              <p:cNvSpPr>
                <a:spLocks noChangeShapeType="1"/>
              </p:cNvSpPr>
              <p:nvPr userDrawn="1"/>
            </p:nvSpPr>
            <p:spPr bwMode="auto">
              <a:xfrm flipH="1">
                <a:off x="4271963" y="64674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3" name="Line 745"/>
              <p:cNvSpPr>
                <a:spLocks noChangeShapeType="1"/>
              </p:cNvSpPr>
              <p:nvPr userDrawn="1"/>
            </p:nvSpPr>
            <p:spPr bwMode="auto">
              <a:xfrm flipH="1">
                <a:off x="46783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4" name="Line 746"/>
              <p:cNvSpPr>
                <a:spLocks noChangeShapeType="1"/>
              </p:cNvSpPr>
              <p:nvPr userDrawn="1"/>
            </p:nvSpPr>
            <p:spPr bwMode="auto">
              <a:xfrm flipH="1">
                <a:off x="46783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5" name="Line 747"/>
              <p:cNvSpPr>
                <a:spLocks noChangeShapeType="1"/>
              </p:cNvSpPr>
              <p:nvPr userDrawn="1"/>
            </p:nvSpPr>
            <p:spPr bwMode="auto">
              <a:xfrm flipH="1">
                <a:off x="50815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6" name="Line 748"/>
              <p:cNvSpPr>
                <a:spLocks noChangeShapeType="1"/>
              </p:cNvSpPr>
              <p:nvPr userDrawn="1"/>
            </p:nvSpPr>
            <p:spPr bwMode="auto">
              <a:xfrm flipH="1">
                <a:off x="50815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7" name="Line 749"/>
              <p:cNvSpPr>
                <a:spLocks noChangeShapeType="1"/>
              </p:cNvSpPr>
              <p:nvPr userDrawn="1"/>
            </p:nvSpPr>
            <p:spPr bwMode="auto">
              <a:xfrm flipH="1">
                <a:off x="548481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8" name="Line 750"/>
              <p:cNvSpPr>
                <a:spLocks noChangeShapeType="1"/>
              </p:cNvSpPr>
              <p:nvPr userDrawn="1"/>
            </p:nvSpPr>
            <p:spPr bwMode="auto">
              <a:xfrm flipH="1">
                <a:off x="548481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9" name="Line 751"/>
              <p:cNvSpPr>
                <a:spLocks noChangeShapeType="1"/>
              </p:cNvSpPr>
              <p:nvPr userDrawn="1"/>
            </p:nvSpPr>
            <p:spPr bwMode="auto">
              <a:xfrm flipH="1">
                <a:off x="588803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0" name="Line 752"/>
              <p:cNvSpPr>
                <a:spLocks noChangeShapeType="1"/>
              </p:cNvSpPr>
              <p:nvPr userDrawn="1"/>
            </p:nvSpPr>
            <p:spPr bwMode="auto">
              <a:xfrm flipH="1">
                <a:off x="588803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1" name="Line 753"/>
              <p:cNvSpPr>
                <a:spLocks noChangeShapeType="1"/>
              </p:cNvSpPr>
              <p:nvPr userDrawn="1"/>
            </p:nvSpPr>
            <p:spPr bwMode="auto">
              <a:xfrm flipH="1">
                <a:off x="62912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2" name="Line 754"/>
              <p:cNvSpPr>
                <a:spLocks noChangeShapeType="1"/>
              </p:cNvSpPr>
              <p:nvPr userDrawn="1"/>
            </p:nvSpPr>
            <p:spPr bwMode="auto">
              <a:xfrm flipH="1">
                <a:off x="62912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3" name="Line 755"/>
              <p:cNvSpPr>
                <a:spLocks noChangeShapeType="1"/>
              </p:cNvSpPr>
              <p:nvPr userDrawn="1"/>
            </p:nvSpPr>
            <p:spPr bwMode="auto">
              <a:xfrm flipH="1">
                <a:off x="66944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4" name="Line 756"/>
              <p:cNvSpPr>
                <a:spLocks noChangeShapeType="1"/>
              </p:cNvSpPr>
              <p:nvPr userDrawn="1"/>
            </p:nvSpPr>
            <p:spPr bwMode="auto">
              <a:xfrm flipH="1">
                <a:off x="66944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5" name="Line 757"/>
              <p:cNvSpPr>
                <a:spLocks noChangeShapeType="1"/>
              </p:cNvSpPr>
              <p:nvPr userDrawn="1"/>
            </p:nvSpPr>
            <p:spPr bwMode="auto">
              <a:xfrm flipH="1">
                <a:off x="709771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6" name="Line 758"/>
              <p:cNvSpPr>
                <a:spLocks noChangeShapeType="1"/>
              </p:cNvSpPr>
              <p:nvPr userDrawn="1"/>
            </p:nvSpPr>
            <p:spPr bwMode="auto">
              <a:xfrm flipH="1">
                <a:off x="709771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7" name="Line 759"/>
              <p:cNvSpPr>
                <a:spLocks noChangeShapeType="1"/>
              </p:cNvSpPr>
              <p:nvPr userDrawn="1"/>
            </p:nvSpPr>
            <p:spPr bwMode="auto">
              <a:xfrm flipH="1">
                <a:off x="750093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8" name="Line 760"/>
              <p:cNvSpPr>
                <a:spLocks noChangeShapeType="1"/>
              </p:cNvSpPr>
              <p:nvPr userDrawn="1"/>
            </p:nvSpPr>
            <p:spPr bwMode="auto">
              <a:xfrm flipH="1">
                <a:off x="750093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9" name="Line 761"/>
              <p:cNvSpPr>
                <a:spLocks noChangeShapeType="1"/>
              </p:cNvSpPr>
              <p:nvPr userDrawn="1"/>
            </p:nvSpPr>
            <p:spPr bwMode="auto">
              <a:xfrm flipH="1">
                <a:off x="7904163"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0" name="Line 762"/>
              <p:cNvSpPr>
                <a:spLocks noChangeShapeType="1"/>
              </p:cNvSpPr>
              <p:nvPr userDrawn="1"/>
            </p:nvSpPr>
            <p:spPr bwMode="auto">
              <a:xfrm flipH="1">
                <a:off x="7904163"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1" name="Line 763"/>
              <p:cNvSpPr>
                <a:spLocks noChangeShapeType="1"/>
              </p:cNvSpPr>
              <p:nvPr userDrawn="1"/>
            </p:nvSpPr>
            <p:spPr bwMode="auto">
              <a:xfrm flipH="1">
                <a:off x="8307388" y="6064250"/>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2" name="Line 764"/>
              <p:cNvSpPr>
                <a:spLocks noChangeShapeType="1"/>
              </p:cNvSpPr>
              <p:nvPr userDrawn="1"/>
            </p:nvSpPr>
            <p:spPr bwMode="auto">
              <a:xfrm flipH="1">
                <a:off x="8307388" y="6467475"/>
                <a:ext cx="57150"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3" name="Line 765"/>
              <p:cNvSpPr>
                <a:spLocks noChangeShapeType="1"/>
              </p:cNvSpPr>
              <p:nvPr userDrawn="1"/>
            </p:nvSpPr>
            <p:spPr bwMode="auto">
              <a:xfrm flipH="1">
                <a:off x="8710613" y="6064250"/>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4" name="Line 766"/>
              <p:cNvSpPr>
                <a:spLocks noChangeShapeType="1"/>
              </p:cNvSpPr>
              <p:nvPr userDrawn="1"/>
            </p:nvSpPr>
            <p:spPr bwMode="auto">
              <a:xfrm flipH="1">
                <a:off x="8710613" y="6467475"/>
                <a:ext cx="60325" cy="0"/>
              </a:xfrm>
              <a:prstGeom prst="line">
                <a:avLst/>
              </a:prstGeom>
              <a:noFill/>
              <a:ln w="11113" cap="flat">
                <a:solidFill>
                  <a:srgbClr val="F2F2F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pic>
          <p:nvPicPr>
            <p:cNvPr id="1179" name="Picture 1572"/>
            <p:cNvPicPr>
              <a:picLocks noChangeAspect="1"/>
            </p:cNvPicPr>
            <p:nvPr userDrawn="1"/>
          </p:nvPicPr>
          <p:blipFill rotWithShape="1">
            <a:blip r:embed="rId3"/>
            <a:srcRect r="24020"/>
            <a:stretch/>
          </p:blipFill>
          <p:spPr bwMode="hidden">
            <a:xfrm>
              <a:off x="4183338" y="316800"/>
              <a:ext cx="4773020" cy="6273371"/>
            </a:xfrm>
            <a:prstGeom prst="rect">
              <a:avLst/>
            </a:prstGeom>
          </p:spPr>
        </p:pic>
      </p:grpSp>
      <p:pic>
        <p:nvPicPr>
          <p:cNvPr id="592" name="図 1"/>
          <p:cNvPicPr>
            <a:picLocks noChangeAspect="1"/>
          </p:cNvPicPr>
          <p:nvPr userDrawn="1"/>
        </p:nvPicPr>
        <p:blipFill>
          <a:blip r:embed="rId4">
            <a:extLst>
              <a:ext uri="{28A0092B-C50C-407E-A947-70E740481C1C}">
                <a14:useLocalDpi xmlns:a14="http://schemas.microsoft.com/office/drawing/2010/main"/>
              </a:ext>
            </a:extLst>
          </a:blip>
          <a:srcRect/>
          <a:stretch>
            <a:fillRect/>
          </a:stretch>
        </p:blipFill>
        <p:spPr bwMode="auto">
          <a:xfrm>
            <a:off x="2462419" y="4584226"/>
            <a:ext cx="12239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554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イントロダクション">
    <p:bg>
      <p:bgPr>
        <a:solidFill>
          <a:schemeClr val="bg1"/>
        </a:solidFill>
        <a:effectLst/>
      </p:bgPr>
    </p:bg>
    <p:spTree>
      <p:nvGrpSpPr>
        <p:cNvPr id="1" name=""/>
        <p:cNvGrpSpPr/>
        <p:nvPr/>
      </p:nvGrpSpPr>
      <p:grpSpPr>
        <a:xfrm>
          <a:off x="0" y="0"/>
          <a:ext cx="0" cy="0"/>
          <a:chOff x="0" y="0"/>
          <a:chExt cx="0" cy="0"/>
        </a:xfrm>
      </p:grpSpPr>
      <p:sp>
        <p:nvSpPr>
          <p:cNvPr id="6" name="Content Placeholder 2"/>
          <p:cNvSpPr>
            <a:spLocks noGrp="1"/>
          </p:cNvSpPr>
          <p:nvPr>
            <p:ph idx="10"/>
          </p:nvPr>
        </p:nvSpPr>
        <p:spPr>
          <a:xfrm>
            <a:off x="395999" y="1116624"/>
            <a:ext cx="7135200" cy="3122002"/>
          </a:xfrm>
        </p:spPr>
        <p:txBody>
          <a:bodyPr>
            <a:noAutofit/>
          </a:bodyPr>
          <a:lstStyle>
            <a:lvl1pPr marL="180000" indent="-252000">
              <a:lnSpc>
                <a:spcPct val="120000"/>
              </a:lnSpc>
              <a:defRPr sz="2000"/>
            </a:lvl1pPr>
            <a:lvl2pPr marL="540000" indent="-252000">
              <a:lnSpc>
                <a:spcPct val="120000"/>
              </a:lnSpc>
              <a:spcBef>
                <a:spcPts val="800"/>
              </a:spcBef>
              <a:defRPr sz="2000"/>
            </a:lvl2pPr>
            <a:lvl3pPr marL="540000" indent="-252000">
              <a:lnSpc>
                <a:spcPct val="120000"/>
              </a:lnSpc>
              <a:spcBef>
                <a:spcPts val="800"/>
              </a:spcBef>
              <a:defRPr sz="2000"/>
            </a:lvl3pPr>
            <a:lvl4pPr marL="540000" indent="-252000">
              <a:lnSpc>
                <a:spcPct val="120000"/>
              </a:lnSpc>
              <a:spcBef>
                <a:spcPts val="800"/>
              </a:spcBef>
              <a:defRPr sz="2000"/>
            </a:lvl4pPr>
            <a:lvl5pPr marL="540000" indent="-252000">
              <a:lnSpc>
                <a:spcPct val="120000"/>
              </a:lnSpc>
              <a:spcBef>
                <a:spcPts val="800"/>
              </a:spcBef>
              <a:defRPr sz="20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dirty="0"/>
          </a:p>
        </p:txBody>
      </p:sp>
      <p:sp>
        <p:nvSpPr>
          <p:cNvPr id="8" name="Slide Number Placeholder 5"/>
          <p:cNvSpPr>
            <a:spLocks noGrp="1"/>
          </p:cNvSpPr>
          <p:nvPr>
            <p:ph type="sldNum" sz="quarter" idx="4"/>
          </p:nvPr>
        </p:nvSpPr>
        <p:spPr>
          <a:xfrm>
            <a:off x="7530413" y="4665373"/>
            <a:ext cx="1236216" cy="281231"/>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pPr/>
              <a:t>‹#›</a:t>
            </a:fld>
            <a:endParaRPr lang="en-GB" dirty="0"/>
          </a:p>
        </p:txBody>
      </p:sp>
      <p:sp>
        <p:nvSpPr>
          <p:cNvPr id="9" name="Title 1"/>
          <p:cNvSpPr>
            <a:spLocks noGrp="1"/>
          </p:cNvSpPr>
          <p:nvPr>
            <p:ph type="title"/>
          </p:nvPr>
        </p:nvSpPr>
        <p:spPr>
          <a:xfrm>
            <a:off x="396000" y="273845"/>
            <a:ext cx="5789648" cy="165771"/>
          </a:xfrm>
        </p:spPr>
        <p:txBody>
          <a:bodyPr>
            <a:normAutofit/>
          </a:bodyPr>
          <a:lstStyle>
            <a:lvl1pPr>
              <a:defRPr sz="1400">
                <a:solidFill>
                  <a:schemeClr val="tx2"/>
                </a:solidFill>
              </a:defRPr>
            </a:lvl1pPr>
          </a:lstStyle>
          <a:p>
            <a:r>
              <a:rPr lang="ja-JP" altLang="en-US"/>
              <a:t>マスター タイトルの書式設定</a:t>
            </a:r>
            <a:endParaRPr lang="en-GB" dirty="0"/>
          </a:p>
        </p:txBody>
      </p:sp>
      <p:sp>
        <p:nvSpPr>
          <p:cNvPr id="11" name="Footer Placeholder 4"/>
          <p:cNvSpPr>
            <a:spLocks noGrp="1"/>
          </p:cNvSpPr>
          <p:nvPr>
            <p:ph type="ftr" sz="quarter" idx="3"/>
          </p:nvPr>
        </p:nvSpPr>
        <p:spPr>
          <a:xfrm>
            <a:off x="5888507" y="4946603"/>
            <a:ext cx="2878123" cy="162000"/>
          </a:xfrm>
          <a:prstGeom prst="rect">
            <a:avLst/>
          </a:prstGeom>
        </p:spPr>
        <p:txBody>
          <a:bodyPr vert="horz" lIns="0" tIns="0" rIns="0" bIns="0" rtlCol="0" anchor="t" anchorCtr="0"/>
          <a:lstStyle>
            <a:lvl1pPr algn="r">
              <a:defRPr sz="700">
                <a:solidFill>
                  <a:schemeClr val="tx2"/>
                </a:solidFill>
                <a:latin typeface="+mn-lt"/>
              </a:defRPr>
            </a:lvl1pPr>
          </a:lstStyle>
          <a:p>
            <a:endParaRPr lang="en-GB" dirty="0"/>
          </a:p>
        </p:txBody>
      </p:sp>
    </p:spTree>
    <p:extLst>
      <p:ext uri="{BB962C8B-B14F-4D97-AF65-F5344CB8AC3E}">
        <p14:creationId xmlns:p14="http://schemas.microsoft.com/office/powerpoint/2010/main" val="1475389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07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DA9B1D0-A821-40F5-67D8-E984D25200EB}"/>
              </a:ext>
            </a:extLst>
          </p:cNvPr>
          <p:cNvSpPr>
            <a:spLocks noGrp="1"/>
          </p:cNvSpPr>
          <p:nvPr>
            <p:ph type="dt" sz="half" idx="10"/>
          </p:nvPr>
        </p:nvSpPr>
        <p:spPr/>
        <p:txBody>
          <a:bodyPr/>
          <a:lstStyle/>
          <a:p>
            <a:endParaRPr kumimoji="1" lang="ja-JP" altLang="en-US"/>
          </a:p>
        </p:txBody>
      </p:sp>
      <p:sp>
        <p:nvSpPr>
          <p:cNvPr id="3" name="フッター プレースホルダー 2">
            <a:extLst>
              <a:ext uri="{FF2B5EF4-FFF2-40B4-BE49-F238E27FC236}">
                <a16:creationId xmlns:a16="http://schemas.microsoft.com/office/drawing/2014/main" id="{7C5A0E0D-F5F5-9751-24FF-9DABBA9134F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264B31D-5A1C-B7E7-C0F7-1368D5E277E3}"/>
              </a:ext>
            </a:extLst>
          </p:cNvPr>
          <p:cNvSpPr>
            <a:spLocks noGrp="1"/>
          </p:cNvSpPr>
          <p:nvPr>
            <p:ph type="sldNum" sz="quarter" idx="12"/>
          </p:nvPr>
        </p:nvSpPr>
        <p:spPr/>
        <p:txBody>
          <a:bodyPr/>
          <a:lstStyle/>
          <a:p>
            <a:fld id="{75BB8461-A4F8-4BBC-AB2D-5D80B8F30C85}" type="slidenum">
              <a:rPr kumimoji="1" lang="ja-JP" altLang="en-US" smtClean="0"/>
              <a:t>‹#›</a:t>
            </a:fld>
            <a:endParaRPr kumimoji="1" lang="ja-JP" altLang="en-US"/>
          </a:p>
        </p:txBody>
      </p:sp>
    </p:spTree>
    <p:extLst>
      <p:ext uri="{BB962C8B-B14F-4D97-AF65-F5344CB8AC3E}">
        <p14:creationId xmlns:p14="http://schemas.microsoft.com/office/powerpoint/2010/main" val="395763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表紙用">
    <p:spTree>
      <p:nvGrpSpPr>
        <p:cNvPr id="1" name=""/>
        <p:cNvGrpSpPr/>
        <p:nvPr/>
      </p:nvGrpSpPr>
      <p:grpSpPr>
        <a:xfrm>
          <a:off x="0" y="0"/>
          <a:ext cx="0" cy="0"/>
          <a:chOff x="0" y="0"/>
          <a:chExt cx="0" cy="0"/>
        </a:xfrm>
      </p:grpSpPr>
      <p:sp>
        <p:nvSpPr>
          <p:cNvPr id="2" name="正方形/長方形 1"/>
          <p:cNvSpPr/>
          <p:nvPr userDrawn="1"/>
        </p:nvSpPr>
        <p:spPr>
          <a:xfrm>
            <a:off x="1" y="0"/>
            <a:ext cx="919468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4" name="Picture 3">
            <a:extLst>
              <a:ext uri="{FF2B5EF4-FFF2-40B4-BE49-F238E27FC236}">
                <a16:creationId xmlns:a16="http://schemas.microsoft.com/office/drawing/2014/main" id="{D1F2C7BC-EC62-EC6D-F63A-3D7E3B0915E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4033" b="21388"/>
          <a:stretch/>
        </p:blipFill>
        <p:spPr>
          <a:xfrm>
            <a:off x="0" y="3432009"/>
            <a:ext cx="9194684" cy="1711491"/>
          </a:xfrm>
          <a:prstGeom prst="rect">
            <a:avLst/>
          </a:prstGeom>
        </p:spPr>
      </p:pic>
      <p:grpSp>
        <p:nvGrpSpPr>
          <p:cNvPr id="6" name="グループ化 5">
            <a:extLst>
              <a:ext uri="{FF2B5EF4-FFF2-40B4-BE49-F238E27FC236}">
                <a16:creationId xmlns:a16="http://schemas.microsoft.com/office/drawing/2014/main" id="{920C382F-0DBC-CD97-B103-F446AB4623D4}"/>
              </a:ext>
            </a:extLst>
          </p:cNvPr>
          <p:cNvGrpSpPr/>
          <p:nvPr userDrawn="1"/>
        </p:nvGrpSpPr>
        <p:grpSpPr>
          <a:xfrm>
            <a:off x="6672282" y="1825372"/>
            <a:ext cx="2291242" cy="2483522"/>
            <a:chOff x="2906865" y="3731735"/>
            <a:chExt cx="629756" cy="539075"/>
          </a:xfrm>
          <a:solidFill>
            <a:schemeClr val="accent4"/>
          </a:solidFill>
        </p:grpSpPr>
        <p:sp>
          <p:nvSpPr>
            <p:cNvPr id="7" name="フリーフォーム: 図形 6">
              <a:extLst>
                <a:ext uri="{FF2B5EF4-FFF2-40B4-BE49-F238E27FC236}">
                  <a16:creationId xmlns:a16="http://schemas.microsoft.com/office/drawing/2014/main" id="{CD6F21EA-65F0-FFF9-9EC1-125C896241FE}"/>
                </a:ext>
              </a:extLst>
            </p:cNvPr>
            <p:cNvSpPr/>
            <p:nvPr/>
          </p:nvSpPr>
          <p:spPr>
            <a:xfrm>
              <a:off x="2906865" y="3830220"/>
              <a:ext cx="539935" cy="440590"/>
            </a:xfrm>
            <a:custGeom>
              <a:avLst/>
              <a:gdLst>
                <a:gd name="connsiteX0" fmla="*/ 309419 w 539935"/>
                <a:gd name="connsiteY0" fmla="*/ 244651 h 440590"/>
                <a:gd name="connsiteX1" fmla="*/ 297504 w 539935"/>
                <a:gd name="connsiteY1" fmla="*/ 234413 h 440590"/>
                <a:gd name="connsiteX2" fmla="*/ 278101 w 539935"/>
                <a:gd name="connsiteY2" fmla="*/ 219643 h 440590"/>
                <a:gd name="connsiteX3" fmla="*/ 252952 w 539935"/>
                <a:gd name="connsiteY3" fmla="*/ 208060 h 440590"/>
                <a:gd name="connsiteX4" fmla="*/ 225627 w 539935"/>
                <a:gd name="connsiteY4" fmla="*/ 204182 h 440590"/>
                <a:gd name="connsiteX5" fmla="*/ 198353 w 539935"/>
                <a:gd name="connsiteY5" fmla="*/ 208969 h 440590"/>
                <a:gd name="connsiteX6" fmla="*/ 196715 w 539935"/>
                <a:gd name="connsiteY6" fmla="*/ 209455 h 440590"/>
                <a:gd name="connsiteX7" fmla="*/ 195115 w 539935"/>
                <a:gd name="connsiteY7" fmla="*/ 210070 h 440590"/>
                <a:gd name="connsiteX8" fmla="*/ 191915 w 539935"/>
                <a:gd name="connsiteY8" fmla="*/ 211285 h 440590"/>
                <a:gd name="connsiteX9" fmla="*/ 188728 w 539935"/>
                <a:gd name="connsiteY9" fmla="*/ 212489 h 440590"/>
                <a:gd name="connsiteX10" fmla="*/ 185631 w 539935"/>
                <a:gd name="connsiteY10" fmla="*/ 213896 h 440590"/>
                <a:gd name="connsiteX11" fmla="*/ 179475 w 539935"/>
                <a:gd name="connsiteY11" fmla="*/ 216750 h 440590"/>
                <a:gd name="connsiteX12" fmla="*/ 173511 w 539935"/>
                <a:gd name="connsiteY12" fmla="*/ 219937 h 440590"/>
                <a:gd name="connsiteX13" fmla="*/ 167713 w 539935"/>
                <a:gd name="connsiteY13" fmla="*/ 223239 h 440590"/>
                <a:gd name="connsiteX14" fmla="*/ 161966 w 539935"/>
                <a:gd name="connsiteY14" fmla="*/ 226605 h 440590"/>
                <a:gd name="connsiteX15" fmla="*/ 156386 w 539935"/>
                <a:gd name="connsiteY15" fmla="*/ 230189 h 440590"/>
                <a:gd name="connsiteX16" fmla="*/ 150844 w 539935"/>
                <a:gd name="connsiteY16" fmla="*/ 233811 h 440590"/>
                <a:gd name="connsiteX17" fmla="*/ 140017 w 539935"/>
                <a:gd name="connsiteY17" fmla="*/ 241439 h 440590"/>
                <a:gd name="connsiteX18" fmla="*/ 134705 w 539935"/>
                <a:gd name="connsiteY18" fmla="*/ 245394 h 440590"/>
                <a:gd name="connsiteX19" fmla="*/ 129548 w 539935"/>
                <a:gd name="connsiteY19" fmla="*/ 249553 h 440590"/>
                <a:gd name="connsiteX20" fmla="*/ 92700 w 539935"/>
                <a:gd name="connsiteY20" fmla="*/ 287271 h 440590"/>
                <a:gd name="connsiteX21" fmla="*/ 59757 w 539935"/>
                <a:gd name="connsiteY21" fmla="*/ 329097 h 440590"/>
                <a:gd name="connsiteX22" fmla="*/ 31280 w 539935"/>
                <a:gd name="connsiteY22" fmla="*/ 373623 h 440590"/>
                <a:gd name="connsiteX23" fmla="*/ 7334 w 539935"/>
                <a:gd name="connsiteY23" fmla="*/ 420543 h 440590"/>
                <a:gd name="connsiteX24" fmla="*/ 2496 w 539935"/>
                <a:gd name="connsiteY24" fmla="*/ 432151 h 440590"/>
                <a:gd name="connsiteX25" fmla="*/ 1178 w 539935"/>
                <a:gd name="connsiteY25" fmla="*/ 435363 h 440590"/>
                <a:gd name="connsiteX26" fmla="*/ 0 w 539935"/>
                <a:gd name="connsiteY26" fmla="*/ 438256 h 440590"/>
                <a:gd name="connsiteX27" fmla="*/ 1267 w 539935"/>
                <a:gd name="connsiteY27" fmla="*/ 439932 h 440590"/>
                <a:gd name="connsiteX28" fmla="*/ 5529 w 539935"/>
                <a:gd name="connsiteY28" fmla="*/ 439126 h 440590"/>
                <a:gd name="connsiteX29" fmla="*/ 27364 w 539935"/>
                <a:gd name="connsiteY29" fmla="*/ 397415 h 440590"/>
                <a:gd name="connsiteX30" fmla="*/ 52922 w 539935"/>
                <a:gd name="connsiteY30" fmla="*/ 357778 h 440590"/>
                <a:gd name="connsiteX31" fmla="*/ 67449 w 539935"/>
                <a:gd name="connsiteY31" fmla="*/ 338644 h 440590"/>
                <a:gd name="connsiteX32" fmla="*/ 82193 w 539935"/>
                <a:gd name="connsiteY32" fmla="*/ 319574 h 440590"/>
                <a:gd name="connsiteX33" fmla="*/ 114074 w 539935"/>
                <a:gd name="connsiteY33" fmla="*/ 283764 h 440590"/>
                <a:gd name="connsiteX34" fmla="*/ 150089 w 539935"/>
                <a:gd name="connsiteY34" fmla="*/ 252535 h 440590"/>
                <a:gd name="connsiteX35" fmla="*/ 159842 w 539935"/>
                <a:gd name="connsiteY35" fmla="*/ 245803 h 440590"/>
                <a:gd name="connsiteX36" fmla="*/ 169876 w 539935"/>
                <a:gd name="connsiteY36" fmla="*/ 239660 h 440590"/>
                <a:gd name="connsiteX37" fmla="*/ 175392 w 539935"/>
                <a:gd name="connsiteY37" fmla="*/ 236793 h 440590"/>
                <a:gd name="connsiteX38" fmla="*/ 178477 w 539935"/>
                <a:gd name="connsiteY38" fmla="*/ 235206 h 440590"/>
                <a:gd name="connsiteX39" fmla="*/ 181779 w 539935"/>
                <a:gd name="connsiteY39" fmla="*/ 233785 h 440590"/>
                <a:gd name="connsiteX40" fmla="*/ 195665 w 539935"/>
                <a:gd name="connsiteY40" fmla="*/ 228525 h 440590"/>
                <a:gd name="connsiteX41" fmla="*/ 200785 w 539935"/>
                <a:gd name="connsiteY41" fmla="*/ 227028 h 440590"/>
                <a:gd name="connsiteX42" fmla="*/ 205802 w 539935"/>
                <a:gd name="connsiteY42" fmla="*/ 225889 h 440590"/>
                <a:gd name="connsiteX43" fmla="*/ 208259 w 539935"/>
                <a:gd name="connsiteY43" fmla="*/ 225338 h 440590"/>
                <a:gd name="connsiteX44" fmla="*/ 210703 w 539935"/>
                <a:gd name="connsiteY44" fmla="*/ 224993 h 440590"/>
                <a:gd name="connsiteX45" fmla="*/ 215516 w 539935"/>
                <a:gd name="connsiteY45" fmla="*/ 224340 h 440590"/>
                <a:gd name="connsiteX46" fmla="*/ 234048 w 539935"/>
                <a:gd name="connsiteY46" fmla="*/ 224814 h 440590"/>
                <a:gd name="connsiteX47" fmla="*/ 251800 w 539935"/>
                <a:gd name="connsiteY47" fmla="*/ 229984 h 440590"/>
                <a:gd name="connsiteX48" fmla="*/ 268937 w 539935"/>
                <a:gd name="connsiteY48" fmla="*/ 240351 h 440590"/>
                <a:gd name="connsiteX49" fmla="*/ 285242 w 539935"/>
                <a:gd name="connsiteY49" fmla="*/ 256068 h 440590"/>
                <a:gd name="connsiteX50" fmla="*/ 287149 w 539935"/>
                <a:gd name="connsiteY50" fmla="*/ 258346 h 440590"/>
                <a:gd name="connsiteX51" fmla="*/ 288109 w 539935"/>
                <a:gd name="connsiteY51" fmla="*/ 259511 h 440590"/>
                <a:gd name="connsiteX52" fmla="*/ 288353 w 539935"/>
                <a:gd name="connsiteY52" fmla="*/ 259805 h 440590"/>
                <a:gd name="connsiteX53" fmla="*/ 288468 w 539935"/>
                <a:gd name="connsiteY53" fmla="*/ 259946 h 440590"/>
                <a:gd name="connsiteX54" fmla="*/ 288698 w 539935"/>
                <a:gd name="connsiteY54" fmla="*/ 260240 h 440590"/>
                <a:gd name="connsiteX55" fmla="*/ 289671 w 539935"/>
                <a:gd name="connsiteY55" fmla="*/ 261533 h 440590"/>
                <a:gd name="connsiteX56" fmla="*/ 293702 w 539935"/>
                <a:gd name="connsiteY56" fmla="*/ 266729 h 440590"/>
                <a:gd name="connsiteX57" fmla="*/ 296556 w 539935"/>
                <a:gd name="connsiteY57" fmla="*/ 270313 h 440590"/>
                <a:gd name="connsiteX58" fmla="*/ 324329 w 539935"/>
                <a:gd name="connsiteY58" fmla="*/ 276008 h 440590"/>
                <a:gd name="connsiteX59" fmla="*/ 337307 w 539935"/>
                <a:gd name="connsiteY59" fmla="*/ 258781 h 440590"/>
                <a:gd name="connsiteX60" fmla="*/ 344231 w 539935"/>
                <a:gd name="connsiteY60" fmla="*/ 248645 h 440590"/>
                <a:gd name="connsiteX61" fmla="*/ 350823 w 539935"/>
                <a:gd name="connsiteY61" fmla="*/ 239135 h 440590"/>
                <a:gd name="connsiteX62" fmla="*/ 394786 w 539935"/>
                <a:gd name="connsiteY62" fmla="*/ 177587 h 440590"/>
                <a:gd name="connsiteX63" fmla="*/ 436509 w 539935"/>
                <a:gd name="connsiteY63" fmla="*/ 123641 h 440590"/>
                <a:gd name="connsiteX64" fmla="*/ 481381 w 539935"/>
                <a:gd name="connsiteY64" fmla="*/ 72190 h 440590"/>
                <a:gd name="connsiteX65" fmla="*/ 493143 w 539935"/>
                <a:gd name="connsiteY65" fmla="*/ 60032 h 440590"/>
                <a:gd name="connsiteX66" fmla="*/ 505212 w 539935"/>
                <a:gd name="connsiteY66" fmla="*/ 48219 h 440590"/>
                <a:gd name="connsiteX67" fmla="*/ 532895 w 539935"/>
                <a:gd name="connsiteY67" fmla="*/ 22980 h 440590"/>
                <a:gd name="connsiteX68" fmla="*/ 539205 w 539935"/>
                <a:gd name="connsiteY68" fmla="*/ 14021 h 440590"/>
                <a:gd name="connsiteX69" fmla="*/ 539935 w 539935"/>
                <a:gd name="connsiteY69" fmla="*/ 6713 h 440590"/>
                <a:gd name="connsiteX70" fmla="*/ 538143 w 539935"/>
                <a:gd name="connsiteY70" fmla="*/ 1145 h 440590"/>
                <a:gd name="connsiteX71" fmla="*/ 530758 w 539935"/>
                <a:gd name="connsiteY71" fmla="*/ 710 h 440590"/>
                <a:gd name="connsiteX72" fmla="*/ 522964 w 539935"/>
                <a:gd name="connsiteY72" fmla="*/ 4140 h 440590"/>
                <a:gd name="connsiteX73" fmla="*/ 515873 w 539935"/>
                <a:gd name="connsiteY73" fmla="*/ 8837 h 440590"/>
                <a:gd name="connsiteX74" fmla="*/ 480370 w 539935"/>
                <a:gd name="connsiteY74" fmla="*/ 37724 h 440590"/>
                <a:gd name="connsiteX75" fmla="*/ 464576 w 539935"/>
                <a:gd name="connsiteY75" fmla="*/ 53799 h 440590"/>
                <a:gd name="connsiteX76" fmla="*/ 442025 w 539935"/>
                <a:gd name="connsiteY76" fmla="*/ 78743 h 440590"/>
                <a:gd name="connsiteX77" fmla="*/ 431108 w 539935"/>
                <a:gd name="connsiteY77" fmla="*/ 91555 h 440590"/>
                <a:gd name="connsiteX78" fmla="*/ 420408 w 539935"/>
                <a:gd name="connsiteY78" fmla="*/ 104520 h 440590"/>
                <a:gd name="connsiteX79" fmla="*/ 399816 w 539935"/>
                <a:gd name="connsiteY79" fmla="*/ 130513 h 440590"/>
                <a:gd name="connsiteX80" fmla="*/ 353664 w 539935"/>
                <a:gd name="connsiteY80" fmla="*/ 191665 h 440590"/>
                <a:gd name="connsiteX81" fmla="*/ 328591 w 539935"/>
                <a:gd name="connsiteY81" fmla="*/ 227514 h 440590"/>
                <a:gd name="connsiteX82" fmla="*/ 316855 w 539935"/>
                <a:gd name="connsiteY82" fmla="*/ 242847 h 440590"/>
                <a:gd name="connsiteX83" fmla="*/ 309419 w 539935"/>
                <a:gd name="connsiteY83" fmla="*/ 244690 h 440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39935" h="440590">
                  <a:moveTo>
                    <a:pt x="309419" y="244651"/>
                  </a:moveTo>
                  <a:cubicBezTo>
                    <a:pt x="309419" y="244651"/>
                    <a:pt x="302073" y="238559"/>
                    <a:pt x="297504" y="234413"/>
                  </a:cubicBezTo>
                  <a:cubicBezTo>
                    <a:pt x="291168" y="228922"/>
                    <a:pt x="285012" y="223918"/>
                    <a:pt x="278101" y="219643"/>
                  </a:cubicBezTo>
                  <a:cubicBezTo>
                    <a:pt x="270230" y="214805"/>
                    <a:pt x="261821" y="210774"/>
                    <a:pt x="252952" y="208060"/>
                  </a:cubicBezTo>
                  <a:cubicBezTo>
                    <a:pt x="244095" y="205334"/>
                    <a:pt x="234816" y="203977"/>
                    <a:pt x="225627" y="204182"/>
                  </a:cubicBezTo>
                  <a:cubicBezTo>
                    <a:pt x="216271" y="204425"/>
                    <a:pt x="207030" y="206051"/>
                    <a:pt x="198353" y="208969"/>
                  </a:cubicBezTo>
                  <a:lnTo>
                    <a:pt x="196715" y="209455"/>
                  </a:lnTo>
                  <a:lnTo>
                    <a:pt x="195115" y="210070"/>
                  </a:lnTo>
                  <a:lnTo>
                    <a:pt x="191915" y="211285"/>
                  </a:lnTo>
                  <a:lnTo>
                    <a:pt x="188728" y="212489"/>
                  </a:lnTo>
                  <a:cubicBezTo>
                    <a:pt x="187679" y="212924"/>
                    <a:pt x="186668" y="213423"/>
                    <a:pt x="185631" y="213896"/>
                  </a:cubicBezTo>
                  <a:cubicBezTo>
                    <a:pt x="183583" y="214856"/>
                    <a:pt x="181497" y="215752"/>
                    <a:pt x="179475" y="216750"/>
                  </a:cubicBezTo>
                  <a:lnTo>
                    <a:pt x="173511" y="219937"/>
                  </a:lnTo>
                  <a:cubicBezTo>
                    <a:pt x="171514" y="220923"/>
                    <a:pt x="169620" y="222100"/>
                    <a:pt x="167713" y="223239"/>
                  </a:cubicBezTo>
                  <a:lnTo>
                    <a:pt x="161966" y="226605"/>
                  </a:lnTo>
                  <a:lnTo>
                    <a:pt x="156386" y="230189"/>
                  </a:lnTo>
                  <a:cubicBezTo>
                    <a:pt x="154518" y="231366"/>
                    <a:pt x="152636" y="232531"/>
                    <a:pt x="150844" y="233811"/>
                  </a:cubicBezTo>
                  <a:cubicBezTo>
                    <a:pt x="147210" y="236320"/>
                    <a:pt x="143524" y="238751"/>
                    <a:pt x="140017" y="241439"/>
                  </a:cubicBezTo>
                  <a:lnTo>
                    <a:pt x="134705" y="245394"/>
                  </a:lnTo>
                  <a:lnTo>
                    <a:pt x="129548" y="249553"/>
                  </a:lnTo>
                  <a:cubicBezTo>
                    <a:pt x="115840" y="260714"/>
                    <a:pt x="104104" y="273973"/>
                    <a:pt x="92700" y="287271"/>
                  </a:cubicBezTo>
                  <a:cubicBezTo>
                    <a:pt x="81118" y="300748"/>
                    <a:pt x="70060" y="314660"/>
                    <a:pt x="59757" y="329097"/>
                  </a:cubicBezTo>
                  <a:cubicBezTo>
                    <a:pt x="49556" y="343495"/>
                    <a:pt x="40021" y="358329"/>
                    <a:pt x="31280" y="373623"/>
                  </a:cubicBezTo>
                  <a:cubicBezTo>
                    <a:pt x="22551" y="388917"/>
                    <a:pt x="14181" y="404365"/>
                    <a:pt x="7334" y="420543"/>
                  </a:cubicBezTo>
                  <a:lnTo>
                    <a:pt x="2496" y="432151"/>
                  </a:lnTo>
                  <a:lnTo>
                    <a:pt x="1178" y="435363"/>
                  </a:lnTo>
                  <a:cubicBezTo>
                    <a:pt x="858" y="436157"/>
                    <a:pt x="-13" y="437437"/>
                    <a:pt x="0" y="438256"/>
                  </a:cubicBezTo>
                  <a:cubicBezTo>
                    <a:pt x="0" y="438768"/>
                    <a:pt x="538" y="439369"/>
                    <a:pt x="1267" y="439932"/>
                  </a:cubicBezTo>
                  <a:cubicBezTo>
                    <a:pt x="2688" y="441072"/>
                    <a:pt x="4774" y="440688"/>
                    <a:pt x="5529" y="439126"/>
                  </a:cubicBezTo>
                  <a:cubicBezTo>
                    <a:pt x="12312" y="425112"/>
                    <a:pt x="19595" y="411084"/>
                    <a:pt x="27364" y="397415"/>
                  </a:cubicBezTo>
                  <a:cubicBezTo>
                    <a:pt x="35171" y="383759"/>
                    <a:pt x="43554" y="370398"/>
                    <a:pt x="52922" y="357778"/>
                  </a:cubicBezTo>
                  <a:cubicBezTo>
                    <a:pt x="57696" y="351315"/>
                    <a:pt x="62662" y="345069"/>
                    <a:pt x="67449" y="338644"/>
                  </a:cubicBezTo>
                  <a:cubicBezTo>
                    <a:pt x="72235" y="332181"/>
                    <a:pt x="77176" y="325846"/>
                    <a:pt x="82193" y="319574"/>
                  </a:cubicBezTo>
                  <a:cubicBezTo>
                    <a:pt x="92252" y="307070"/>
                    <a:pt x="102862" y="295052"/>
                    <a:pt x="114074" y="283764"/>
                  </a:cubicBezTo>
                  <a:cubicBezTo>
                    <a:pt x="125375" y="272412"/>
                    <a:pt x="137355" y="261814"/>
                    <a:pt x="150089" y="252535"/>
                  </a:cubicBezTo>
                  <a:cubicBezTo>
                    <a:pt x="153238" y="250104"/>
                    <a:pt x="156591" y="248030"/>
                    <a:pt x="159842" y="245803"/>
                  </a:cubicBezTo>
                  <a:cubicBezTo>
                    <a:pt x="163118" y="243615"/>
                    <a:pt x="166535" y="241708"/>
                    <a:pt x="169876" y="239660"/>
                  </a:cubicBezTo>
                  <a:cubicBezTo>
                    <a:pt x="171527" y="238751"/>
                    <a:pt x="173408" y="237817"/>
                    <a:pt x="175392" y="236793"/>
                  </a:cubicBezTo>
                  <a:cubicBezTo>
                    <a:pt x="176390" y="236281"/>
                    <a:pt x="177414" y="235756"/>
                    <a:pt x="178477" y="235206"/>
                  </a:cubicBezTo>
                  <a:cubicBezTo>
                    <a:pt x="179552" y="234745"/>
                    <a:pt x="180665" y="234259"/>
                    <a:pt x="181779" y="233785"/>
                  </a:cubicBezTo>
                  <a:cubicBezTo>
                    <a:pt x="186233" y="231750"/>
                    <a:pt x="191070" y="230035"/>
                    <a:pt x="195665" y="228525"/>
                  </a:cubicBezTo>
                  <a:cubicBezTo>
                    <a:pt x="197393" y="228013"/>
                    <a:pt x="199095" y="227514"/>
                    <a:pt x="200785" y="227028"/>
                  </a:cubicBezTo>
                  <a:cubicBezTo>
                    <a:pt x="202461" y="226529"/>
                    <a:pt x="204151" y="226285"/>
                    <a:pt x="205802" y="225889"/>
                  </a:cubicBezTo>
                  <a:cubicBezTo>
                    <a:pt x="206621" y="225709"/>
                    <a:pt x="207453" y="225517"/>
                    <a:pt x="208259" y="225338"/>
                  </a:cubicBezTo>
                  <a:cubicBezTo>
                    <a:pt x="209078" y="225198"/>
                    <a:pt x="209897" y="225108"/>
                    <a:pt x="210703" y="224993"/>
                  </a:cubicBezTo>
                  <a:cubicBezTo>
                    <a:pt x="212329" y="224788"/>
                    <a:pt x="213929" y="224468"/>
                    <a:pt x="215516" y="224340"/>
                  </a:cubicBezTo>
                  <a:cubicBezTo>
                    <a:pt x="221889" y="223726"/>
                    <a:pt x="228020" y="223956"/>
                    <a:pt x="234048" y="224814"/>
                  </a:cubicBezTo>
                  <a:cubicBezTo>
                    <a:pt x="240089" y="225671"/>
                    <a:pt x="245976" y="227412"/>
                    <a:pt x="251800" y="229984"/>
                  </a:cubicBezTo>
                  <a:cubicBezTo>
                    <a:pt x="257610" y="232557"/>
                    <a:pt x="263344" y="235974"/>
                    <a:pt x="268937" y="240351"/>
                  </a:cubicBezTo>
                  <a:cubicBezTo>
                    <a:pt x="274824" y="244920"/>
                    <a:pt x="280238" y="250296"/>
                    <a:pt x="285242" y="256068"/>
                  </a:cubicBezTo>
                  <a:cubicBezTo>
                    <a:pt x="285870" y="256759"/>
                    <a:pt x="286510" y="257565"/>
                    <a:pt x="287149" y="258346"/>
                  </a:cubicBezTo>
                  <a:lnTo>
                    <a:pt x="288109" y="259511"/>
                  </a:lnTo>
                  <a:lnTo>
                    <a:pt x="288353" y="259805"/>
                  </a:lnTo>
                  <a:lnTo>
                    <a:pt x="288468" y="259946"/>
                  </a:lnTo>
                  <a:lnTo>
                    <a:pt x="288698" y="260240"/>
                  </a:lnTo>
                  <a:lnTo>
                    <a:pt x="289671" y="261533"/>
                  </a:lnTo>
                  <a:lnTo>
                    <a:pt x="293702" y="266729"/>
                  </a:lnTo>
                  <a:lnTo>
                    <a:pt x="296556" y="270313"/>
                  </a:lnTo>
                  <a:cubicBezTo>
                    <a:pt x="297875" y="271951"/>
                    <a:pt x="312708" y="288295"/>
                    <a:pt x="324329" y="276008"/>
                  </a:cubicBezTo>
                  <a:cubicBezTo>
                    <a:pt x="328425" y="271720"/>
                    <a:pt x="332956" y="265244"/>
                    <a:pt x="337307" y="258781"/>
                  </a:cubicBezTo>
                  <a:lnTo>
                    <a:pt x="344231" y="248645"/>
                  </a:lnTo>
                  <a:lnTo>
                    <a:pt x="350823" y="239135"/>
                  </a:lnTo>
                  <a:cubicBezTo>
                    <a:pt x="365285" y="218478"/>
                    <a:pt x="379811" y="197873"/>
                    <a:pt x="394786" y="177587"/>
                  </a:cubicBezTo>
                  <a:cubicBezTo>
                    <a:pt x="408263" y="159259"/>
                    <a:pt x="422136" y="141239"/>
                    <a:pt x="436509" y="123641"/>
                  </a:cubicBezTo>
                  <a:cubicBezTo>
                    <a:pt x="450920" y="105991"/>
                    <a:pt x="465767" y="88700"/>
                    <a:pt x="481381" y="72190"/>
                  </a:cubicBezTo>
                  <a:cubicBezTo>
                    <a:pt x="485246" y="68082"/>
                    <a:pt x="489137" y="63999"/>
                    <a:pt x="493143" y="60032"/>
                  </a:cubicBezTo>
                  <a:cubicBezTo>
                    <a:pt x="497072" y="55987"/>
                    <a:pt x="501155" y="52109"/>
                    <a:pt x="505212" y="48219"/>
                  </a:cubicBezTo>
                  <a:cubicBezTo>
                    <a:pt x="514312" y="39695"/>
                    <a:pt x="523988" y="31644"/>
                    <a:pt x="532895" y="22980"/>
                  </a:cubicBezTo>
                  <a:cubicBezTo>
                    <a:pt x="535340" y="20458"/>
                    <a:pt x="538629" y="17745"/>
                    <a:pt x="539205" y="14021"/>
                  </a:cubicBezTo>
                  <a:cubicBezTo>
                    <a:pt x="539563" y="11640"/>
                    <a:pt x="539960" y="9196"/>
                    <a:pt x="539935" y="6713"/>
                  </a:cubicBezTo>
                  <a:cubicBezTo>
                    <a:pt x="539909" y="4793"/>
                    <a:pt x="539653" y="2502"/>
                    <a:pt x="538143" y="1145"/>
                  </a:cubicBezTo>
                  <a:cubicBezTo>
                    <a:pt x="536185" y="-621"/>
                    <a:pt x="533075" y="6"/>
                    <a:pt x="530758" y="710"/>
                  </a:cubicBezTo>
                  <a:cubicBezTo>
                    <a:pt x="528083" y="1542"/>
                    <a:pt x="525408" y="2681"/>
                    <a:pt x="522964" y="4140"/>
                  </a:cubicBezTo>
                  <a:cubicBezTo>
                    <a:pt x="520519" y="5599"/>
                    <a:pt x="518164" y="7225"/>
                    <a:pt x="515873" y="8837"/>
                  </a:cubicBezTo>
                  <a:cubicBezTo>
                    <a:pt x="503407" y="17835"/>
                    <a:pt x="491454" y="27357"/>
                    <a:pt x="480370" y="37724"/>
                  </a:cubicBezTo>
                  <a:cubicBezTo>
                    <a:pt x="474931" y="42933"/>
                    <a:pt x="469670" y="48308"/>
                    <a:pt x="464576" y="53799"/>
                  </a:cubicBezTo>
                  <a:cubicBezTo>
                    <a:pt x="456846" y="61977"/>
                    <a:pt x="449397" y="70334"/>
                    <a:pt x="442025" y="78743"/>
                  </a:cubicBezTo>
                  <a:lnTo>
                    <a:pt x="431108" y="91555"/>
                  </a:lnTo>
                  <a:cubicBezTo>
                    <a:pt x="427550" y="95880"/>
                    <a:pt x="423928" y="100155"/>
                    <a:pt x="420408" y="104520"/>
                  </a:cubicBezTo>
                  <a:cubicBezTo>
                    <a:pt x="413420" y="113107"/>
                    <a:pt x="406535" y="121746"/>
                    <a:pt x="399816" y="130513"/>
                  </a:cubicBezTo>
                  <a:cubicBezTo>
                    <a:pt x="384188" y="150761"/>
                    <a:pt x="368574" y="170957"/>
                    <a:pt x="353664" y="191665"/>
                  </a:cubicBezTo>
                  <a:cubicBezTo>
                    <a:pt x="345140" y="203504"/>
                    <a:pt x="336782" y="215445"/>
                    <a:pt x="328591" y="227514"/>
                  </a:cubicBezTo>
                  <a:lnTo>
                    <a:pt x="316855" y="242847"/>
                  </a:lnTo>
                  <a:cubicBezTo>
                    <a:pt x="315524" y="244357"/>
                    <a:pt x="312811" y="247250"/>
                    <a:pt x="309419" y="244690"/>
                  </a:cubicBezTo>
                </a:path>
              </a:pathLst>
            </a:custGeom>
            <a:grpFill/>
            <a:ln w="1278" cap="flat">
              <a:noFill/>
              <a:prstDash val="solid"/>
              <a:miter/>
            </a:ln>
          </p:spPr>
          <p:txBody>
            <a:bodyPr rtlCol="0" anchor="ctr"/>
            <a:lstStyle/>
            <a:p>
              <a:endParaRPr lang="ja-JP" altLang="en-US" sz="1350"/>
            </a:p>
          </p:txBody>
        </p:sp>
        <p:sp>
          <p:nvSpPr>
            <p:cNvPr id="8" name="フリーフォーム: 図形 7">
              <a:extLst>
                <a:ext uri="{FF2B5EF4-FFF2-40B4-BE49-F238E27FC236}">
                  <a16:creationId xmlns:a16="http://schemas.microsoft.com/office/drawing/2014/main" id="{3DD54528-6607-2B26-BD89-A07B9AE28BD3}"/>
                </a:ext>
              </a:extLst>
            </p:cNvPr>
            <p:cNvSpPr/>
            <p:nvPr/>
          </p:nvSpPr>
          <p:spPr>
            <a:xfrm>
              <a:off x="3200302" y="3731735"/>
              <a:ext cx="336319" cy="210756"/>
            </a:xfrm>
            <a:custGeom>
              <a:avLst/>
              <a:gdLst>
                <a:gd name="connsiteX0" fmla="*/ 334525 w 336319"/>
                <a:gd name="connsiteY0" fmla="*/ 14328 h 210756"/>
                <a:gd name="connsiteX1" fmla="*/ 312805 w 336319"/>
                <a:gd name="connsiteY1" fmla="*/ 57203 h 210756"/>
                <a:gd name="connsiteX2" fmla="*/ 311602 w 336319"/>
                <a:gd name="connsiteY2" fmla="*/ 59840 h 210756"/>
                <a:gd name="connsiteX3" fmla="*/ 310591 w 336319"/>
                <a:gd name="connsiteY3" fmla="*/ 62156 h 210756"/>
                <a:gd name="connsiteX4" fmla="*/ 309273 w 336319"/>
                <a:gd name="connsiteY4" fmla="*/ 65292 h 210756"/>
                <a:gd name="connsiteX5" fmla="*/ 306726 w 336319"/>
                <a:gd name="connsiteY5" fmla="*/ 71602 h 210756"/>
                <a:gd name="connsiteX6" fmla="*/ 302029 w 336319"/>
                <a:gd name="connsiteY6" fmla="*/ 84349 h 210756"/>
                <a:gd name="connsiteX7" fmla="*/ 295041 w 336319"/>
                <a:gd name="connsiteY7" fmla="*/ 106606 h 210756"/>
                <a:gd name="connsiteX8" fmla="*/ 289512 w 336319"/>
                <a:gd name="connsiteY8" fmla="*/ 129285 h 210756"/>
                <a:gd name="connsiteX9" fmla="*/ 285980 w 336319"/>
                <a:gd name="connsiteY9" fmla="*/ 151798 h 210756"/>
                <a:gd name="connsiteX10" fmla="*/ 285365 w 336319"/>
                <a:gd name="connsiteY10" fmla="*/ 159221 h 210756"/>
                <a:gd name="connsiteX11" fmla="*/ 284917 w 336319"/>
                <a:gd name="connsiteY11" fmla="*/ 166554 h 210756"/>
                <a:gd name="connsiteX12" fmla="*/ 285327 w 336319"/>
                <a:gd name="connsiteY12" fmla="*/ 194763 h 210756"/>
                <a:gd name="connsiteX13" fmla="*/ 285992 w 336319"/>
                <a:gd name="connsiteY13" fmla="*/ 199639 h 210756"/>
                <a:gd name="connsiteX14" fmla="*/ 286005 w 336319"/>
                <a:gd name="connsiteY14" fmla="*/ 202160 h 210756"/>
                <a:gd name="connsiteX15" fmla="*/ 285826 w 336319"/>
                <a:gd name="connsiteY15" fmla="*/ 204669 h 210756"/>
                <a:gd name="connsiteX16" fmla="*/ 282780 w 336319"/>
                <a:gd name="connsiteY16" fmla="*/ 209596 h 210756"/>
                <a:gd name="connsiteX17" fmla="*/ 277225 w 336319"/>
                <a:gd name="connsiteY17" fmla="*/ 210735 h 210756"/>
                <a:gd name="connsiteX18" fmla="*/ 270800 w 336319"/>
                <a:gd name="connsiteY18" fmla="*/ 209468 h 210756"/>
                <a:gd name="connsiteX19" fmla="*/ 265028 w 336319"/>
                <a:gd name="connsiteY19" fmla="*/ 202698 h 210756"/>
                <a:gd name="connsiteX20" fmla="*/ 260114 w 336319"/>
                <a:gd name="connsiteY20" fmla="*/ 173389 h 210756"/>
                <a:gd name="connsiteX21" fmla="*/ 261521 w 336319"/>
                <a:gd name="connsiteY21" fmla="*/ 147075 h 210756"/>
                <a:gd name="connsiteX22" fmla="*/ 272554 w 336319"/>
                <a:gd name="connsiteY22" fmla="*/ 96034 h 210756"/>
                <a:gd name="connsiteX23" fmla="*/ 280681 w 336319"/>
                <a:gd name="connsiteY23" fmla="*/ 71512 h 210756"/>
                <a:gd name="connsiteX24" fmla="*/ 285224 w 336319"/>
                <a:gd name="connsiteY24" fmla="*/ 59456 h 210756"/>
                <a:gd name="connsiteX25" fmla="*/ 287605 w 336319"/>
                <a:gd name="connsiteY25" fmla="*/ 53479 h 210756"/>
                <a:gd name="connsiteX26" fmla="*/ 288207 w 336319"/>
                <a:gd name="connsiteY26" fmla="*/ 51981 h 210756"/>
                <a:gd name="connsiteX27" fmla="*/ 288360 w 336319"/>
                <a:gd name="connsiteY27" fmla="*/ 51610 h 210756"/>
                <a:gd name="connsiteX28" fmla="*/ 288360 w 336319"/>
                <a:gd name="connsiteY28" fmla="*/ 51546 h 210756"/>
                <a:gd name="connsiteX29" fmla="*/ 288360 w 336319"/>
                <a:gd name="connsiteY29" fmla="*/ 51495 h 210756"/>
                <a:gd name="connsiteX30" fmla="*/ 288360 w 336319"/>
                <a:gd name="connsiteY30" fmla="*/ 51226 h 210756"/>
                <a:gd name="connsiteX31" fmla="*/ 287349 w 336319"/>
                <a:gd name="connsiteY31" fmla="*/ 50701 h 210756"/>
                <a:gd name="connsiteX32" fmla="*/ 287157 w 336319"/>
                <a:gd name="connsiteY32" fmla="*/ 50881 h 210756"/>
                <a:gd name="connsiteX33" fmla="*/ 287042 w 336319"/>
                <a:gd name="connsiteY33" fmla="*/ 51009 h 210756"/>
                <a:gd name="connsiteX34" fmla="*/ 286466 w 336319"/>
                <a:gd name="connsiteY34" fmla="*/ 51341 h 210756"/>
                <a:gd name="connsiteX35" fmla="*/ 285608 w 336319"/>
                <a:gd name="connsiteY35" fmla="*/ 51815 h 210756"/>
                <a:gd name="connsiteX36" fmla="*/ 284713 w 336319"/>
                <a:gd name="connsiteY36" fmla="*/ 52263 h 210756"/>
                <a:gd name="connsiteX37" fmla="*/ 284239 w 336319"/>
                <a:gd name="connsiteY37" fmla="*/ 52480 h 210756"/>
                <a:gd name="connsiteX38" fmla="*/ 280809 w 336319"/>
                <a:gd name="connsiteY38" fmla="*/ 54298 h 210756"/>
                <a:gd name="connsiteX39" fmla="*/ 264747 w 336319"/>
                <a:gd name="connsiteY39" fmla="*/ 62719 h 210756"/>
                <a:gd name="connsiteX40" fmla="*/ 204453 w 336319"/>
                <a:gd name="connsiteY40" fmla="*/ 93065 h 210756"/>
                <a:gd name="connsiteX41" fmla="*/ 183450 w 336319"/>
                <a:gd name="connsiteY41" fmla="*/ 101973 h 210756"/>
                <a:gd name="connsiteX42" fmla="*/ 166722 w 336319"/>
                <a:gd name="connsiteY42" fmla="*/ 109229 h 210756"/>
                <a:gd name="connsiteX43" fmla="*/ 133599 w 336319"/>
                <a:gd name="connsiteY43" fmla="*/ 123781 h 210756"/>
                <a:gd name="connsiteX44" fmla="*/ 100720 w 336319"/>
                <a:gd name="connsiteY44" fmla="*/ 138193 h 210756"/>
                <a:gd name="connsiteX45" fmla="*/ 84235 w 336319"/>
                <a:gd name="connsiteY45" fmla="*/ 145258 h 210756"/>
                <a:gd name="connsiteX46" fmla="*/ 67559 w 336319"/>
                <a:gd name="connsiteY46" fmla="*/ 151567 h 210756"/>
                <a:gd name="connsiteX47" fmla="*/ 3310 w 336319"/>
                <a:gd name="connsiteY47" fmla="*/ 178982 h 210756"/>
                <a:gd name="connsiteX48" fmla="*/ 161 w 336319"/>
                <a:gd name="connsiteY48" fmla="*/ 176499 h 210756"/>
                <a:gd name="connsiteX49" fmla="*/ 149 w 336319"/>
                <a:gd name="connsiteY49" fmla="*/ 174490 h 210756"/>
                <a:gd name="connsiteX50" fmla="*/ 2209 w 336319"/>
                <a:gd name="connsiteY50" fmla="*/ 173414 h 210756"/>
                <a:gd name="connsiteX51" fmla="*/ 4474 w 336319"/>
                <a:gd name="connsiteY51" fmla="*/ 172199 h 210756"/>
                <a:gd name="connsiteX52" fmla="*/ 12563 w 336319"/>
                <a:gd name="connsiteY52" fmla="*/ 167693 h 210756"/>
                <a:gd name="connsiteX53" fmla="*/ 46863 w 336319"/>
                <a:gd name="connsiteY53" fmla="*/ 150147 h 210756"/>
                <a:gd name="connsiteX54" fmla="*/ 81573 w 336319"/>
                <a:gd name="connsiteY54" fmla="*/ 133496 h 210756"/>
                <a:gd name="connsiteX55" fmla="*/ 116577 w 336319"/>
                <a:gd name="connsiteY55" fmla="*/ 117037 h 210756"/>
                <a:gd name="connsiteX56" fmla="*/ 150724 w 336319"/>
                <a:gd name="connsiteY56" fmla="*/ 99963 h 210756"/>
                <a:gd name="connsiteX57" fmla="*/ 168232 w 336319"/>
                <a:gd name="connsiteY57" fmla="*/ 92310 h 210756"/>
                <a:gd name="connsiteX58" fmla="*/ 185370 w 336319"/>
                <a:gd name="connsiteY58" fmla="*/ 83875 h 210756"/>
                <a:gd name="connsiteX59" fmla="*/ 218685 w 336319"/>
                <a:gd name="connsiteY59" fmla="*/ 64281 h 210756"/>
                <a:gd name="connsiteX60" fmla="*/ 234977 w 336319"/>
                <a:gd name="connsiteY60" fmla="*/ 54695 h 210756"/>
                <a:gd name="connsiteX61" fmla="*/ 251167 w 336319"/>
                <a:gd name="connsiteY61" fmla="*/ 44981 h 210756"/>
                <a:gd name="connsiteX62" fmla="*/ 265131 w 336319"/>
                <a:gd name="connsiteY62" fmla="*/ 36047 h 210756"/>
                <a:gd name="connsiteX63" fmla="*/ 272144 w 336319"/>
                <a:gd name="connsiteY63" fmla="*/ 31964 h 210756"/>
                <a:gd name="connsiteX64" fmla="*/ 282498 w 336319"/>
                <a:gd name="connsiteY64" fmla="*/ 25616 h 210756"/>
                <a:gd name="connsiteX65" fmla="*/ 299482 w 336319"/>
                <a:gd name="connsiteY65" fmla="*/ 15198 h 210756"/>
                <a:gd name="connsiteX66" fmla="*/ 317003 w 336319"/>
                <a:gd name="connsiteY66" fmla="*/ 4307 h 210756"/>
                <a:gd name="connsiteX67" fmla="*/ 332938 w 336319"/>
                <a:gd name="connsiteY67" fmla="*/ 1286 h 210756"/>
                <a:gd name="connsiteX68" fmla="*/ 334486 w 336319"/>
                <a:gd name="connsiteY68" fmla="*/ 14315 h 210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336319" h="210756">
                  <a:moveTo>
                    <a:pt x="334525" y="14328"/>
                  </a:moveTo>
                  <a:cubicBezTo>
                    <a:pt x="325950" y="29507"/>
                    <a:pt x="319102" y="43138"/>
                    <a:pt x="312805" y="57203"/>
                  </a:cubicBezTo>
                  <a:lnTo>
                    <a:pt x="311602" y="59840"/>
                  </a:lnTo>
                  <a:lnTo>
                    <a:pt x="310591" y="62156"/>
                  </a:lnTo>
                  <a:lnTo>
                    <a:pt x="309273" y="65292"/>
                  </a:lnTo>
                  <a:cubicBezTo>
                    <a:pt x="308377" y="67378"/>
                    <a:pt x="307571" y="69490"/>
                    <a:pt x="306726" y="71602"/>
                  </a:cubicBezTo>
                  <a:cubicBezTo>
                    <a:pt x="305050" y="75812"/>
                    <a:pt x="303488" y="80061"/>
                    <a:pt x="302029" y="84349"/>
                  </a:cubicBezTo>
                  <a:cubicBezTo>
                    <a:pt x="299469" y="91721"/>
                    <a:pt x="297191" y="99170"/>
                    <a:pt x="295041" y="106606"/>
                  </a:cubicBezTo>
                  <a:cubicBezTo>
                    <a:pt x="292916" y="114144"/>
                    <a:pt x="291086" y="121721"/>
                    <a:pt x="289512" y="129285"/>
                  </a:cubicBezTo>
                  <a:cubicBezTo>
                    <a:pt x="288040" y="136810"/>
                    <a:pt x="286671" y="144336"/>
                    <a:pt x="285980" y="151798"/>
                  </a:cubicBezTo>
                  <a:cubicBezTo>
                    <a:pt x="285660" y="154293"/>
                    <a:pt x="285557" y="156763"/>
                    <a:pt x="285365" y="159221"/>
                  </a:cubicBezTo>
                  <a:cubicBezTo>
                    <a:pt x="285135" y="161691"/>
                    <a:pt x="285071" y="164123"/>
                    <a:pt x="284917" y="166554"/>
                  </a:cubicBezTo>
                  <a:cubicBezTo>
                    <a:pt x="284329" y="176294"/>
                    <a:pt x="284021" y="185842"/>
                    <a:pt x="285327" y="194763"/>
                  </a:cubicBezTo>
                  <a:cubicBezTo>
                    <a:pt x="285455" y="196426"/>
                    <a:pt x="285890" y="197975"/>
                    <a:pt x="285992" y="199639"/>
                  </a:cubicBezTo>
                  <a:cubicBezTo>
                    <a:pt x="286056" y="200458"/>
                    <a:pt x="286069" y="201303"/>
                    <a:pt x="286005" y="202160"/>
                  </a:cubicBezTo>
                  <a:cubicBezTo>
                    <a:pt x="286005" y="202979"/>
                    <a:pt x="285980" y="203798"/>
                    <a:pt x="285826" y="204669"/>
                  </a:cubicBezTo>
                  <a:cubicBezTo>
                    <a:pt x="285583" y="206128"/>
                    <a:pt x="285007" y="208201"/>
                    <a:pt x="282780" y="209596"/>
                  </a:cubicBezTo>
                  <a:cubicBezTo>
                    <a:pt x="281065" y="210671"/>
                    <a:pt x="278966" y="210825"/>
                    <a:pt x="277225" y="210735"/>
                  </a:cubicBezTo>
                  <a:cubicBezTo>
                    <a:pt x="274998" y="210620"/>
                    <a:pt x="272899" y="210082"/>
                    <a:pt x="270800" y="209468"/>
                  </a:cubicBezTo>
                  <a:cubicBezTo>
                    <a:pt x="267396" y="208521"/>
                    <a:pt x="266206" y="205257"/>
                    <a:pt x="265028" y="202698"/>
                  </a:cubicBezTo>
                  <a:cubicBezTo>
                    <a:pt x="260984" y="193431"/>
                    <a:pt x="260318" y="183141"/>
                    <a:pt x="260114" y="173389"/>
                  </a:cubicBezTo>
                  <a:cubicBezTo>
                    <a:pt x="259870" y="164519"/>
                    <a:pt x="260498" y="155752"/>
                    <a:pt x="261521" y="147075"/>
                  </a:cubicBezTo>
                  <a:cubicBezTo>
                    <a:pt x="263582" y="129605"/>
                    <a:pt x="267626" y="112621"/>
                    <a:pt x="272554" y="96034"/>
                  </a:cubicBezTo>
                  <a:cubicBezTo>
                    <a:pt x="275011" y="87766"/>
                    <a:pt x="277789" y="79614"/>
                    <a:pt x="280681" y="71512"/>
                  </a:cubicBezTo>
                  <a:cubicBezTo>
                    <a:pt x="282153" y="67480"/>
                    <a:pt x="283650" y="63449"/>
                    <a:pt x="285224" y="59456"/>
                  </a:cubicBezTo>
                  <a:lnTo>
                    <a:pt x="287605" y="53479"/>
                  </a:lnTo>
                  <a:lnTo>
                    <a:pt x="288207" y="51981"/>
                  </a:lnTo>
                  <a:lnTo>
                    <a:pt x="288360" y="51610"/>
                  </a:lnTo>
                  <a:cubicBezTo>
                    <a:pt x="288399" y="51508"/>
                    <a:pt x="288360" y="51572"/>
                    <a:pt x="288360" y="51546"/>
                  </a:cubicBezTo>
                  <a:cubicBezTo>
                    <a:pt x="288360" y="51546"/>
                    <a:pt x="288360" y="51533"/>
                    <a:pt x="288360" y="51495"/>
                  </a:cubicBezTo>
                  <a:lnTo>
                    <a:pt x="288360" y="51226"/>
                  </a:lnTo>
                  <a:cubicBezTo>
                    <a:pt x="288360" y="49959"/>
                    <a:pt x="287720" y="50356"/>
                    <a:pt x="287349" y="50701"/>
                  </a:cubicBezTo>
                  <a:lnTo>
                    <a:pt x="287157" y="50881"/>
                  </a:lnTo>
                  <a:cubicBezTo>
                    <a:pt x="287093" y="50945"/>
                    <a:pt x="287055" y="50996"/>
                    <a:pt x="287042" y="51009"/>
                  </a:cubicBezTo>
                  <a:cubicBezTo>
                    <a:pt x="287170" y="50945"/>
                    <a:pt x="286722" y="51201"/>
                    <a:pt x="286466" y="51341"/>
                  </a:cubicBezTo>
                  <a:lnTo>
                    <a:pt x="285608" y="51815"/>
                  </a:lnTo>
                  <a:lnTo>
                    <a:pt x="284713" y="52263"/>
                  </a:lnTo>
                  <a:lnTo>
                    <a:pt x="284239" y="52480"/>
                  </a:lnTo>
                  <a:lnTo>
                    <a:pt x="280809" y="54298"/>
                  </a:lnTo>
                  <a:cubicBezTo>
                    <a:pt x="275472" y="57139"/>
                    <a:pt x="270122" y="59955"/>
                    <a:pt x="264747" y="62719"/>
                  </a:cubicBezTo>
                  <a:cubicBezTo>
                    <a:pt x="243207" y="73701"/>
                    <a:pt x="226377" y="83031"/>
                    <a:pt x="204453" y="93065"/>
                  </a:cubicBezTo>
                  <a:cubicBezTo>
                    <a:pt x="197119" y="96392"/>
                    <a:pt x="188915" y="99592"/>
                    <a:pt x="183450" y="101973"/>
                  </a:cubicBezTo>
                  <a:lnTo>
                    <a:pt x="166722" y="109229"/>
                  </a:lnTo>
                  <a:lnTo>
                    <a:pt x="133599" y="123781"/>
                  </a:lnTo>
                  <a:cubicBezTo>
                    <a:pt x="122669" y="128645"/>
                    <a:pt x="111688" y="133419"/>
                    <a:pt x="100720" y="138193"/>
                  </a:cubicBezTo>
                  <a:cubicBezTo>
                    <a:pt x="95242" y="140599"/>
                    <a:pt x="89726" y="142903"/>
                    <a:pt x="84235" y="145258"/>
                  </a:cubicBezTo>
                  <a:cubicBezTo>
                    <a:pt x="78757" y="147587"/>
                    <a:pt x="73152" y="149545"/>
                    <a:pt x="67559" y="151567"/>
                  </a:cubicBezTo>
                  <a:cubicBezTo>
                    <a:pt x="45673" y="159592"/>
                    <a:pt x="24811" y="169869"/>
                    <a:pt x="3310" y="178982"/>
                  </a:cubicBezTo>
                  <a:cubicBezTo>
                    <a:pt x="2094" y="179494"/>
                    <a:pt x="520" y="178265"/>
                    <a:pt x="161" y="176499"/>
                  </a:cubicBezTo>
                  <a:cubicBezTo>
                    <a:pt x="-18" y="175616"/>
                    <a:pt x="-82" y="174822"/>
                    <a:pt x="149" y="174490"/>
                  </a:cubicBezTo>
                  <a:cubicBezTo>
                    <a:pt x="520" y="173952"/>
                    <a:pt x="1646" y="173709"/>
                    <a:pt x="2209" y="173414"/>
                  </a:cubicBezTo>
                  <a:lnTo>
                    <a:pt x="4474" y="172199"/>
                  </a:lnTo>
                  <a:cubicBezTo>
                    <a:pt x="7188" y="170740"/>
                    <a:pt x="9875" y="169229"/>
                    <a:pt x="12563" y="167693"/>
                  </a:cubicBezTo>
                  <a:cubicBezTo>
                    <a:pt x="23788" y="161320"/>
                    <a:pt x="35345" y="155829"/>
                    <a:pt x="46863" y="150147"/>
                  </a:cubicBezTo>
                  <a:cubicBezTo>
                    <a:pt x="58357" y="144426"/>
                    <a:pt x="69965" y="138948"/>
                    <a:pt x="81573" y="133496"/>
                  </a:cubicBezTo>
                  <a:cubicBezTo>
                    <a:pt x="93271" y="128082"/>
                    <a:pt x="104969" y="122642"/>
                    <a:pt x="116577" y="117037"/>
                  </a:cubicBezTo>
                  <a:cubicBezTo>
                    <a:pt x="127981" y="111380"/>
                    <a:pt x="139116" y="105147"/>
                    <a:pt x="150724" y="99963"/>
                  </a:cubicBezTo>
                  <a:cubicBezTo>
                    <a:pt x="156573" y="97416"/>
                    <a:pt x="162409" y="94857"/>
                    <a:pt x="168232" y="92310"/>
                  </a:cubicBezTo>
                  <a:cubicBezTo>
                    <a:pt x="174017" y="89660"/>
                    <a:pt x="179764" y="86909"/>
                    <a:pt x="185370" y="83875"/>
                  </a:cubicBezTo>
                  <a:cubicBezTo>
                    <a:pt x="196735" y="77809"/>
                    <a:pt x="207575" y="70782"/>
                    <a:pt x="218685" y="64281"/>
                  </a:cubicBezTo>
                  <a:cubicBezTo>
                    <a:pt x="224098" y="61056"/>
                    <a:pt x="229525" y="57843"/>
                    <a:pt x="234977" y="54695"/>
                  </a:cubicBezTo>
                  <a:cubicBezTo>
                    <a:pt x="240404" y="51495"/>
                    <a:pt x="245907" y="48436"/>
                    <a:pt x="251167" y="44981"/>
                  </a:cubicBezTo>
                  <a:cubicBezTo>
                    <a:pt x="255826" y="41986"/>
                    <a:pt x="260370" y="38837"/>
                    <a:pt x="265131" y="36047"/>
                  </a:cubicBezTo>
                  <a:lnTo>
                    <a:pt x="272144" y="31964"/>
                  </a:lnTo>
                  <a:lnTo>
                    <a:pt x="282498" y="25616"/>
                  </a:lnTo>
                  <a:lnTo>
                    <a:pt x="299482" y="15198"/>
                  </a:lnTo>
                  <a:cubicBezTo>
                    <a:pt x="305216" y="11679"/>
                    <a:pt x="310911" y="8249"/>
                    <a:pt x="317003" y="4307"/>
                  </a:cubicBezTo>
                  <a:cubicBezTo>
                    <a:pt x="317003" y="4307"/>
                    <a:pt x="326730" y="-2848"/>
                    <a:pt x="332938" y="1286"/>
                  </a:cubicBezTo>
                  <a:cubicBezTo>
                    <a:pt x="332938" y="1286"/>
                    <a:pt x="339375" y="5714"/>
                    <a:pt x="334486" y="14315"/>
                  </a:cubicBezTo>
                </a:path>
              </a:pathLst>
            </a:custGeom>
            <a:grpFill/>
            <a:ln w="1278" cap="flat">
              <a:noFill/>
              <a:prstDash val="solid"/>
              <a:miter/>
            </a:ln>
          </p:spPr>
          <p:txBody>
            <a:bodyPr rtlCol="0" anchor="ctr"/>
            <a:lstStyle/>
            <a:p>
              <a:endParaRPr lang="ja-JP" altLang="en-US" sz="1350"/>
            </a:p>
          </p:txBody>
        </p:sp>
      </p:grpSp>
      <p:pic>
        <p:nvPicPr>
          <p:cNvPr id="9" name="Picture 9">
            <a:extLst>
              <a:ext uri="{FF2B5EF4-FFF2-40B4-BE49-F238E27FC236}">
                <a16:creationId xmlns:a16="http://schemas.microsoft.com/office/drawing/2014/main" id="{7B8C57C4-69B9-A7BB-9B1D-2918D50C9651}"/>
              </a:ext>
            </a:extLst>
          </p:cNvPr>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01245" y="290943"/>
            <a:ext cx="1422518" cy="312858"/>
          </a:xfrm>
          <a:prstGeom prst="rect">
            <a:avLst/>
          </a:prstGeom>
          <a:noFill/>
          <a:ln>
            <a:noFill/>
          </a:ln>
        </p:spPr>
      </p:pic>
    </p:spTree>
    <p:extLst>
      <p:ext uri="{BB962C8B-B14F-4D97-AF65-F5344CB8AC3E}">
        <p14:creationId xmlns:p14="http://schemas.microsoft.com/office/powerpoint/2010/main" val="4157590889"/>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5_表紙用">
    <p:spTree>
      <p:nvGrpSpPr>
        <p:cNvPr id="1" name=""/>
        <p:cNvGrpSpPr/>
        <p:nvPr/>
      </p:nvGrpSpPr>
      <p:grpSpPr>
        <a:xfrm>
          <a:off x="0" y="0"/>
          <a:ext cx="0" cy="0"/>
          <a:chOff x="0" y="0"/>
          <a:chExt cx="0" cy="0"/>
        </a:xfrm>
      </p:grpSpPr>
      <p:sp>
        <p:nvSpPr>
          <p:cNvPr id="2" name="正方形/長方形 1"/>
          <p:cNvSpPr/>
          <p:nvPr userDrawn="1"/>
        </p:nvSpPr>
        <p:spPr>
          <a:xfrm>
            <a:off x="1" y="0"/>
            <a:ext cx="919468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5" name="Picture 1573"/>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381000" y="4539854"/>
            <a:ext cx="1919288" cy="312251"/>
          </a:xfrm>
          <a:prstGeom prst="rect">
            <a:avLst/>
          </a:prstGeom>
          <a:noFill/>
          <a:ln>
            <a:noFill/>
          </a:ln>
        </p:spPr>
      </p:pic>
      <p:grpSp>
        <p:nvGrpSpPr>
          <p:cNvPr id="4" name="グループ化 3">
            <a:extLst>
              <a:ext uri="{FF2B5EF4-FFF2-40B4-BE49-F238E27FC236}">
                <a16:creationId xmlns:a16="http://schemas.microsoft.com/office/drawing/2014/main" id="{599C3BD0-F6DF-45B9-9914-B335FFEF8AD3}"/>
              </a:ext>
            </a:extLst>
          </p:cNvPr>
          <p:cNvGrpSpPr/>
          <p:nvPr userDrawn="1"/>
        </p:nvGrpSpPr>
        <p:grpSpPr>
          <a:xfrm>
            <a:off x="1" y="1"/>
            <a:ext cx="9194683" cy="3842741"/>
            <a:chOff x="0" y="0"/>
            <a:chExt cx="9200120" cy="5123655"/>
          </a:xfrm>
        </p:grpSpPr>
        <p:grpSp>
          <p:nvGrpSpPr>
            <p:cNvPr id="6" name="グループ化 5">
              <a:extLst>
                <a:ext uri="{FF2B5EF4-FFF2-40B4-BE49-F238E27FC236}">
                  <a16:creationId xmlns:a16="http://schemas.microsoft.com/office/drawing/2014/main" id="{19936EC0-C099-4E73-8669-3092CEEE46F8}"/>
                </a:ext>
              </a:extLst>
            </p:cNvPr>
            <p:cNvGrpSpPr/>
            <p:nvPr/>
          </p:nvGrpSpPr>
          <p:grpSpPr>
            <a:xfrm>
              <a:off x="0" y="0"/>
              <a:ext cx="9200120" cy="3657600"/>
              <a:chOff x="0" y="0"/>
              <a:chExt cx="9200120" cy="3657600"/>
            </a:xfrm>
            <a:effectLst>
              <a:outerShdw blurRad="50800" dist="38100" dir="2700000" algn="tl" rotWithShape="0">
                <a:prstClr val="black">
                  <a:alpha val="40000"/>
                </a:prstClr>
              </a:outerShdw>
            </a:effectLst>
          </p:grpSpPr>
          <p:sp>
            <p:nvSpPr>
              <p:cNvPr id="12" name="正方形/長方形 11">
                <a:extLst>
                  <a:ext uri="{FF2B5EF4-FFF2-40B4-BE49-F238E27FC236}">
                    <a16:creationId xmlns:a16="http://schemas.microsoft.com/office/drawing/2014/main" id="{3C217C08-9435-4380-8003-44453747C421}"/>
                  </a:ext>
                </a:extLst>
              </p:cNvPr>
              <p:cNvSpPr/>
              <p:nvPr/>
            </p:nvSpPr>
            <p:spPr>
              <a:xfrm>
                <a:off x="0" y="0"/>
                <a:ext cx="4971983" cy="3657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13" name="図 12">
                <a:extLst>
                  <a:ext uri="{FF2B5EF4-FFF2-40B4-BE49-F238E27FC236}">
                    <a16:creationId xmlns:a16="http://schemas.microsoft.com/office/drawing/2014/main" id="{DD635755-BAAF-4A9A-9F5F-C39203B6E83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545500" y="0"/>
                <a:ext cx="4654620" cy="3657600"/>
              </a:xfrm>
              <a:custGeom>
                <a:avLst/>
                <a:gdLst>
                  <a:gd name="connsiteX0" fmla="*/ 0 w 4654620"/>
                  <a:gd name="connsiteY0" fmla="*/ 0 h 3657600"/>
                  <a:gd name="connsiteX1" fmla="*/ 4654620 w 4654620"/>
                  <a:gd name="connsiteY1" fmla="*/ 0 h 3657600"/>
                  <a:gd name="connsiteX2" fmla="*/ 4654620 w 4654620"/>
                  <a:gd name="connsiteY2" fmla="*/ 3657600 h 3657600"/>
                  <a:gd name="connsiteX3" fmla="*/ 0 w 4654620"/>
                  <a:gd name="connsiteY3" fmla="*/ 3657600 h 3657600"/>
                  <a:gd name="connsiteX4" fmla="*/ 0 w 4654620"/>
                  <a:gd name="connsiteY4" fmla="*/ 0 h 36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4620" h="3657600">
                    <a:moveTo>
                      <a:pt x="0" y="0"/>
                    </a:moveTo>
                    <a:lnTo>
                      <a:pt x="4654620" y="0"/>
                    </a:lnTo>
                    <a:lnTo>
                      <a:pt x="4654620" y="3657600"/>
                    </a:lnTo>
                    <a:lnTo>
                      <a:pt x="0" y="3657600"/>
                    </a:lnTo>
                    <a:lnTo>
                      <a:pt x="0" y="0"/>
                    </a:lnTo>
                    <a:close/>
                  </a:path>
                </a:pathLst>
              </a:custGeom>
            </p:spPr>
          </p:pic>
        </p:grpSp>
        <p:grpSp>
          <p:nvGrpSpPr>
            <p:cNvPr id="7" name="グループ化 6">
              <a:extLst>
                <a:ext uri="{FF2B5EF4-FFF2-40B4-BE49-F238E27FC236}">
                  <a16:creationId xmlns:a16="http://schemas.microsoft.com/office/drawing/2014/main" id="{75BF0138-7470-403C-B1C3-BCD9E86BFF9D}"/>
                </a:ext>
              </a:extLst>
            </p:cNvPr>
            <p:cNvGrpSpPr/>
            <p:nvPr/>
          </p:nvGrpSpPr>
          <p:grpSpPr>
            <a:xfrm>
              <a:off x="0" y="0"/>
              <a:ext cx="7148802" cy="3657600"/>
              <a:chOff x="0" y="0"/>
              <a:chExt cx="7148802" cy="3657600"/>
            </a:xfrm>
            <a:effectLst>
              <a:outerShdw blurRad="50800" dist="38100" dir="2700000" algn="tl" rotWithShape="0">
                <a:prstClr val="black">
                  <a:alpha val="40000"/>
                </a:prstClr>
              </a:outerShdw>
            </a:effectLst>
          </p:grpSpPr>
          <p:sp>
            <p:nvSpPr>
              <p:cNvPr id="10" name="正方形/長方形 9">
                <a:extLst>
                  <a:ext uri="{FF2B5EF4-FFF2-40B4-BE49-F238E27FC236}">
                    <a16:creationId xmlns:a16="http://schemas.microsoft.com/office/drawing/2014/main" id="{53A2CF08-5E40-49C7-8C64-4EB54B230570}"/>
                  </a:ext>
                </a:extLst>
              </p:cNvPr>
              <p:cNvSpPr/>
              <p:nvPr/>
            </p:nvSpPr>
            <p:spPr>
              <a:xfrm>
                <a:off x="0" y="0"/>
                <a:ext cx="5699760" cy="3657600"/>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11" name="図 10">
                <a:extLst>
                  <a:ext uri="{FF2B5EF4-FFF2-40B4-BE49-F238E27FC236}">
                    <a16:creationId xmlns:a16="http://schemas.microsoft.com/office/drawing/2014/main" id="{CC77A769-9F9A-425D-8B67-214F4CC1E01E}"/>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942197" y="0"/>
                <a:ext cx="5206605" cy="3657600"/>
              </a:xfrm>
              <a:custGeom>
                <a:avLst/>
                <a:gdLst>
                  <a:gd name="connsiteX0" fmla="*/ 0 w 5206605"/>
                  <a:gd name="connsiteY0" fmla="*/ 0 h 3657600"/>
                  <a:gd name="connsiteX1" fmla="*/ 5206605 w 5206605"/>
                  <a:gd name="connsiteY1" fmla="*/ 0 h 3657600"/>
                  <a:gd name="connsiteX2" fmla="*/ 3787430 w 5206605"/>
                  <a:gd name="connsiteY2" fmla="*/ 3657600 h 3657600"/>
                  <a:gd name="connsiteX3" fmla="*/ 0 w 5206605"/>
                  <a:gd name="connsiteY3" fmla="*/ 3657600 h 3657600"/>
                  <a:gd name="connsiteX4" fmla="*/ 0 w 5206605"/>
                  <a:gd name="connsiteY4" fmla="*/ 0 h 36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605" h="3657600">
                    <a:moveTo>
                      <a:pt x="0" y="0"/>
                    </a:moveTo>
                    <a:lnTo>
                      <a:pt x="5206605" y="0"/>
                    </a:lnTo>
                    <a:lnTo>
                      <a:pt x="3787430" y="3657600"/>
                    </a:lnTo>
                    <a:lnTo>
                      <a:pt x="0" y="3657600"/>
                    </a:lnTo>
                    <a:lnTo>
                      <a:pt x="0" y="0"/>
                    </a:lnTo>
                    <a:close/>
                  </a:path>
                </a:pathLst>
              </a:custGeom>
            </p:spPr>
          </p:pic>
        </p:grpSp>
        <p:pic>
          <p:nvPicPr>
            <p:cNvPr id="8" name="図 7">
              <a:extLst>
                <a:ext uri="{FF2B5EF4-FFF2-40B4-BE49-F238E27FC236}">
                  <a16:creationId xmlns:a16="http://schemas.microsoft.com/office/drawing/2014/main" id="{21368470-B4F9-431E-80C1-053C46EE1593}"/>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0" y="0"/>
              <a:ext cx="3574402" cy="3657600"/>
            </a:xfrm>
            <a:custGeom>
              <a:avLst/>
              <a:gdLst>
                <a:gd name="connsiteX0" fmla="*/ 0 w 3626114"/>
                <a:gd name="connsiteY0" fmla="*/ 0 h 3657600"/>
                <a:gd name="connsiteX1" fmla="*/ 3626114 w 3626114"/>
                <a:gd name="connsiteY1" fmla="*/ 0 h 3657600"/>
                <a:gd name="connsiteX2" fmla="*/ 2206939 w 3626114"/>
                <a:gd name="connsiteY2" fmla="*/ 3657600 h 3657600"/>
                <a:gd name="connsiteX3" fmla="*/ 0 w 3626114"/>
                <a:gd name="connsiteY3" fmla="*/ 3657600 h 3657600"/>
                <a:gd name="connsiteX4" fmla="*/ 0 w 3626114"/>
                <a:gd name="connsiteY4" fmla="*/ 0 h 36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6114" h="3657600">
                  <a:moveTo>
                    <a:pt x="0" y="0"/>
                  </a:moveTo>
                  <a:lnTo>
                    <a:pt x="3626114" y="0"/>
                  </a:lnTo>
                  <a:lnTo>
                    <a:pt x="2206939" y="3657600"/>
                  </a:lnTo>
                  <a:lnTo>
                    <a:pt x="0" y="3657600"/>
                  </a:lnTo>
                  <a:lnTo>
                    <a:pt x="0" y="0"/>
                  </a:lnTo>
                  <a:close/>
                </a:path>
              </a:pathLst>
            </a:custGeom>
            <a:effectLst>
              <a:outerShdw blurRad="50800" dist="38100" dir="2700000" algn="tl" rotWithShape="0">
                <a:prstClr val="black">
                  <a:alpha val="40000"/>
                </a:prstClr>
              </a:outerShdw>
            </a:effectLst>
          </p:spPr>
        </p:pic>
        <p:sp>
          <p:nvSpPr>
            <p:cNvPr id="9" name="Freeform 30">
              <a:extLst>
                <a:ext uri="{FF2B5EF4-FFF2-40B4-BE49-F238E27FC236}">
                  <a16:creationId xmlns:a16="http://schemas.microsoft.com/office/drawing/2014/main" id="{1A4A49C7-E055-4263-8F3C-DC564D86771C}"/>
                </a:ext>
              </a:extLst>
            </p:cNvPr>
            <p:cNvSpPr>
              <a:spLocks noChangeAspect="1"/>
            </p:cNvSpPr>
            <p:nvPr/>
          </p:nvSpPr>
          <p:spPr bwMode="auto">
            <a:xfrm>
              <a:off x="6354077" y="2634092"/>
              <a:ext cx="2545734" cy="2489563"/>
            </a:xfrm>
            <a:custGeom>
              <a:avLst/>
              <a:gdLst>
                <a:gd name="T0" fmla="*/ 477 w 767"/>
                <a:gd name="T1" fmla="*/ 4 h 748"/>
                <a:gd name="T2" fmla="*/ 476 w 767"/>
                <a:gd name="T3" fmla="*/ 4 h 748"/>
                <a:gd name="T4" fmla="*/ 472 w 767"/>
                <a:gd name="T5" fmla="*/ 15 h 748"/>
                <a:gd name="T6" fmla="*/ 470 w 767"/>
                <a:gd name="T7" fmla="*/ 24 h 748"/>
                <a:gd name="T8" fmla="*/ 445 w 767"/>
                <a:gd name="T9" fmla="*/ 105 h 748"/>
                <a:gd name="T10" fmla="*/ 414 w 767"/>
                <a:gd name="T11" fmla="*/ 200 h 748"/>
                <a:gd name="T12" fmla="*/ 369 w 767"/>
                <a:gd name="T13" fmla="*/ 319 h 748"/>
                <a:gd name="T14" fmla="*/ 351 w 767"/>
                <a:gd name="T15" fmla="*/ 235 h 748"/>
                <a:gd name="T16" fmla="*/ 313 w 767"/>
                <a:gd name="T17" fmla="*/ 65 h 748"/>
                <a:gd name="T18" fmla="*/ 307 w 767"/>
                <a:gd name="T19" fmla="*/ 50 h 748"/>
                <a:gd name="T20" fmla="*/ 317 w 767"/>
                <a:gd name="T21" fmla="*/ 130 h 748"/>
                <a:gd name="T22" fmla="*/ 334 w 767"/>
                <a:gd name="T23" fmla="*/ 250 h 748"/>
                <a:gd name="T24" fmla="*/ 345 w 767"/>
                <a:gd name="T25" fmla="*/ 341 h 748"/>
                <a:gd name="T26" fmla="*/ 289 w 767"/>
                <a:gd name="T27" fmla="*/ 301 h 748"/>
                <a:gd name="T28" fmla="*/ 191 w 767"/>
                <a:gd name="T29" fmla="*/ 238 h 748"/>
                <a:gd name="T30" fmla="*/ 119 w 767"/>
                <a:gd name="T31" fmla="*/ 200 h 748"/>
                <a:gd name="T32" fmla="*/ 111 w 767"/>
                <a:gd name="T33" fmla="*/ 199 h 748"/>
                <a:gd name="T34" fmla="*/ 200 w 767"/>
                <a:gd name="T35" fmla="*/ 261 h 748"/>
                <a:gd name="T36" fmla="*/ 306 w 767"/>
                <a:gd name="T37" fmla="*/ 337 h 748"/>
                <a:gd name="T38" fmla="*/ 322 w 767"/>
                <a:gd name="T39" fmla="*/ 389 h 748"/>
                <a:gd name="T40" fmla="*/ 119 w 767"/>
                <a:gd name="T41" fmla="*/ 475 h 748"/>
                <a:gd name="T42" fmla="*/ 4 w 767"/>
                <a:gd name="T43" fmla="*/ 529 h 748"/>
                <a:gd name="T44" fmla="*/ 5 w 767"/>
                <a:gd name="T45" fmla="*/ 536 h 748"/>
                <a:gd name="T46" fmla="*/ 193 w 767"/>
                <a:gd name="T47" fmla="*/ 463 h 748"/>
                <a:gd name="T48" fmla="*/ 333 w 767"/>
                <a:gd name="T49" fmla="*/ 411 h 748"/>
                <a:gd name="T50" fmla="*/ 276 w 767"/>
                <a:gd name="T51" fmla="*/ 559 h 748"/>
                <a:gd name="T52" fmla="*/ 237 w 767"/>
                <a:gd name="T53" fmla="*/ 657 h 748"/>
                <a:gd name="T54" fmla="*/ 213 w 767"/>
                <a:gd name="T55" fmla="*/ 743 h 748"/>
                <a:gd name="T56" fmla="*/ 236 w 767"/>
                <a:gd name="T57" fmla="*/ 732 h 748"/>
                <a:gd name="T58" fmla="*/ 277 w 767"/>
                <a:gd name="T59" fmla="*/ 639 h 748"/>
                <a:gd name="T60" fmla="*/ 339 w 767"/>
                <a:gd name="T61" fmla="*/ 482 h 748"/>
                <a:gd name="T62" fmla="*/ 372 w 767"/>
                <a:gd name="T63" fmla="*/ 512 h 748"/>
                <a:gd name="T64" fmla="*/ 404 w 767"/>
                <a:gd name="T65" fmla="*/ 682 h 748"/>
                <a:gd name="T66" fmla="*/ 425 w 767"/>
                <a:gd name="T67" fmla="*/ 693 h 748"/>
                <a:gd name="T68" fmla="*/ 423 w 767"/>
                <a:gd name="T69" fmla="*/ 620 h 748"/>
                <a:gd name="T70" fmla="*/ 398 w 767"/>
                <a:gd name="T71" fmla="*/ 478 h 748"/>
                <a:gd name="T72" fmla="*/ 458 w 767"/>
                <a:gd name="T73" fmla="*/ 459 h 748"/>
                <a:gd name="T74" fmla="*/ 605 w 767"/>
                <a:gd name="T75" fmla="*/ 577 h 748"/>
                <a:gd name="T76" fmla="*/ 665 w 767"/>
                <a:gd name="T77" fmla="*/ 621 h 748"/>
                <a:gd name="T78" fmla="*/ 670 w 767"/>
                <a:gd name="T79" fmla="*/ 595 h 748"/>
                <a:gd name="T80" fmla="*/ 581 w 767"/>
                <a:gd name="T81" fmla="*/ 518 h 748"/>
                <a:gd name="T82" fmla="*/ 437 w 767"/>
                <a:gd name="T83" fmla="*/ 403 h 748"/>
                <a:gd name="T84" fmla="*/ 556 w 767"/>
                <a:gd name="T85" fmla="*/ 322 h 748"/>
                <a:gd name="T86" fmla="*/ 756 w 767"/>
                <a:gd name="T87" fmla="*/ 231 h 748"/>
                <a:gd name="T88" fmla="*/ 758 w 767"/>
                <a:gd name="T89" fmla="*/ 204 h 748"/>
                <a:gd name="T90" fmla="*/ 677 w 767"/>
                <a:gd name="T91" fmla="*/ 234 h 748"/>
                <a:gd name="T92" fmla="*/ 509 w 767"/>
                <a:gd name="T93" fmla="*/ 308 h 748"/>
                <a:gd name="T94" fmla="*/ 388 w 767"/>
                <a:gd name="T95" fmla="*/ 343 h 748"/>
                <a:gd name="T96" fmla="*/ 428 w 767"/>
                <a:gd name="T97" fmla="*/ 215 h 748"/>
                <a:gd name="T98" fmla="*/ 477 w 767"/>
                <a:gd name="T99" fmla="*/ 35 h 748"/>
                <a:gd name="T100" fmla="*/ 483 w 767"/>
                <a:gd name="T101" fmla="*/ 9 h 748"/>
                <a:gd name="T102" fmla="*/ 481 w 767"/>
                <a:gd name="T103" fmla="*/ 0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67" h="748">
                  <a:moveTo>
                    <a:pt x="481" y="0"/>
                  </a:moveTo>
                  <a:cubicBezTo>
                    <a:pt x="480" y="0"/>
                    <a:pt x="480" y="0"/>
                    <a:pt x="480" y="1"/>
                  </a:cubicBezTo>
                  <a:cubicBezTo>
                    <a:pt x="479" y="1"/>
                    <a:pt x="478" y="2"/>
                    <a:pt x="477" y="2"/>
                  </a:cubicBezTo>
                  <a:cubicBezTo>
                    <a:pt x="477" y="3"/>
                    <a:pt x="477" y="3"/>
                    <a:pt x="477" y="4"/>
                  </a:cubicBezTo>
                  <a:cubicBezTo>
                    <a:pt x="477" y="4"/>
                    <a:pt x="477" y="4"/>
                    <a:pt x="477" y="4"/>
                  </a:cubicBezTo>
                  <a:cubicBezTo>
                    <a:pt x="477" y="4"/>
                    <a:pt x="477" y="4"/>
                    <a:pt x="477" y="4"/>
                  </a:cubicBezTo>
                  <a:cubicBezTo>
                    <a:pt x="477" y="4"/>
                    <a:pt x="477" y="4"/>
                    <a:pt x="476" y="4"/>
                  </a:cubicBezTo>
                  <a:cubicBezTo>
                    <a:pt x="476" y="4"/>
                    <a:pt x="476" y="4"/>
                    <a:pt x="476" y="4"/>
                  </a:cubicBezTo>
                  <a:cubicBezTo>
                    <a:pt x="475" y="5"/>
                    <a:pt x="475" y="5"/>
                    <a:pt x="475" y="5"/>
                  </a:cubicBezTo>
                  <a:cubicBezTo>
                    <a:pt x="475" y="5"/>
                    <a:pt x="475" y="6"/>
                    <a:pt x="475" y="6"/>
                  </a:cubicBezTo>
                  <a:cubicBezTo>
                    <a:pt x="475" y="7"/>
                    <a:pt x="474" y="9"/>
                    <a:pt x="473" y="11"/>
                  </a:cubicBezTo>
                  <a:cubicBezTo>
                    <a:pt x="473" y="12"/>
                    <a:pt x="472" y="14"/>
                    <a:pt x="472" y="15"/>
                  </a:cubicBezTo>
                  <a:cubicBezTo>
                    <a:pt x="472" y="16"/>
                    <a:pt x="472" y="16"/>
                    <a:pt x="472" y="16"/>
                  </a:cubicBezTo>
                  <a:cubicBezTo>
                    <a:pt x="471" y="17"/>
                    <a:pt x="471" y="17"/>
                    <a:pt x="471" y="17"/>
                  </a:cubicBezTo>
                  <a:cubicBezTo>
                    <a:pt x="471" y="18"/>
                    <a:pt x="471" y="18"/>
                    <a:pt x="471" y="18"/>
                  </a:cubicBezTo>
                  <a:cubicBezTo>
                    <a:pt x="470" y="24"/>
                    <a:pt x="470" y="24"/>
                    <a:pt x="470" y="24"/>
                  </a:cubicBezTo>
                  <a:cubicBezTo>
                    <a:pt x="467" y="36"/>
                    <a:pt x="467" y="36"/>
                    <a:pt x="467" y="36"/>
                  </a:cubicBezTo>
                  <a:cubicBezTo>
                    <a:pt x="464" y="44"/>
                    <a:pt x="462" y="51"/>
                    <a:pt x="460" y="59"/>
                  </a:cubicBezTo>
                  <a:cubicBezTo>
                    <a:pt x="458" y="67"/>
                    <a:pt x="455" y="74"/>
                    <a:pt x="453" y="82"/>
                  </a:cubicBezTo>
                  <a:cubicBezTo>
                    <a:pt x="450" y="90"/>
                    <a:pt x="447" y="97"/>
                    <a:pt x="445" y="105"/>
                  </a:cubicBezTo>
                  <a:cubicBezTo>
                    <a:pt x="442" y="113"/>
                    <a:pt x="440" y="121"/>
                    <a:pt x="437" y="129"/>
                  </a:cubicBezTo>
                  <a:cubicBezTo>
                    <a:pt x="430" y="153"/>
                    <a:pt x="430" y="153"/>
                    <a:pt x="430" y="153"/>
                  </a:cubicBezTo>
                  <a:cubicBezTo>
                    <a:pt x="427" y="160"/>
                    <a:pt x="424" y="168"/>
                    <a:pt x="422" y="176"/>
                  </a:cubicBezTo>
                  <a:cubicBezTo>
                    <a:pt x="414" y="200"/>
                    <a:pt x="414" y="200"/>
                    <a:pt x="414" y="200"/>
                  </a:cubicBezTo>
                  <a:cubicBezTo>
                    <a:pt x="411" y="208"/>
                    <a:pt x="408" y="215"/>
                    <a:pt x="405" y="223"/>
                  </a:cubicBezTo>
                  <a:cubicBezTo>
                    <a:pt x="402" y="231"/>
                    <a:pt x="399" y="239"/>
                    <a:pt x="396" y="247"/>
                  </a:cubicBezTo>
                  <a:cubicBezTo>
                    <a:pt x="393" y="254"/>
                    <a:pt x="389" y="266"/>
                    <a:pt x="385" y="276"/>
                  </a:cubicBezTo>
                  <a:cubicBezTo>
                    <a:pt x="379" y="291"/>
                    <a:pt x="374" y="305"/>
                    <a:pt x="369" y="319"/>
                  </a:cubicBezTo>
                  <a:cubicBezTo>
                    <a:pt x="368" y="320"/>
                    <a:pt x="368" y="321"/>
                    <a:pt x="368" y="322"/>
                  </a:cubicBezTo>
                  <a:cubicBezTo>
                    <a:pt x="368" y="321"/>
                    <a:pt x="367" y="321"/>
                    <a:pt x="367" y="320"/>
                  </a:cubicBezTo>
                  <a:cubicBezTo>
                    <a:pt x="364" y="306"/>
                    <a:pt x="360" y="292"/>
                    <a:pt x="357" y="278"/>
                  </a:cubicBezTo>
                  <a:cubicBezTo>
                    <a:pt x="354" y="263"/>
                    <a:pt x="353" y="249"/>
                    <a:pt x="351" y="235"/>
                  </a:cubicBezTo>
                  <a:cubicBezTo>
                    <a:pt x="349" y="221"/>
                    <a:pt x="345" y="207"/>
                    <a:pt x="342" y="193"/>
                  </a:cubicBezTo>
                  <a:cubicBezTo>
                    <a:pt x="334" y="150"/>
                    <a:pt x="334" y="150"/>
                    <a:pt x="334" y="150"/>
                  </a:cubicBezTo>
                  <a:cubicBezTo>
                    <a:pt x="331" y="136"/>
                    <a:pt x="328" y="121"/>
                    <a:pt x="325" y="107"/>
                  </a:cubicBezTo>
                  <a:cubicBezTo>
                    <a:pt x="321" y="93"/>
                    <a:pt x="318" y="79"/>
                    <a:pt x="313" y="65"/>
                  </a:cubicBezTo>
                  <a:cubicBezTo>
                    <a:pt x="312" y="62"/>
                    <a:pt x="311" y="59"/>
                    <a:pt x="310" y="55"/>
                  </a:cubicBezTo>
                  <a:cubicBezTo>
                    <a:pt x="309" y="53"/>
                    <a:pt x="309" y="53"/>
                    <a:pt x="309" y="53"/>
                  </a:cubicBezTo>
                  <a:cubicBezTo>
                    <a:pt x="309" y="52"/>
                    <a:pt x="309" y="51"/>
                    <a:pt x="309" y="50"/>
                  </a:cubicBezTo>
                  <a:cubicBezTo>
                    <a:pt x="308" y="50"/>
                    <a:pt x="308" y="50"/>
                    <a:pt x="307" y="50"/>
                  </a:cubicBezTo>
                  <a:cubicBezTo>
                    <a:pt x="306" y="50"/>
                    <a:pt x="306" y="50"/>
                    <a:pt x="306" y="50"/>
                  </a:cubicBezTo>
                  <a:cubicBezTo>
                    <a:pt x="304" y="50"/>
                    <a:pt x="302" y="51"/>
                    <a:pt x="302" y="53"/>
                  </a:cubicBezTo>
                  <a:cubicBezTo>
                    <a:pt x="305" y="66"/>
                    <a:pt x="308" y="78"/>
                    <a:pt x="310" y="91"/>
                  </a:cubicBezTo>
                  <a:cubicBezTo>
                    <a:pt x="313" y="104"/>
                    <a:pt x="315" y="117"/>
                    <a:pt x="317" y="130"/>
                  </a:cubicBezTo>
                  <a:cubicBezTo>
                    <a:pt x="317" y="137"/>
                    <a:pt x="318" y="143"/>
                    <a:pt x="319" y="150"/>
                  </a:cubicBezTo>
                  <a:cubicBezTo>
                    <a:pt x="322" y="170"/>
                    <a:pt x="322" y="170"/>
                    <a:pt x="322" y="170"/>
                  </a:cubicBezTo>
                  <a:cubicBezTo>
                    <a:pt x="328" y="209"/>
                    <a:pt x="328" y="209"/>
                    <a:pt x="328" y="209"/>
                  </a:cubicBezTo>
                  <a:cubicBezTo>
                    <a:pt x="330" y="223"/>
                    <a:pt x="332" y="236"/>
                    <a:pt x="334" y="250"/>
                  </a:cubicBezTo>
                  <a:cubicBezTo>
                    <a:pt x="335" y="256"/>
                    <a:pt x="335" y="263"/>
                    <a:pt x="336" y="270"/>
                  </a:cubicBezTo>
                  <a:cubicBezTo>
                    <a:pt x="337" y="277"/>
                    <a:pt x="338" y="286"/>
                    <a:pt x="339" y="295"/>
                  </a:cubicBezTo>
                  <a:cubicBezTo>
                    <a:pt x="340" y="309"/>
                    <a:pt x="342" y="321"/>
                    <a:pt x="344" y="333"/>
                  </a:cubicBezTo>
                  <a:cubicBezTo>
                    <a:pt x="345" y="335"/>
                    <a:pt x="345" y="338"/>
                    <a:pt x="345" y="341"/>
                  </a:cubicBezTo>
                  <a:cubicBezTo>
                    <a:pt x="339" y="337"/>
                    <a:pt x="333" y="333"/>
                    <a:pt x="326" y="329"/>
                  </a:cubicBezTo>
                  <a:cubicBezTo>
                    <a:pt x="320" y="324"/>
                    <a:pt x="314" y="320"/>
                    <a:pt x="308" y="315"/>
                  </a:cubicBezTo>
                  <a:cubicBezTo>
                    <a:pt x="298" y="308"/>
                    <a:pt x="298" y="308"/>
                    <a:pt x="298" y="308"/>
                  </a:cubicBezTo>
                  <a:cubicBezTo>
                    <a:pt x="289" y="301"/>
                    <a:pt x="289" y="301"/>
                    <a:pt x="289" y="301"/>
                  </a:cubicBezTo>
                  <a:cubicBezTo>
                    <a:pt x="277" y="292"/>
                    <a:pt x="263" y="284"/>
                    <a:pt x="250" y="276"/>
                  </a:cubicBezTo>
                  <a:cubicBezTo>
                    <a:pt x="243" y="271"/>
                    <a:pt x="237" y="267"/>
                    <a:pt x="230" y="263"/>
                  </a:cubicBezTo>
                  <a:cubicBezTo>
                    <a:pt x="224" y="259"/>
                    <a:pt x="217" y="254"/>
                    <a:pt x="210" y="250"/>
                  </a:cubicBezTo>
                  <a:cubicBezTo>
                    <a:pt x="204" y="246"/>
                    <a:pt x="197" y="242"/>
                    <a:pt x="191" y="238"/>
                  </a:cubicBezTo>
                  <a:cubicBezTo>
                    <a:pt x="184" y="234"/>
                    <a:pt x="177" y="230"/>
                    <a:pt x="170" y="226"/>
                  </a:cubicBezTo>
                  <a:cubicBezTo>
                    <a:pt x="163" y="222"/>
                    <a:pt x="157" y="219"/>
                    <a:pt x="150" y="215"/>
                  </a:cubicBezTo>
                  <a:cubicBezTo>
                    <a:pt x="143" y="211"/>
                    <a:pt x="136" y="208"/>
                    <a:pt x="129" y="205"/>
                  </a:cubicBezTo>
                  <a:cubicBezTo>
                    <a:pt x="125" y="203"/>
                    <a:pt x="122" y="201"/>
                    <a:pt x="119" y="200"/>
                  </a:cubicBezTo>
                  <a:cubicBezTo>
                    <a:pt x="116" y="199"/>
                    <a:pt x="116" y="199"/>
                    <a:pt x="116" y="199"/>
                  </a:cubicBezTo>
                  <a:cubicBezTo>
                    <a:pt x="115" y="198"/>
                    <a:pt x="114" y="197"/>
                    <a:pt x="113" y="197"/>
                  </a:cubicBezTo>
                  <a:cubicBezTo>
                    <a:pt x="113" y="197"/>
                    <a:pt x="113" y="197"/>
                    <a:pt x="113" y="197"/>
                  </a:cubicBezTo>
                  <a:cubicBezTo>
                    <a:pt x="113" y="197"/>
                    <a:pt x="112" y="198"/>
                    <a:pt x="111" y="199"/>
                  </a:cubicBezTo>
                  <a:cubicBezTo>
                    <a:pt x="110" y="201"/>
                    <a:pt x="110" y="203"/>
                    <a:pt x="111" y="204"/>
                  </a:cubicBezTo>
                  <a:cubicBezTo>
                    <a:pt x="147" y="225"/>
                    <a:pt x="147" y="225"/>
                    <a:pt x="147" y="225"/>
                  </a:cubicBezTo>
                  <a:cubicBezTo>
                    <a:pt x="159" y="232"/>
                    <a:pt x="171" y="240"/>
                    <a:pt x="183" y="248"/>
                  </a:cubicBezTo>
                  <a:cubicBezTo>
                    <a:pt x="188" y="253"/>
                    <a:pt x="194" y="257"/>
                    <a:pt x="200" y="261"/>
                  </a:cubicBezTo>
                  <a:cubicBezTo>
                    <a:pt x="218" y="273"/>
                    <a:pt x="218" y="273"/>
                    <a:pt x="218" y="273"/>
                  </a:cubicBezTo>
                  <a:cubicBezTo>
                    <a:pt x="253" y="298"/>
                    <a:pt x="253" y="298"/>
                    <a:pt x="253" y="298"/>
                  </a:cubicBezTo>
                  <a:cubicBezTo>
                    <a:pt x="265" y="307"/>
                    <a:pt x="277" y="315"/>
                    <a:pt x="288" y="324"/>
                  </a:cubicBezTo>
                  <a:cubicBezTo>
                    <a:pt x="294" y="328"/>
                    <a:pt x="300" y="333"/>
                    <a:pt x="306" y="337"/>
                  </a:cubicBezTo>
                  <a:cubicBezTo>
                    <a:pt x="311" y="342"/>
                    <a:pt x="319" y="349"/>
                    <a:pt x="327" y="355"/>
                  </a:cubicBezTo>
                  <a:cubicBezTo>
                    <a:pt x="335" y="361"/>
                    <a:pt x="342" y="366"/>
                    <a:pt x="349" y="372"/>
                  </a:cubicBezTo>
                  <a:cubicBezTo>
                    <a:pt x="348" y="374"/>
                    <a:pt x="347" y="376"/>
                    <a:pt x="346" y="378"/>
                  </a:cubicBezTo>
                  <a:cubicBezTo>
                    <a:pt x="338" y="382"/>
                    <a:pt x="330" y="385"/>
                    <a:pt x="322" y="389"/>
                  </a:cubicBezTo>
                  <a:cubicBezTo>
                    <a:pt x="305" y="397"/>
                    <a:pt x="289" y="405"/>
                    <a:pt x="272" y="413"/>
                  </a:cubicBezTo>
                  <a:cubicBezTo>
                    <a:pt x="255" y="420"/>
                    <a:pt x="238" y="426"/>
                    <a:pt x="221" y="432"/>
                  </a:cubicBezTo>
                  <a:cubicBezTo>
                    <a:pt x="204" y="439"/>
                    <a:pt x="187" y="447"/>
                    <a:pt x="170" y="454"/>
                  </a:cubicBezTo>
                  <a:cubicBezTo>
                    <a:pt x="153" y="461"/>
                    <a:pt x="136" y="468"/>
                    <a:pt x="119" y="475"/>
                  </a:cubicBezTo>
                  <a:cubicBezTo>
                    <a:pt x="102" y="482"/>
                    <a:pt x="85" y="490"/>
                    <a:pt x="69" y="497"/>
                  </a:cubicBezTo>
                  <a:cubicBezTo>
                    <a:pt x="52" y="505"/>
                    <a:pt x="35" y="512"/>
                    <a:pt x="19" y="521"/>
                  </a:cubicBezTo>
                  <a:cubicBezTo>
                    <a:pt x="15" y="523"/>
                    <a:pt x="11" y="525"/>
                    <a:pt x="7" y="527"/>
                  </a:cubicBezTo>
                  <a:cubicBezTo>
                    <a:pt x="6" y="528"/>
                    <a:pt x="5" y="528"/>
                    <a:pt x="4" y="529"/>
                  </a:cubicBezTo>
                  <a:cubicBezTo>
                    <a:pt x="3" y="529"/>
                    <a:pt x="1" y="530"/>
                    <a:pt x="1" y="530"/>
                  </a:cubicBezTo>
                  <a:cubicBezTo>
                    <a:pt x="0" y="531"/>
                    <a:pt x="0" y="532"/>
                    <a:pt x="1" y="533"/>
                  </a:cubicBezTo>
                  <a:cubicBezTo>
                    <a:pt x="1" y="535"/>
                    <a:pt x="3" y="536"/>
                    <a:pt x="4" y="536"/>
                  </a:cubicBezTo>
                  <a:cubicBezTo>
                    <a:pt x="4" y="536"/>
                    <a:pt x="5" y="536"/>
                    <a:pt x="5" y="536"/>
                  </a:cubicBezTo>
                  <a:cubicBezTo>
                    <a:pt x="36" y="523"/>
                    <a:pt x="66" y="509"/>
                    <a:pt x="97" y="499"/>
                  </a:cubicBezTo>
                  <a:cubicBezTo>
                    <a:pt x="106" y="496"/>
                    <a:pt x="114" y="493"/>
                    <a:pt x="122" y="490"/>
                  </a:cubicBezTo>
                  <a:cubicBezTo>
                    <a:pt x="130" y="487"/>
                    <a:pt x="138" y="484"/>
                    <a:pt x="146" y="481"/>
                  </a:cubicBezTo>
                  <a:cubicBezTo>
                    <a:pt x="161" y="475"/>
                    <a:pt x="177" y="469"/>
                    <a:pt x="193" y="463"/>
                  </a:cubicBezTo>
                  <a:cubicBezTo>
                    <a:pt x="209" y="457"/>
                    <a:pt x="226" y="451"/>
                    <a:pt x="242" y="445"/>
                  </a:cubicBezTo>
                  <a:cubicBezTo>
                    <a:pt x="250" y="442"/>
                    <a:pt x="258" y="439"/>
                    <a:pt x="266" y="436"/>
                  </a:cubicBezTo>
                  <a:cubicBezTo>
                    <a:pt x="274" y="433"/>
                    <a:pt x="286" y="429"/>
                    <a:pt x="297" y="425"/>
                  </a:cubicBezTo>
                  <a:cubicBezTo>
                    <a:pt x="310" y="421"/>
                    <a:pt x="322" y="416"/>
                    <a:pt x="333" y="411"/>
                  </a:cubicBezTo>
                  <a:cubicBezTo>
                    <a:pt x="327" y="426"/>
                    <a:pt x="322" y="441"/>
                    <a:pt x="316" y="455"/>
                  </a:cubicBezTo>
                  <a:cubicBezTo>
                    <a:pt x="311" y="467"/>
                    <a:pt x="307" y="479"/>
                    <a:pt x="302" y="491"/>
                  </a:cubicBezTo>
                  <a:cubicBezTo>
                    <a:pt x="297" y="503"/>
                    <a:pt x="293" y="515"/>
                    <a:pt x="288" y="527"/>
                  </a:cubicBezTo>
                  <a:cubicBezTo>
                    <a:pt x="276" y="559"/>
                    <a:pt x="276" y="559"/>
                    <a:pt x="276" y="559"/>
                  </a:cubicBezTo>
                  <a:cubicBezTo>
                    <a:pt x="263" y="592"/>
                    <a:pt x="263" y="592"/>
                    <a:pt x="263" y="592"/>
                  </a:cubicBezTo>
                  <a:cubicBezTo>
                    <a:pt x="256" y="608"/>
                    <a:pt x="256" y="608"/>
                    <a:pt x="256" y="608"/>
                  </a:cubicBezTo>
                  <a:cubicBezTo>
                    <a:pt x="250" y="624"/>
                    <a:pt x="250" y="624"/>
                    <a:pt x="250" y="624"/>
                  </a:cubicBezTo>
                  <a:cubicBezTo>
                    <a:pt x="237" y="657"/>
                    <a:pt x="237" y="657"/>
                    <a:pt x="237" y="657"/>
                  </a:cubicBezTo>
                  <a:cubicBezTo>
                    <a:pt x="223" y="689"/>
                    <a:pt x="223" y="689"/>
                    <a:pt x="223" y="689"/>
                  </a:cubicBezTo>
                  <a:cubicBezTo>
                    <a:pt x="218" y="700"/>
                    <a:pt x="212" y="712"/>
                    <a:pt x="209" y="725"/>
                  </a:cubicBezTo>
                  <a:cubicBezTo>
                    <a:pt x="208" y="728"/>
                    <a:pt x="207" y="732"/>
                    <a:pt x="209" y="736"/>
                  </a:cubicBezTo>
                  <a:cubicBezTo>
                    <a:pt x="210" y="739"/>
                    <a:pt x="211" y="741"/>
                    <a:pt x="213" y="743"/>
                  </a:cubicBezTo>
                  <a:cubicBezTo>
                    <a:pt x="214" y="745"/>
                    <a:pt x="216" y="747"/>
                    <a:pt x="219" y="748"/>
                  </a:cubicBezTo>
                  <a:cubicBezTo>
                    <a:pt x="219" y="748"/>
                    <a:pt x="220" y="748"/>
                    <a:pt x="220" y="748"/>
                  </a:cubicBezTo>
                  <a:cubicBezTo>
                    <a:pt x="223" y="748"/>
                    <a:pt x="225" y="747"/>
                    <a:pt x="226" y="745"/>
                  </a:cubicBezTo>
                  <a:cubicBezTo>
                    <a:pt x="230" y="741"/>
                    <a:pt x="233" y="736"/>
                    <a:pt x="236" y="732"/>
                  </a:cubicBezTo>
                  <a:cubicBezTo>
                    <a:pt x="246" y="712"/>
                    <a:pt x="246" y="712"/>
                    <a:pt x="246" y="712"/>
                  </a:cubicBezTo>
                  <a:cubicBezTo>
                    <a:pt x="249" y="705"/>
                    <a:pt x="253" y="698"/>
                    <a:pt x="256" y="691"/>
                  </a:cubicBezTo>
                  <a:cubicBezTo>
                    <a:pt x="259" y="684"/>
                    <a:pt x="262" y="677"/>
                    <a:pt x="265" y="671"/>
                  </a:cubicBezTo>
                  <a:cubicBezTo>
                    <a:pt x="269" y="660"/>
                    <a:pt x="273" y="650"/>
                    <a:pt x="277" y="639"/>
                  </a:cubicBezTo>
                  <a:cubicBezTo>
                    <a:pt x="281" y="629"/>
                    <a:pt x="285" y="618"/>
                    <a:pt x="290" y="608"/>
                  </a:cubicBezTo>
                  <a:cubicBezTo>
                    <a:pt x="302" y="577"/>
                    <a:pt x="302" y="577"/>
                    <a:pt x="302" y="577"/>
                  </a:cubicBezTo>
                  <a:cubicBezTo>
                    <a:pt x="311" y="553"/>
                    <a:pt x="321" y="529"/>
                    <a:pt x="330" y="505"/>
                  </a:cubicBezTo>
                  <a:cubicBezTo>
                    <a:pt x="333" y="497"/>
                    <a:pt x="337" y="489"/>
                    <a:pt x="339" y="482"/>
                  </a:cubicBezTo>
                  <a:cubicBezTo>
                    <a:pt x="348" y="458"/>
                    <a:pt x="348" y="458"/>
                    <a:pt x="348" y="458"/>
                  </a:cubicBezTo>
                  <a:cubicBezTo>
                    <a:pt x="352" y="449"/>
                    <a:pt x="355" y="441"/>
                    <a:pt x="358" y="432"/>
                  </a:cubicBezTo>
                  <a:cubicBezTo>
                    <a:pt x="359" y="438"/>
                    <a:pt x="360" y="444"/>
                    <a:pt x="361" y="450"/>
                  </a:cubicBezTo>
                  <a:cubicBezTo>
                    <a:pt x="364" y="471"/>
                    <a:pt x="368" y="491"/>
                    <a:pt x="372" y="512"/>
                  </a:cubicBezTo>
                  <a:cubicBezTo>
                    <a:pt x="382" y="568"/>
                    <a:pt x="382" y="568"/>
                    <a:pt x="382" y="568"/>
                  </a:cubicBezTo>
                  <a:cubicBezTo>
                    <a:pt x="392" y="623"/>
                    <a:pt x="392" y="623"/>
                    <a:pt x="392" y="623"/>
                  </a:cubicBezTo>
                  <a:cubicBezTo>
                    <a:pt x="398" y="651"/>
                    <a:pt x="398" y="651"/>
                    <a:pt x="398" y="651"/>
                  </a:cubicBezTo>
                  <a:cubicBezTo>
                    <a:pt x="399" y="661"/>
                    <a:pt x="401" y="672"/>
                    <a:pt x="404" y="682"/>
                  </a:cubicBezTo>
                  <a:cubicBezTo>
                    <a:pt x="405" y="685"/>
                    <a:pt x="406" y="688"/>
                    <a:pt x="410" y="690"/>
                  </a:cubicBezTo>
                  <a:cubicBezTo>
                    <a:pt x="412" y="691"/>
                    <a:pt x="415" y="692"/>
                    <a:pt x="418" y="693"/>
                  </a:cubicBezTo>
                  <a:cubicBezTo>
                    <a:pt x="419" y="693"/>
                    <a:pt x="421" y="693"/>
                    <a:pt x="422" y="693"/>
                  </a:cubicBezTo>
                  <a:cubicBezTo>
                    <a:pt x="423" y="693"/>
                    <a:pt x="424" y="693"/>
                    <a:pt x="425" y="693"/>
                  </a:cubicBezTo>
                  <a:cubicBezTo>
                    <a:pt x="428" y="692"/>
                    <a:pt x="429" y="690"/>
                    <a:pt x="430" y="688"/>
                  </a:cubicBezTo>
                  <a:cubicBezTo>
                    <a:pt x="431" y="683"/>
                    <a:pt x="431" y="679"/>
                    <a:pt x="431" y="674"/>
                  </a:cubicBezTo>
                  <a:cubicBezTo>
                    <a:pt x="429" y="662"/>
                    <a:pt x="429" y="650"/>
                    <a:pt x="427" y="638"/>
                  </a:cubicBezTo>
                  <a:cubicBezTo>
                    <a:pt x="426" y="632"/>
                    <a:pt x="425" y="626"/>
                    <a:pt x="423" y="620"/>
                  </a:cubicBezTo>
                  <a:cubicBezTo>
                    <a:pt x="418" y="593"/>
                    <a:pt x="418" y="593"/>
                    <a:pt x="418" y="593"/>
                  </a:cubicBezTo>
                  <a:cubicBezTo>
                    <a:pt x="413" y="566"/>
                    <a:pt x="413" y="566"/>
                    <a:pt x="413" y="566"/>
                  </a:cubicBezTo>
                  <a:cubicBezTo>
                    <a:pt x="408" y="540"/>
                    <a:pt x="408" y="540"/>
                    <a:pt x="408" y="540"/>
                  </a:cubicBezTo>
                  <a:cubicBezTo>
                    <a:pt x="404" y="519"/>
                    <a:pt x="401" y="499"/>
                    <a:pt x="398" y="478"/>
                  </a:cubicBezTo>
                  <a:cubicBezTo>
                    <a:pt x="393" y="452"/>
                    <a:pt x="389" y="425"/>
                    <a:pt x="384" y="399"/>
                  </a:cubicBezTo>
                  <a:cubicBezTo>
                    <a:pt x="386" y="401"/>
                    <a:pt x="389" y="402"/>
                    <a:pt x="391" y="404"/>
                  </a:cubicBezTo>
                  <a:cubicBezTo>
                    <a:pt x="402" y="414"/>
                    <a:pt x="413" y="423"/>
                    <a:pt x="425" y="432"/>
                  </a:cubicBezTo>
                  <a:cubicBezTo>
                    <a:pt x="436" y="441"/>
                    <a:pt x="447" y="450"/>
                    <a:pt x="458" y="459"/>
                  </a:cubicBezTo>
                  <a:cubicBezTo>
                    <a:pt x="476" y="473"/>
                    <a:pt x="493" y="487"/>
                    <a:pt x="511" y="501"/>
                  </a:cubicBezTo>
                  <a:cubicBezTo>
                    <a:pt x="527" y="513"/>
                    <a:pt x="543" y="526"/>
                    <a:pt x="558" y="539"/>
                  </a:cubicBezTo>
                  <a:cubicBezTo>
                    <a:pt x="566" y="545"/>
                    <a:pt x="574" y="552"/>
                    <a:pt x="582" y="558"/>
                  </a:cubicBezTo>
                  <a:cubicBezTo>
                    <a:pt x="590" y="565"/>
                    <a:pt x="598" y="571"/>
                    <a:pt x="605" y="577"/>
                  </a:cubicBezTo>
                  <a:cubicBezTo>
                    <a:pt x="629" y="597"/>
                    <a:pt x="629" y="597"/>
                    <a:pt x="629" y="597"/>
                  </a:cubicBezTo>
                  <a:cubicBezTo>
                    <a:pt x="637" y="604"/>
                    <a:pt x="646" y="612"/>
                    <a:pt x="655" y="618"/>
                  </a:cubicBezTo>
                  <a:cubicBezTo>
                    <a:pt x="657" y="619"/>
                    <a:pt x="660" y="621"/>
                    <a:pt x="663" y="621"/>
                  </a:cubicBezTo>
                  <a:cubicBezTo>
                    <a:pt x="664" y="621"/>
                    <a:pt x="664" y="621"/>
                    <a:pt x="665" y="621"/>
                  </a:cubicBezTo>
                  <a:cubicBezTo>
                    <a:pt x="668" y="620"/>
                    <a:pt x="670" y="620"/>
                    <a:pt x="673" y="619"/>
                  </a:cubicBezTo>
                  <a:cubicBezTo>
                    <a:pt x="675" y="618"/>
                    <a:pt x="678" y="617"/>
                    <a:pt x="679" y="615"/>
                  </a:cubicBezTo>
                  <a:cubicBezTo>
                    <a:pt x="681" y="612"/>
                    <a:pt x="680" y="609"/>
                    <a:pt x="679" y="607"/>
                  </a:cubicBezTo>
                  <a:cubicBezTo>
                    <a:pt x="677" y="602"/>
                    <a:pt x="674" y="599"/>
                    <a:pt x="670" y="595"/>
                  </a:cubicBezTo>
                  <a:cubicBezTo>
                    <a:pt x="661" y="586"/>
                    <a:pt x="652" y="576"/>
                    <a:pt x="642" y="568"/>
                  </a:cubicBezTo>
                  <a:cubicBezTo>
                    <a:pt x="637" y="563"/>
                    <a:pt x="632" y="559"/>
                    <a:pt x="627" y="555"/>
                  </a:cubicBezTo>
                  <a:cubicBezTo>
                    <a:pt x="620" y="549"/>
                    <a:pt x="612" y="543"/>
                    <a:pt x="604" y="536"/>
                  </a:cubicBezTo>
                  <a:cubicBezTo>
                    <a:pt x="581" y="518"/>
                    <a:pt x="581" y="518"/>
                    <a:pt x="581" y="518"/>
                  </a:cubicBezTo>
                  <a:cubicBezTo>
                    <a:pt x="559" y="500"/>
                    <a:pt x="559" y="500"/>
                    <a:pt x="559" y="500"/>
                  </a:cubicBezTo>
                  <a:cubicBezTo>
                    <a:pt x="550" y="492"/>
                    <a:pt x="541" y="485"/>
                    <a:pt x="532" y="478"/>
                  </a:cubicBezTo>
                  <a:cubicBezTo>
                    <a:pt x="524" y="471"/>
                    <a:pt x="515" y="464"/>
                    <a:pt x="506" y="457"/>
                  </a:cubicBezTo>
                  <a:cubicBezTo>
                    <a:pt x="483" y="439"/>
                    <a:pt x="461" y="421"/>
                    <a:pt x="437" y="403"/>
                  </a:cubicBezTo>
                  <a:cubicBezTo>
                    <a:pt x="421" y="391"/>
                    <a:pt x="421" y="391"/>
                    <a:pt x="421" y="391"/>
                  </a:cubicBezTo>
                  <a:cubicBezTo>
                    <a:pt x="417" y="388"/>
                    <a:pt x="413" y="385"/>
                    <a:pt x="408" y="382"/>
                  </a:cubicBezTo>
                  <a:cubicBezTo>
                    <a:pt x="433" y="373"/>
                    <a:pt x="458" y="363"/>
                    <a:pt x="482" y="353"/>
                  </a:cubicBezTo>
                  <a:cubicBezTo>
                    <a:pt x="507" y="343"/>
                    <a:pt x="531" y="332"/>
                    <a:pt x="556" y="322"/>
                  </a:cubicBezTo>
                  <a:cubicBezTo>
                    <a:pt x="578" y="312"/>
                    <a:pt x="600" y="302"/>
                    <a:pt x="622" y="293"/>
                  </a:cubicBezTo>
                  <a:cubicBezTo>
                    <a:pt x="644" y="283"/>
                    <a:pt x="666" y="273"/>
                    <a:pt x="688" y="263"/>
                  </a:cubicBezTo>
                  <a:cubicBezTo>
                    <a:pt x="699" y="258"/>
                    <a:pt x="709" y="253"/>
                    <a:pt x="720" y="248"/>
                  </a:cubicBezTo>
                  <a:cubicBezTo>
                    <a:pt x="732" y="243"/>
                    <a:pt x="745" y="238"/>
                    <a:pt x="756" y="231"/>
                  </a:cubicBezTo>
                  <a:cubicBezTo>
                    <a:pt x="759" y="229"/>
                    <a:pt x="763" y="227"/>
                    <a:pt x="765" y="222"/>
                  </a:cubicBezTo>
                  <a:cubicBezTo>
                    <a:pt x="765" y="220"/>
                    <a:pt x="766" y="217"/>
                    <a:pt x="766" y="214"/>
                  </a:cubicBezTo>
                  <a:cubicBezTo>
                    <a:pt x="767" y="212"/>
                    <a:pt x="767" y="209"/>
                    <a:pt x="765" y="207"/>
                  </a:cubicBezTo>
                  <a:cubicBezTo>
                    <a:pt x="764" y="204"/>
                    <a:pt x="760" y="204"/>
                    <a:pt x="758" y="204"/>
                  </a:cubicBezTo>
                  <a:cubicBezTo>
                    <a:pt x="758" y="204"/>
                    <a:pt x="758" y="204"/>
                    <a:pt x="758" y="204"/>
                  </a:cubicBezTo>
                  <a:cubicBezTo>
                    <a:pt x="752" y="204"/>
                    <a:pt x="746" y="206"/>
                    <a:pt x="741" y="208"/>
                  </a:cubicBezTo>
                  <a:cubicBezTo>
                    <a:pt x="727" y="213"/>
                    <a:pt x="712" y="218"/>
                    <a:pt x="698" y="224"/>
                  </a:cubicBezTo>
                  <a:cubicBezTo>
                    <a:pt x="691" y="227"/>
                    <a:pt x="684" y="231"/>
                    <a:pt x="677" y="234"/>
                  </a:cubicBezTo>
                  <a:cubicBezTo>
                    <a:pt x="666" y="239"/>
                    <a:pt x="656" y="243"/>
                    <a:pt x="645" y="248"/>
                  </a:cubicBezTo>
                  <a:cubicBezTo>
                    <a:pt x="635" y="253"/>
                    <a:pt x="624" y="258"/>
                    <a:pt x="614" y="262"/>
                  </a:cubicBezTo>
                  <a:cubicBezTo>
                    <a:pt x="582" y="276"/>
                    <a:pt x="582" y="276"/>
                    <a:pt x="582" y="276"/>
                  </a:cubicBezTo>
                  <a:cubicBezTo>
                    <a:pt x="558" y="287"/>
                    <a:pt x="534" y="297"/>
                    <a:pt x="509" y="308"/>
                  </a:cubicBezTo>
                  <a:cubicBezTo>
                    <a:pt x="478" y="321"/>
                    <a:pt x="446" y="334"/>
                    <a:pt x="415" y="347"/>
                  </a:cubicBezTo>
                  <a:cubicBezTo>
                    <a:pt x="407" y="350"/>
                    <a:pt x="400" y="353"/>
                    <a:pt x="393" y="357"/>
                  </a:cubicBezTo>
                  <a:cubicBezTo>
                    <a:pt x="389" y="358"/>
                    <a:pt x="386" y="360"/>
                    <a:pt x="382" y="362"/>
                  </a:cubicBezTo>
                  <a:cubicBezTo>
                    <a:pt x="384" y="355"/>
                    <a:pt x="386" y="349"/>
                    <a:pt x="388" y="343"/>
                  </a:cubicBezTo>
                  <a:cubicBezTo>
                    <a:pt x="391" y="334"/>
                    <a:pt x="393" y="326"/>
                    <a:pt x="396" y="317"/>
                  </a:cubicBezTo>
                  <a:cubicBezTo>
                    <a:pt x="401" y="300"/>
                    <a:pt x="405" y="283"/>
                    <a:pt x="410" y="266"/>
                  </a:cubicBezTo>
                  <a:cubicBezTo>
                    <a:pt x="413" y="257"/>
                    <a:pt x="416" y="249"/>
                    <a:pt x="419" y="240"/>
                  </a:cubicBezTo>
                  <a:cubicBezTo>
                    <a:pt x="422" y="232"/>
                    <a:pt x="425" y="224"/>
                    <a:pt x="428" y="215"/>
                  </a:cubicBezTo>
                  <a:cubicBezTo>
                    <a:pt x="434" y="199"/>
                    <a:pt x="438" y="181"/>
                    <a:pt x="443" y="164"/>
                  </a:cubicBezTo>
                  <a:cubicBezTo>
                    <a:pt x="458" y="113"/>
                    <a:pt x="458" y="113"/>
                    <a:pt x="458" y="113"/>
                  </a:cubicBezTo>
                  <a:cubicBezTo>
                    <a:pt x="463" y="95"/>
                    <a:pt x="467" y="78"/>
                    <a:pt x="471" y="61"/>
                  </a:cubicBezTo>
                  <a:cubicBezTo>
                    <a:pt x="473" y="52"/>
                    <a:pt x="475" y="43"/>
                    <a:pt x="477" y="35"/>
                  </a:cubicBezTo>
                  <a:cubicBezTo>
                    <a:pt x="478" y="30"/>
                    <a:pt x="479" y="26"/>
                    <a:pt x="480" y="22"/>
                  </a:cubicBezTo>
                  <a:cubicBezTo>
                    <a:pt x="481" y="18"/>
                    <a:pt x="481" y="18"/>
                    <a:pt x="481" y="18"/>
                  </a:cubicBezTo>
                  <a:cubicBezTo>
                    <a:pt x="481" y="17"/>
                    <a:pt x="481" y="16"/>
                    <a:pt x="481" y="15"/>
                  </a:cubicBezTo>
                  <a:cubicBezTo>
                    <a:pt x="482" y="13"/>
                    <a:pt x="483" y="11"/>
                    <a:pt x="483" y="9"/>
                  </a:cubicBezTo>
                  <a:cubicBezTo>
                    <a:pt x="483" y="8"/>
                    <a:pt x="483" y="7"/>
                    <a:pt x="483" y="6"/>
                  </a:cubicBezTo>
                  <a:cubicBezTo>
                    <a:pt x="484" y="5"/>
                    <a:pt x="483" y="4"/>
                    <a:pt x="483" y="3"/>
                  </a:cubicBezTo>
                  <a:cubicBezTo>
                    <a:pt x="483" y="2"/>
                    <a:pt x="483" y="2"/>
                    <a:pt x="482" y="1"/>
                  </a:cubicBezTo>
                  <a:cubicBezTo>
                    <a:pt x="482" y="0"/>
                    <a:pt x="481" y="0"/>
                    <a:pt x="481"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sz="1350"/>
            </a:p>
          </p:txBody>
        </p:sp>
      </p:grpSp>
      <p:pic>
        <p:nvPicPr>
          <p:cNvPr id="15" name="図 1"/>
          <p:cNvPicPr>
            <a:picLocks noChangeAspect="1"/>
          </p:cNvPicPr>
          <p:nvPr userDrawn="1"/>
        </p:nvPicPr>
        <p:blipFill>
          <a:blip r:embed="rId6">
            <a:extLst>
              <a:ext uri="{28A0092B-C50C-407E-A947-70E740481C1C}">
                <a14:useLocalDpi xmlns:a14="http://schemas.microsoft.com/office/drawing/2010/main"/>
              </a:ext>
            </a:extLst>
          </a:blip>
          <a:srcRect/>
          <a:stretch>
            <a:fillRect/>
          </a:stretch>
        </p:blipFill>
        <p:spPr bwMode="auto">
          <a:xfrm>
            <a:off x="250105" y="4930132"/>
            <a:ext cx="1223963" cy="16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2448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7530413" y="4742350"/>
            <a:ext cx="1236216" cy="281231"/>
          </a:xfrm>
          <a:prstGeom prst="rect">
            <a:avLst/>
          </a:prstGeom>
        </p:spPr>
        <p:txBody>
          <a:bodyPr vert="horz" lIns="0" tIns="0" rIns="0" bIns="0" rtlCol="0" anchor="t" anchorCtr="0"/>
          <a:lstStyle>
            <a:lvl1pPr algn="r">
              <a:defRPr sz="1350">
                <a:solidFill>
                  <a:schemeClr val="tx1"/>
                </a:solidFill>
              </a:defRPr>
            </a:lvl1pPr>
          </a:lstStyle>
          <a:p>
            <a:fld id="{A3381702-59A5-4643-AE93-D7BF7F78153B}" type="slidenum">
              <a:rPr lang="en-GB" smtClean="0"/>
              <a:pPr/>
              <a:t>‹#›</a:t>
            </a:fld>
            <a:endParaRPr lang="en-GB" dirty="0"/>
          </a:p>
        </p:txBody>
      </p:sp>
      <p:sp>
        <p:nvSpPr>
          <p:cNvPr id="4" name="Footer Placeholder 4"/>
          <p:cNvSpPr>
            <a:spLocks noGrp="1"/>
          </p:cNvSpPr>
          <p:nvPr>
            <p:ph type="ftr" sz="quarter" idx="3"/>
          </p:nvPr>
        </p:nvSpPr>
        <p:spPr>
          <a:xfrm>
            <a:off x="5888507" y="4946603"/>
            <a:ext cx="2878123" cy="162000"/>
          </a:xfrm>
          <a:prstGeom prst="rect">
            <a:avLst/>
          </a:prstGeom>
        </p:spPr>
        <p:txBody>
          <a:bodyPr vert="horz" lIns="0" tIns="0" rIns="0" bIns="0" rtlCol="0" anchor="t" anchorCtr="0"/>
          <a:lstStyle>
            <a:lvl1pPr algn="r">
              <a:defRPr sz="525">
                <a:solidFill>
                  <a:schemeClr val="tx1"/>
                </a:solidFill>
                <a:latin typeface="+mn-lt"/>
              </a:defRPr>
            </a:lvl1pPr>
          </a:lstStyle>
          <a:p>
            <a:endParaRPr lang="en-GB" dirty="0"/>
          </a:p>
        </p:txBody>
      </p:sp>
    </p:spTree>
    <p:extLst>
      <p:ext uri="{BB962C8B-B14F-4D97-AF65-F5344CB8AC3E}">
        <p14:creationId xmlns:p14="http://schemas.microsoft.com/office/powerpoint/2010/main" val="4260546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395999" y="273845"/>
            <a:ext cx="5760000" cy="165771"/>
          </a:xfrm>
          <a:prstGeom prst="rect">
            <a:avLst/>
          </a:prstGeom>
        </p:spPr>
        <p:txBody>
          <a:bodyPr vert="horz" lIns="0" tIns="0" rIns="0" bIns="0" rtlCol="0" anchor="t" anchorCtr="0">
            <a:normAutofit/>
          </a:bodyPr>
          <a:lstStyle/>
          <a:p>
            <a:r>
              <a:rPr lang="ja-JP" altLang="en-US" dirty="0"/>
              <a:t>マスター タイトルの書式設定</a:t>
            </a:r>
            <a:endParaRPr lang="en-GB" dirty="0"/>
          </a:p>
        </p:txBody>
      </p:sp>
      <p:sp>
        <p:nvSpPr>
          <p:cNvPr id="8" name="Text Placeholder 2"/>
          <p:cNvSpPr>
            <a:spLocks noGrp="1"/>
          </p:cNvSpPr>
          <p:nvPr>
            <p:ph type="body" idx="1"/>
          </p:nvPr>
        </p:nvSpPr>
        <p:spPr>
          <a:xfrm>
            <a:off x="396001" y="1191718"/>
            <a:ext cx="8370629" cy="3046907"/>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GB" dirty="0"/>
          </a:p>
        </p:txBody>
      </p:sp>
      <p:sp>
        <p:nvSpPr>
          <p:cNvPr id="10" name="Footer Placeholder 4"/>
          <p:cNvSpPr>
            <a:spLocks noGrp="1"/>
          </p:cNvSpPr>
          <p:nvPr>
            <p:ph type="ftr" sz="quarter" idx="3"/>
          </p:nvPr>
        </p:nvSpPr>
        <p:spPr>
          <a:xfrm>
            <a:off x="5888507" y="4946603"/>
            <a:ext cx="2878123" cy="162000"/>
          </a:xfrm>
          <a:prstGeom prst="rect">
            <a:avLst/>
          </a:prstGeom>
        </p:spPr>
        <p:txBody>
          <a:bodyPr vert="horz" lIns="0" tIns="0" rIns="0" bIns="0" rtlCol="0" anchor="t" anchorCtr="0"/>
          <a:lstStyle>
            <a:lvl1pPr algn="r">
              <a:defRPr sz="700">
                <a:solidFill>
                  <a:schemeClr val="tx1"/>
                </a:solidFill>
                <a:latin typeface="+mn-lt"/>
              </a:defRPr>
            </a:lvl1pPr>
          </a:lstStyle>
          <a:p>
            <a:endParaRPr lang="en-GB" dirty="0"/>
          </a:p>
        </p:txBody>
      </p:sp>
      <p:sp>
        <p:nvSpPr>
          <p:cNvPr id="11" name="Slide Number Placeholder 5"/>
          <p:cNvSpPr>
            <a:spLocks noGrp="1"/>
          </p:cNvSpPr>
          <p:nvPr>
            <p:ph type="sldNum" sz="quarter" idx="4"/>
          </p:nvPr>
        </p:nvSpPr>
        <p:spPr>
          <a:xfrm>
            <a:off x="7530413" y="4665373"/>
            <a:ext cx="1236216" cy="281231"/>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pPr/>
              <a:t>‹#›</a:t>
            </a:fld>
            <a:endParaRPr lang="en-GB" dirty="0"/>
          </a:p>
        </p:txBody>
      </p:sp>
      <p:pic>
        <p:nvPicPr>
          <p:cNvPr id="14" name="Picture 7"/>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300420" y="4688150"/>
            <a:ext cx="1170000" cy="257321"/>
          </a:xfrm>
          <a:prstGeom prst="rect">
            <a:avLst/>
          </a:prstGeom>
          <a:noFill/>
          <a:ln>
            <a:noFill/>
          </a:ln>
        </p:spPr>
      </p:pic>
      <p:pic>
        <p:nvPicPr>
          <p:cNvPr id="12" name="図 1"/>
          <p:cNvPicPr>
            <a:picLocks noChangeAspect="1"/>
          </p:cNvPicPr>
          <p:nvPr userDrawn="1"/>
        </p:nvPicPr>
        <p:blipFill>
          <a:blip r:embed="rId9">
            <a:extLst>
              <a:ext uri="{28A0092B-C50C-407E-A947-70E740481C1C}">
                <a14:useLocalDpi xmlns:a14="http://schemas.microsoft.com/office/drawing/2010/main"/>
              </a:ext>
            </a:extLst>
          </a:blip>
          <a:srcRect/>
          <a:stretch>
            <a:fillRect/>
          </a:stretch>
        </p:blipFill>
        <p:spPr bwMode="auto">
          <a:xfrm>
            <a:off x="1641619" y="4708821"/>
            <a:ext cx="12239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4399373"/>
      </p:ext>
    </p:extLst>
  </p:cSld>
  <p:clrMap bg1="lt1" tx1="dk1" bg2="lt2" tx2="dk2" accent1="accent1" accent2="accent2" accent3="accent3" accent4="accent4" accent5="accent5" accent6="accent6" hlink="hlink" folHlink="folHlink"/>
  <p:sldLayoutIdLst>
    <p:sldLayoutId id="2147483859" r:id="rId1"/>
    <p:sldLayoutId id="2147483890" r:id="rId2"/>
    <p:sldLayoutId id="2147483905" r:id="rId3"/>
    <p:sldLayoutId id="2147483910" r:id="rId4"/>
    <p:sldLayoutId id="2147483911" r:id="rId5"/>
    <p:sldLayoutId id="2147483912" r:id="rId6"/>
  </p:sldLayoutIdLst>
  <p:hf hdr="0" ftr="0" dt="0"/>
  <p:txStyles>
    <p:titleStyle>
      <a:lvl1pPr algn="l" defTabSz="914400" rtl="0" eaLnBrk="1" latinLnBrk="0" hangingPunct="1">
        <a:lnSpc>
          <a:spcPct val="90000"/>
        </a:lnSpc>
        <a:spcBef>
          <a:spcPct val="0"/>
        </a:spcBef>
        <a:buNone/>
        <a:defRPr kumimoji="1" sz="1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5" name="Picture 1573"/>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52396" y="4682361"/>
            <a:ext cx="1361087" cy="228866"/>
          </a:xfrm>
          <a:prstGeom prst="rect">
            <a:avLst/>
          </a:prstGeom>
          <a:noFill/>
          <a:ln>
            <a:noFill/>
          </a:ln>
        </p:spPr>
      </p:pic>
      <p:sp>
        <p:nvSpPr>
          <p:cNvPr id="26" name="Slide Number Placeholder 5"/>
          <p:cNvSpPr>
            <a:spLocks noGrp="1"/>
          </p:cNvSpPr>
          <p:nvPr>
            <p:ph type="sldNum" sz="quarter" idx="4"/>
          </p:nvPr>
        </p:nvSpPr>
        <p:spPr>
          <a:xfrm>
            <a:off x="7892358" y="4665373"/>
            <a:ext cx="1098859" cy="281231"/>
          </a:xfrm>
          <a:prstGeom prst="rect">
            <a:avLst/>
          </a:prstGeom>
        </p:spPr>
        <p:txBody>
          <a:bodyPr vert="horz" lIns="0" tIns="0" rIns="0" bIns="0" rtlCol="0" anchor="t" anchorCtr="0"/>
          <a:lstStyle>
            <a:lvl1pPr algn="r">
              <a:defRPr sz="1350">
                <a:solidFill>
                  <a:schemeClr val="tx1"/>
                </a:solidFill>
              </a:defRPr>
            </a:lvl1pPr>
          </a:lstStyle>
          <a:p>
            <a:fld id="{6C06A925-82FD-4209-802A-5A4BE4463A41}" type="slidenum">
              <a:rPr kumimoji="1" lang="ja-JP" altLang="en-US" smtClean="0"/>
              <a:t>‹#›</a:t>
            </a:fld>
            <a:endParaRPr kumimoji="1" lang="ja-JP" altLang="en-US"/>
          </a:p>
        </p:txBody>
      </p:sp>
      <p:sp>
        <p:nvSpPr>
          <p:cNvPr id="27" name="Footer Placeholder 4"/>
          <p:cNvSpPr>
            <a:spLocks noGrp="1"/>
          </p:cNvSpPr>
          <p:nvPr>
            <p:ph type="ftr" sz="quarter" idx="3"/>
          </p:nvPr>
        </p:nvSpPr>
        <p:spPr>
          <a:xfrm>
            <a:off x="6432885" y="4946603"/>
            <a:ext cx="2558333" cy="162000"/>
          </a:xfrm>
          <a:prstGeom prst="rect">
            <a:avLst/>
          </a:prstGeom>
        </p:spPr>
        <p:txBody>
          <a:bodyPr vert="horz" lIns="0" tIns="0" rIns="0" bIns="0" rtlCol="0" anchor="t" anchorCtr="0"/>
          <a:lstStyle>
            <a:lvl1pPr algn="r">
              <a:defRPr sz="525">
                <a:solidFill>
                  <a:schemeClr val="tx1"/>
                </a:solidFill>
                <a:latin typeface="+mn-lt"/>
              </a:defRPr>
            </a:lvl1pPr>
          </a:lstStyle>
          <a:p>
            <a:endParaRPr kumimoji="1" lang="ja-JP" altLang="en-US" dirty="0"/>
          </a:p>
        </p:txBody>
      </p:sp>
      <p:pic>
        <p:nvPicPr>
          <p:cNvPr id="28" name="図 1"/>
          <p:cNvPicPr>
            <a:picLocks noChangeAspect="1"/>
          </p:cNvPicPr>
          <p:nvPr userDrawn="1"/>
        </p:nvPicPr>
        <p:blipFill>
          <a:blip r:embed="rId5">
            <a:extLst>
              <a:ext uri="{28A0092B-C50C-407E-A947-70E740481C1C}">
                <a14:useLocalDpi xmlns:a14="http://schemas.microsoft.com/office/drawing/2010/main"/>
              </a:ext>
            </a:extLst>
          </a:blip>
          <a:srcRect/>
          <a:stretch>
            <a:fillRect/>
          </a:stretch>
        </p:blipFill>
        <p:spPr bwMode="auto">
          <a:xfrm>
            <a:off x="250105" y="4930132"/>
            <a:ext cx="1223963" cy="16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6106404"/>
      </p:ext>
    </p:extLst>
  </p:cSld>
  <p:clrMap bg1="lt1" tx1="dk1" bg2="lt2" tx2="dk2" accent1="accent1" accent2="accent2" accent3="accent3" accent4="accent4" accent5="accent5" accent6="accent6" hlink="hlink" folHlink="folHlink"/>
  <p:sldLayoutIdLst>
    <p:sldLayoutId id="2147483907" r:id="rId1"/>
    <p:sldLayoutId id="2147483908" r:id="rId2"/>
  </p:sldLayoutIdLst>
  <p:hf hdr="0" ftr="0" dt="0"/>
  <p:txStyles>
    <p:titleStyle>
      <a:lvl1pPr algn="l" defTabSz="685800" rtl="0" eaLnBrk="1" latinLnBrk="0" hangingPunct="1">
        <a:lnSpc>
          <a:spcPct val="90000"/>
        </a:lnSpc>
        <a:spcBef>
          <a:spcPct val="0"/>
        </a:spcBef>
        <a:buNone/>
        <a:defRPr kumimoji="1" sz="12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135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6.emf"/><Relationship Id="rId11" Type="http://schemas.openxmlformats.org/officeDocument/2006/relationships/image" Target="../media/image20.png"/><Relationship Id="rId5" Type="http://schemas.openxmlformats.org/officeDocument/2006/relationships/image" Target="../media/image15.jpe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4.png"/><Relationship Id="rId7"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32.png"/><Relationship Id="rId4" Type="http://schemas.openxmlformats.org/officeDocument/2006/relationships/image" Target="../media/image35.png"/><Relationship Id="rId9"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4.png"/><Relationship Id="rId7"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5.xml"/><Relationship Id="rId6" Type="http://schemas.openxmlformats.org/officeDocument/2006/relationships/image" Target="../media/image40.png"/><Relationship Id="rId5" Type="http://schemas.openxmlformats.org/officeDocument/2006/relationships/image" Target="../media/image26.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37.png"/><Relationship Id="rId9" Type="http://schemas.openxmlformats.org/officeDocument/2006/relationships/image" Target="../media/image39.png"/></Relationships>
</file>

<file path=ppt/slides/_rels/slide1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5.png"/><Relationship Id="rId7" Type="http://schemas.openxmlformats.org/officeDocument/2006/relationships/image" Target="../media/image52.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4.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5.png"/><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図 32"/>
          <p:cNvPicPr>
            <a:picLocks noChangeAspect="1"/>
          </p:cNvPicPr>
          <p:nvPr/>
        </p:nvPicPr>
        <p:blipFill>
          <a:blip r:embed="rId2">
            <a:extLst>
              <a:ext uri="{28A0092B-C50C-407E-A947-70E740481C1C}">
                <a14:useLocalDpi xmlns:a14="http://schemas.microsoft.com/office/drawing/2010/main" val="0"/>
              </a:ext>
            </a:extLst>
          </a:blip>
          <a:srcRect l="67024" t="-26" r="32964" b="100000"/>
          <a:stretch>
            <a:fillRect/>
          </a:stretch>
        </p:blipFill>
        <p:spPr>
          <a:xfrm>
            <a:off x="-2177961" y="-12896"/>
            <a:ext cx="518" cy="713"/>
          </a:xfrm>
          <a:custGeom>
            <a:avLst/>
            <a:gdLst>
              <a:gd name="connsiteX0" fmla="*/ 369 w 691"/>
              <a:gd name="connsiteY0" fmla="*/ 0 h 951"/>
              <a:gd name="connsiteX1" fmla="*/ 691 w 691"/>
              <a:gd name="connsiteY1" fmla="*/ 951 h 951"/>
              <a:gd name="connsiteX2" fmla="*/ 0 w 691"/>
              <a:gd name="connsiteY2" fmla="*/ 951 h 951"/>
              <a:gd name="connsiteX3" fmla="*/ 369 w 691"/>
              <a:gd name="connsiteY3" fmla="*/ 0 h 951"/>
            </a:gdLst>
            <a:ahLst/>
            <a:cxnLst>
              <a:cxn ang="0">
                <a:pos x="connsiteX0" y="connsiteY0"/>
              </a:cxn>
              <a:cxn ang="0">
                <a:pos x="connsiteX1" y="connsiteY1"/>
              </a:cxn>
              <a:cxn ang="0">
                <a:pos x="connsiteX2" y="connsiteY2"/>
              </a:cxn>
              <a:cxn ang="0">
                <a:pos x="connsiteX3" y="connsiteY3"/>
              </a:cxn>
            </a:cxnLst>
            <a:rect l="l" t="t" r="r" b="b"/>
            <a:pathLst>
              <a:path w="691" h="951">
                <a:moveTo>
                  <a:pt x="369" y="0"/>
                </a:moveTo>
                <a:lnTo>
                  <a:pt x="691" y="951"/>
                </a:lnTo>
                <a:lnTo>
                  <a:pt x="0" y="951"/>
                </a:lnTo>
                <a:lnTo>
                  <a:pt x="369" y="0"/>
                </a:lnTo>
                <a:close/>
              </a:path>
            </a:pathLst>
          </a:custGeom>
        </p:spPr>
      </p:pic>
      <p:sp>
        <p:nvSpPr>
          <p:cNvPr id="2" name="テキスト ボックス 1">
            <a:extLst>
              <a:ext uri="{FF2B5EF4-FFF2-40B4-BE49-F238E27FC236}">
                <a16:creationId xmlns:a16="http://schemas.microsoft.com/office/drawing/2014/main" id="{34DDBC89-6B69-68D7-9BF6-AFD5F3CA2729}"/>
              </a:ext>
            </a:extLst>
          </p:cNvPr>
          <p:cNvSpPr txBox="1"/>
          <p:nvPr/>
        </p:nvSpPr>
        <p:spPr>
          <a:xfrm>
            <a:off x="373619" y="1022361"/>
            <a:ext cx="5510291" cy="461665"/>
          </a:xfrm>
          <a:prstGeom prst="rect">
            <a:avLst/>
          </a:prstGeom>
          <a:noFill/>
        </p:spPr>
        <p:txBody>
          <a:bodyPr wrap="none" rtlCol="0">
            <a:spAutoFit/>
          </a:bodyPr>
          <a:lstStyle/>
          <a:p>
            <a:pPr defTabSz="342900">
              <a:defRPr/>
            </a:pPr>
            <a:r>
              <a:rPr kumimoji="1" lang="ja-JP" altLang="en-US" sz="2400" b="1" dirty="0">
                <a:solidFill>
                  <a:prstClr val="black"/>
                </a:solidFill>
                <a:latin typeface="Meiryo UI" panose="020B0604030504040204" pitchFamily="50" charset="-128"/>
                <a:ea typeface="Meiryo UI" panose="020B0604030504040204" pitchFamily="50" charset="-128"/>
              </a:rPr>
              <a:t>会議名：</a:t>
            </a:r>
            <a:r>
              <a:rPr kumimoji="1" lang="en-US" altLang="ja-JP" sz="2400" b="1" dirty="0">
                <a:solidFill>
                  <a:prstClr val="black"/>
                </a:solidFill>
                <a:latin typeface="Meiryo UI" panose="020B0604030504040204" pitchFamily="50" charset="-128"/>
                <a:ea typeface="Meiryo UI" panose="020B0604030504040204" pitchFamily="50" charset="-128"/>
              </a:rPr>
              <a:t>Athena</a:t>
            </a:r>
            <a:r>
              <a:rPr kumimoji="1" lang="ja-JP" altLang="en-US" sz="2400" b="1" dirty="0">
                <a:solidFill>
                  <a:prstClr val="black"/>
                </a:solidFill>
                <a:latin typeface="Meiryo UI" panose="020B0604030504040204" pitchFamily="50" charset="-128"/>
                <a:ea typeface="Meiryo UI" panose="020B0604030504040204" pitchFamily="50" charset="-128"/>
              </a:rPr>
              <a:t>保証工程取り組み説明</a:t>
            </a:r>
            <a:endParaRPr kumimoji="1" lang="zh-TW" altLang="en-US" sz="2400" b="1" dirty="0">
              <a:solidFill>
                <a:prstClr val="black"/>
              </a:solidFill>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D7D64600-AC36-912F-4E8D-48F818CD3D19}"/>
              </a:ext>
            </a:extLst>
          </p:cNvPr>
          <p:cNvSpPr txBox="1"/>
          <p:nvPr/>
        </p:nvSpPr>
        <p:spPr>
          <a:xfrm>
            <a:off x="373619" y="2370755"/>
            <a:ext cx="3198311" cy="300082"/>
          </a:xfrm>
          <a:prstGeom prst="rect">
            <a:avLst/>
          </a:prstGeom>
          <a:noFill/>
        </p:spPr>
        <p:txBody>
          <a:bodyPr wrap="none" rtlCol="0">
            <a:spAutoFit/>
          </a:bodyPr>
          <a:lstStyle/>
          <a:p>
            <a:pPr defTabSz="342900">
              <a:defRPr/>
            </a:pPr>
            <a:r>
              <a:rPr lang="ja-JP" altLang="en-US" sz="135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京セラドキュメントソリューションズ株式会社</a:t>
            </a:r>
          </a:p>
        </p:txBody>
      </p:sp>
      <p:sp>
        <p:nvSpPr>
          <p:cNvPr id="4" name="テキスト ボックス 2">
            <a:extLst>
              <a:ext uri="{FF2B5EF4-FFF2-40B4-BE49-F238E27FC236}">
                <a16:creationId xmlns:a16="http://schemas.microsoft.com/office/drawing/2014/main" id="{BFF629D2-BCC7-C260-C7D6-EFDFBB761194}"/>
              </a:ext>
            </a:extLst>
          </p:cNvPr>
          <p:cNvSpPr txBox="1"/>
          <p:nvPr/>
        </p:nvSpPr>
        <p:spPr>
          <a:xfrm>
            <a:off x="373619" y="2084150"/>
            <a:ext cx="1273105" cy="253916"/>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ja-JP" sz="1050" b="1" dirty="0">
                <a:latin typeface="Meiryo UI" panose="020B0604030504040204" pitchFamily="50" charset="-128"/>
                <a:ea typeface="Meiryo UI" panose="020B0604030504040204" pitchFamily="50" charset="-128"/>
                <a:cs typeface="Meiryo UI" panose="020B0604030504040204" pitchFamily="50" charset="-128"/>
              </a:rPr>
              <a:t>2025</a:t>
            </a:r>
            <a:r>
              <a:rPr lang="ja-JP" altLang="en-US" sz="1050" b="1" dirty="0">
                <a:latin typeface="Meiryo UI" panose="020B0604030504040204" pitchFamily="50" charset="-128"/>
                <a:ea typeface="Meiryo UI" panose="020B0604030504040204" pitchFamily="50" charset="-128"/>
                <a:cs typeface="Meiryo UI" panose="020B0604030504040204" pitchFamily="50" charset="-128"/>
              </a:rPr>
              <a:t>年 </a:t>
            </a:r>
            <a:r>
              <a:rPr lang="en-US" altLang="ja-JP" sz="1050" b="1" dirty="0">
                <a:latin typeface="Meiryo UI" panose="020B0604030504040204" pitchFamily="50" charset="-128"/>
                <a:ea typeface="Meiryo UI" panose="020B0604030504040204" pitchFamily="50" charset="-128"/>
                <a:cs typeface="Meiryo UI" panose="020B0604030504040204" pitchFamily="50" charset="-128"/>
              </a:rPr>
              <a:t>8</a:t>
            </a:r>
            <a:r>
              <a:rPr lang="ja-JP" altLang="en-US" sz="1050" b="1" dirty="0">
                <a:latin typeface="Meiryo UI" panose="020B0604030504040204" pitchFamily="50" charset="-128"/>
                <a:ea typeface="Meiryo UI" panose="020B0604030504040204" pitchFamily="50" charset="-128"/>
                <a:cs typeface="Meiryo UI" panose="020B0604030504040204" pitchFamily="50" charset="-128"/>
              </a:rPr>
              <a:t>月</a:t>
            </a:r>
            <a:r>
              <a:rPr lang="en-US" altLang="ja-JP" sz="1050" b="1" dirty="0">
                <a:latin typeface="Meiryo UI" panose="020B0604030504040204" pitchFamily="50" charset="-128"/>
                <a:ea typeface="Meiryo UI" panose="020B0604030504040204" pitchFamily="50" charset="-128"/>
                <a:cs typeface="Meiryo UI" panose="020B0604030504040204" pitchFamily="50" charset="-128"/>
              </a:rPr>
              <a:t>22</a:t>
            </a:r>
            <a:r>
              <a:rPr lang="ja-JP" altLang="en-US" sz="1050" b="1" dirty="0">
                <a:latin typeface="Meiryo UI" panose="020B0604030504040204" pitchFamily="50" charset="-128"/>
                <a:ea typeface="Meiryo UI" panose="020B0604030504040204" pitchFamily="50" charset="-128"/>
                <a:cs typeface="Meiryo UI" panose="020B0604030504040204" pitchFamily="50" charset="-128"/>
              </a:rPr>
              <a:t>日</a:t>
            </a:r>
          </a:p>
        </p:txBody>
      </p:sp>
      <p:sp>
        <p:nvSpPr>
          <p:cNvPr id="5" name="テキスト ボックス 4">
            <a:extLst>
              <a:ext uri="{FF2B5EF4-FFF2-40B4-BE49-F238E27FC236}">
                <a16:creationId xmlns:a16="http://schemas.microsoft.com/office/drawing/2014/main" id="{560E589B-D9AA-8292-0F86-8A244B7B1744}"/>
              </a:ext>
            </a:extLst>
          </p:cNvPr>
          <p:cNvSpPr txBox="1"/>
          <p:nvPr/>
        </p:nvSpPr>
        <p:spPr>
          <a:xfrm>
            <a:off x="373619" y="2703527"/>
            <a:ext cx="3666388" cy="253916"/>
          </a:xfrm>
          <a:prstGeom prst="rect">
            <a:avLst/>
          </a:prstGeom>
          <a:noFill/>
        </p:spPr>
        <p:txBody>
          <a:bodyPr wrap="none" rtlCol="0">
            <a:spAutoFit/>
          </a:bodyPr>
          <a:lstStyle/>
          <a:p>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プリンティングプロダクト事業本部　生産技術</a:t>
            </a:r>
            <a:r>
              <a:rPr kumimoji="1" lang="en-US" altLang="ja-JP" sz="1050" b="1" dirty="0">
                <a:latin typeface="Meiryo UI" panose="020B0604030504040204" pitchFamily="50" charset="-128"/>
                <a:ea typeface="Meiryo UI" panose="020B0604030504040204" pitchFamily="50" charset="-128"/>
                <a:cs typeface="Meiryo UI" panose="020B0604030504040204" pitchFamily="50" charset="-128"/>
              </a:rPr>
              <a:t>14</a:t>
            </a:r>
            <a:r>
              <a:rPr kumimoji="1" lang="ja-JP" altLang="en-US" sz="1050" b="1" dirty="0">
                <a:latin typeface="Meiryo UI" panose="020B0604030504040204" pitchFamily="50" charset="-128"/>
                <a:ea typeface="Meiryo UI" panose="020B0604030504040204" pitchFamily="50" charset="-128"/>
                <a:cs typeface="Meiryo UI" panose="020B0604030504040204" pitchFamily="50" charset="-128"/>
              </a:rPr>
              <a:t>課　中山　愛稀</a:t>
            </a:r>
            <a:endParaRPr kumimoji="1" lang="ja-JP" altLang="en-US" sz="1350" b="1"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792510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9E9A6-E128-E517-C658-D6E0CFAB9EAF}"/>
            </a:ext>
          </a:extLst>
        </p:cNvPr>
        <p:cNvGrpSpPr/>
        <p:nvPr/>
      </p:nvGrpSpPr>
      <p:grpSpPr>
        <a:xfrm>
          <a:off x="0" y="0"/>
          <a:ext cx="0" cy="0"/>
          <a:chOff x="0" y="0"/>
          <a:chExt cx="0" cy="0"/>
        </a:xfrm>
      </p:grpSpPr>
      <p:sp>
        <p:nvSpPr>
          <p:cNvPr id="21" name="スライド番号プレースホルダー 1">
            <a:extLst>
              <a:ext uri="{FF2B5EF4-FFF2-40B4-BE49-F238E27FC236}">
                <a16:creationId xmlns:a16="http://schemas.microsoft.com/office/drawing/2014/main" id="{1BDED4A4-D41D-FB36-E80F-BAEB396CF807}"/>
              </a:ext>
            </a:extLst>
          </p:cNvPr>
          <p:cNvSpPr txBox="1">
            <a:spLocks/>
          </p:cNvSpPr>
          <p:nvPr/>
        </p:nvSpPr>
        <p:spPr>
          <a:xfrm>
            <a:off x="7530413" y="4665373"/>
            <a:ext cx="1236216" cy="28123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CAF52D-4F9C-4C98-97E5-368871F90D31}" type="slidenum">
              <a:rPr kumimoji="1" lang="ja-JP" altLang="en-US" smtClean="0"/>
              <a:pPr algn="r"/>
              <a:t>2</a:t>
            </a:fld>
            <a:endParaRPr kumimoji="1" lang="ja-JP" altLang="en-US" dirty="0"/>
          </a:p>
        </p:txBody>
      </p:sp>
      <p:sp>
        <p:nvSpPr>
          <p:cNvPr id="3" name="正方形/長方形 2">
            <a:extLst>
              <a:ext uri="{FF2B5EF4-FFF2-40B4-BE49-F238E27FC236}">
                <a16:creationId xmlns:a16="http://schemas.microsoft.com/office/drawing/2014/main" id="{CF64B8E1-2410-10EE-6888-F89C640761CC}"/>
              </a:ext>
            </a:extLst>
          </p:cNvPr>
          <p:cNvSpPr/>
          <p:nvPr/>
        </p:nvSpPr>
        <p:spPr>
          <a:xfrm>
            <a:off x="0" y="1970356"/>
            <a:ext cx="9144000" cy="1202788"/>
          </a:xfrm>
          <a:prstGeom prst="rect">
            <a:avLst/>
          </a:prstGeom>
          <a:solidFill>
            <a:schemeClr val="accent4">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400" b="1" dirty="0"/>
              <a:t>調整工程について</a:t>
            </a:r>
          </a:p>
        </p:txBody>
      </p:sp>
    </p:spTree>
    <p:extLst>
      <p:ext uri="{BB962C8B-B14F-4D97-AF65-F5344CB8AC3E}">
        <p14:creationId xmlns:p14="http://schemas.microsoft.com/office/powerpoint/2010/main" val="1731540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4AAEBD40-C375-5E88-9ED7-1B4183D8B5F9}"/>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b="1" dirty="0">
                <a:solidFill>
                  <a:schemeClr val="tx1"/>
                </a:solidFill>
              </a:rPr>
              <a:t>現状把握 </a:t>
            </a:r>
            <a:r>
              <a:rPr kumimoji="1" lang="en-US" altLang="ja-JP" b="1" dirty="0">
                <a:solidFill>
                  <a:schemeClr val="tx1"/>
                </a:solidFill>
              </a:rPr>
              <a:t>-</a:t>
            </a:r>
            <a:r>
              <a:rPr kumimoji="1" lang="ja-JP" altLang="en-US" b="1" dirty="0">
                <a:solidFill>
                  <a:schemeClr val="tx1"/>
                </a:solidFill>
              </a:rPr>
              <a:t>調整工程について</a:t>
            </a:r>
            <a:r>
              <a:rPr kumimoji="1" lang="en-US" altLang="ja-JP" b="1" dirty="0">
                <a:solidFill>
                  <a:schemeClr val="tx1"/>
                </a:solidFill>
              </a:rPr>
              <a:t>-</a:t>
            </a:r>
            <a:endParaRPr kumimoji="1" lang="ja-JP" altLang="en-US" b="1" dirty="0">
              <a:solidFill>
                <a:schemeClr val="tx1"/>
              </a:solidFill>
            </a:endParaRPr>
          </a:p>
        </p:txBody>
      </p:sp>
      <p:pic>
        <p:nvPicPr>
          <p:cNvPr id="8" name="図 7">
            <a:extLst>
              <a:ext uri="{FF2B5EF4-FFF2-40B4-BE49-F238E27FC236}">
                <a16:creationId xmlns:a16="http://schemas.microsoft.com/office/drawing/2014/main" id="{D654077C-9546-C653-C242-0D1B38EE70CA}"/>
              </a:ext>
            </a:extLst>
          </p:cNvPr>
          <p:cNvPicPr>
            <a:picLocks noChangeAspect="1"/>
          </p:cNvPicPr>
          <p:nvPr/>
        </p:nvPicPr>
        <p:blipFill>
          <a:blip r:embed="rId2"/>
          <a:stretch>
            <a:fillRect/>
          </a:stretch>
        </p:blipFill>
        <p:spPr>
          <a:xfrm>
            <a:off x="1721600" y="2598656"/>
            <a:ext cx="5700800" cy="1874730"/>
          </a:xfrm>
          <a:prstGeom prst="rect">
            <a:avLst/>
          </a:prstGeom>
        </p:spPr>
      </p:pic>
      <p:sp>
        <p:nvSpPr>
          <p:cNvPr id="2" name="テキスト ボックス 165">
            <a:extLst>
              <a:ext uri="{FF2B5EF4-FFF2-40B4-BE49-F238E27FC236}">
                <a16:creationId xmlns:a16="http://schemas.microsoft.com/office/drawing/2014/main" id="{7F7EF867-FD65-A7DA-CF09-DB7E55CBD983}"/>
              </a:ext>
            </a:extLst>
          </p:cNvPr>
          <p:cNvSpPr txBox="1"/>
          <p:nvPr/>
        </p:nvSpPr>
        <p:spPr>
          <a:xfrm>
            <a:off x="337398" y="1451776"/>
            <a:ext cx="1969699" cy="276999"/>
          </a:xfrm>
          <a:prstGeom prst="rect">
            <a:avLst/>
          </a:prstGeom>
          <a:solidFill>
            <a:schemeClr val="bg1">
              <a:lumMod val="9500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200" b="1" dirty="0">
                <a:solidFill>
                  <a:schemeClr val="tx1"/>
                </a:solidFill>
                <a:latin typeface="Meiryo UI" panose="020B0604030504040204" pitchFamily="50" charset="-128"/>
                <a:ea typeface="Meiryo UI" panose="020B0604030504040204" pitchFamily="50" charset="-128"/>
              </a:rPr>
              <a:t>現状の調整工程レイアウト</a:t>
            </a:r>
            <a:endParaRPr kumimoji="1" lang="en-US" altLang="ja-JP" sz="1200" b="1" dirty="0">
              <a:solidFill>
                <a:schemeClr val="tx1"/>
              </a:solidFill>
              <a:latin typeface="Meiryo UI" panose="020B0604030504040204" pitchFamily="50" charset="-128"/>
              <a:ea typeface="Meiryo UI" panose="020B0604030504040204" pitchFamily="50" charset="-128"/>
            </a:endParaRPr>
          </a:p>
        </p:txBody>
      </p:sp>
      <p:sp>
        <p:nvSpPr>
          <p:cNvPr id="10" name="吹き出し: 角を丸めた四角形 9">
            <a:extLst>
              <a:ext uri="{FF2B5EF4-FFF2-40B4-BE49-F238E27FC236}">
                <a16:creationId xmlns:a16="http://schemas.microsoft.com/office/drawing/2014/main" id="{A9C21320-3A91-E716-633F-33B68FE2235C}"/>
              </a:ext>
            </a:extLst>
          </p:cNvPr>
          <p:cNvSpPr/>
          <p:nvPr/>
        </p:nvSpPr>
        <p:spPr>
          <a:xfrm>
            <a:off x="4987614" y="2318479"/>
            <a:ext cx="1624201" cy="460425"/>
          </a:xfrm>
          <a:prstGeom prst="wedgeRoundRectCallout">
            <a:avLst>
              <a:gd name="adj1" fmla="val -15430"/>
              <a:gd name="adj2" fmla="val 12121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②画像調整プログラム</a:t>
            </a:r>
            <a:endParaRPr kumimoji="1" lang="en-US" altLang="ja-JP" sz="1200" b="1"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・画像の色味、直角度</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13" name="四角形: 角を丸くする 12">
            <a:extLst>
              <a:ext uri="{FF2B5EF4-FFF2-40B4-BE49-F238E27FC236}">
                <a16:creationId xmlns:a16="http://schemas.microsoft.com/office/drawing/2014/main" id="{9B9134E1-D6B3-9E54-BBBE-7ECDF3DCFBF5}"/>
              </a:ext>
            </a:extLst>
          </p:cNvPr>
          <p:cNvSpPr/>
          <p:nvPr/>
        </p:nvSpPr>
        <p:spPr>
          <a:xfrm>
            <a:off x="281207" y="3096897"/>
            <a:ext cx="810993" cy="88900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組立</a:t>
            </a:r>
          </a:p>
        </p:txBody>
      </p:sp>
      <p:sp>
        <p:nvSpPr>
          <p:cNvPr id="14" name="矢印: 下 13">
            <a:extLst>
              <a:ext uri="{FF2B5EF4-FFF2-40B4-BE49-F238E27FC236}">
                <a16:creationId xmlns:a16="http://schemas.microsoft.com/office/drawing/2014/main" id="{2AA93AE8-5D8F-7912-ADB1-505E268873CC}"/>
              </a:ext>
            </a:extLst>
          </p:cNvPr>
          <p:cNvSpPr/>
          <p:nvPr/>
        </p:nvSpPr>
        <p:spPr>
          <a:xfrm rot="16200000">
            <a:off x="1268402" y="3319134"/>
            <a:ext cx="276996" cy="433774"/>
          </a:xfrm>
          <a:prstGeom prst="down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2CD62823-6561-3F05-FF1A-2D4CF0101DC5}"/>
              </a:ext>
            </a:extLst>
          </p:cNvPr>
          <p:cNvSpPr/>
          <p:nvPr/>
        </p:nvSpPr>
        <p:spPr>
          <a:xfrm>
            <a:off x="8051800" y="3096897"/>
            <a:ext cx="810993" cy="88900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梱包</a:t>
            </a:r>
          </a:p>
        </p:txBody>
      </p:sp>
      <p:sp>
        <p:nvSpPr>
          <p:cNvPr id="16" name="矢印: 下 15">
            <a:extLst>
              <a:ext uri="{FF2B5EF4-FFF2-40B4-BE49-F238E27FC236}">
                <a16:creationId xmlns:a16="http://schemas.microsoft.com/office/drawing/2014/main" id="{311E5D76-6C8D-5889-CA95-CF8060BC1746}"/>
              </a:ext>
            </a:extLst>
          </p:cNvPr>
          <p:cNvSpPr/>
          <p:nvPr/>
        </p:nvSpPr>
        <p:spPr>
          <a:xfrm rot="16200000">
            <a:off x="7588322" y="3327181"/>
            <a:ext cx="276996" cy="433774"/>
          </a:xfrm>
          <a:prstGeom prst="down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4F47A37F-EF40-4D17-1643-957825D545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69" t="10031" r="28122" b="42828"/>
          <a:stretch/>
        </p:blipFill>
        <p:spPr bwMode="auto">
          <a:xfrm>
            <a:off x="7010582" y="3131707"/>
            <a:ext cx="296870" cy="289306"/>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71DF5EE3-B223-D84F-A86C-361565FCB49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991" t="8206" r="28472" b="51267"/>
          <a:stretch/>
        </p:blipFill>
        <p:spPr bwMode="auto">
          <a:xfrm>
            <a:off x="5436086" y="3132806"/>
            <a:ext cx="296870" cy="287108"/>
          </a:xfrm>
          <a:prstGeom prst="rect">
            <a:avLst/>
          </a:prstGeom>
          <a:noFill/>
          <a:extLst>
            <a:ext uri="{909E8E84-426E-40DD-AFC4-6F175D3DCCD1}">
              <a14:hiddenFill xmlns:a14="http://schemas.microsoft.com/office/drawing/2010/main">
                <a:solidFill>
                  <a:srgbClr val="FFFFFF"/>
                </a:solidFill>
              </a14:hiddenFill>
            </a:ext>
          </a:extLst>
        </p:spPr>
      </p:pic>
      <p:pic>
        <p:nvPicPr>
          <p:cNvPr id="18" name="図 17">
            <a:extLst>
              <a:ext uri="{FF2B5EF4-FFF2-40B4-BE49-F238E27FC236}">
                <a16:creationId xmlns:a16="http://schemas.microsoft.com/office/drawing/2014/main" id="{6F926FD0-B16A-EDF6-09F8-E051BDFCC6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69" t="10031" r="28122" b="42828"/>
          <a:stretch/>
        </p:blipFill>
        <p:spPr bwMode="auto">
          <a:xfrm>
            <a:off x="3861590" y="3131707"/>
            <a:ext cx="296870" cy="289306"/>
          </a:xfrm>
          <a:prstGeom prst="rect">
            <a:avLst/>
          </a:prstGeom>
          <a:noFill/>
          <a:extLst>
            <a:ext uri="{909E8E84-426E-40DD-AFC4-6F175D3DCCD1}">
              <a14:hiddenFill xmlns:a14="http://schemas.microsoft.com/office/drawing/2010/main">
                <a:solidFill>
                  <a:srgbClr val="FFFFFF"/>
                </a:solidFill>
              </a14:hiddenFill>
            </a:ext>
          </a:extLst>
        </p:spPr>
      </p:pic>
      <p:sp>
        <p:nvSpPr>
          <p:cNvPr id="21" name="スライド番号プレースホルダー 1">
            <a:extLst>
              <a:ext uri="{FF2B5EF4-FFF2-40B4-BE49-F238E27FC236}">
                <a16:creationId xmlns:a16="http://schemas.microsoft.com/office/drawing/2014/main" id="{40B5BCE2-9B51-B9F2-E7BD-6C1F056FEA1C}"/>
              </a:ext>
            </a:extLst>
          </p:cNvPr>
          <p:cNvSpPr txBox="1">
            <a:spLocks/>
          </p:cNvSpPr>
          <p:nvPr/>
        </p:nvSpPr>
        <p:spPr>
          <a:xfrm>
            <a:off x="7530413" y="4665373"/>
            <a:ext cx="1236216" cy="28123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CAF52D-4F9C-4C98-97E5-368871F90D31}" type="slidenum">
              <a:rPr kumimoji="1" lang="ja-JP" altLang="en-US" smtClean="0"/>
              <a:pPr algn="r"/>
              <a:t>3</a:t>
            </a:fld>
            <a:endParaRPr kumimoji="1" lang="ja-JP" altLang="en-US" dirty="0"/>
          </a:p>
        </p:txBody>
      </p:sp>
      <p:sp>
        <p:nvSpPr>
          <p:cNvPr id="5" name="吹き出し: 角を丸めた四角形 4">
            <a:extLst>
              <a:ext uri="{FF2B5EF4-FFF2-40B4-BE49-F238E27FC236}">
                <a16:creationId xmlns:a16="http://schemas.microsoft.com/office/drawing/2014/main" id="{29172B81-F3AF-0D88-53E7-512E38499143}"/>
              </a:ext>
            </a:extLst>
          </p:cNvPr>
          <p:cNvSpPr/>
          <p:nvPr/>
        </p:nvSpPr>
        <p:spPr>
          <a:xfrm>
            <a:off x="2468879" y="2318479"/>
            <a:ext cx="2420922" cy="460425"/>
          </a:xfrm>
          <a:prstGeom prst="wedgeRoundRectCallout">
            <a:avLst>
              <a:gd name="adj1" fmla="val 6361"/>
              <a:gd name="adj2" fmla="val 125795"/>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①設定照合プログラム</a:t>
            </a:r>
            <a:endParaRPr kumimoji="1" lang="en-US" altLang="ja-JP" sz="1200" b="1" dirty="0">
              <a:solidFill>
                <a:schemeClr val="tx1"/>
              </a:solidFill>
              <a:latin typeface="Meiryo UI" panose="020B0604030504040204" pitchFamily="50" charset="-128"/>
              <a:ea typeface="Meiryo UI" panose="020B0604030504040204" pitchFamily="50" charset="-128"/>
            </a:endParaRPr>
          </a:p>
          <a:p>
            <a:r>
              <a:rPr kumimoji="1" lang="ja-JP" altLang="en-US" sz="1200" dirty="0">
                <a:solidFill>
                  <a:schemeClr val="tx1"/>
                </a:solidFill>
                <a:latin typeface="Meiryo UI" panose="020B0604030504040204" pitchFamily="50" charset="-128"/>
                <a:ea typeface="Meiryo UI" panose="020B0604030504040204" pitchFamily="50" charset="-128"/>
              </a:rPr>
              <a:t>・検査用設定　</a:t>
            </a:r>
            <a:r>
              <a:rPr kumimoji="1" lang="en-US" altLang="ja-JP" sz="1200" dirty="0">
                <a:solidFill>
                  <a:schemeClr val="tx1"/>
                </a:solidFill>
                <a:latin typeface="Meiryo UI" panose="020B0604030504040204" pitchFamily="50" charset="-128"/>
                <a:ea typeface="Meiryo UI" panose="020B0604030504040204" pitchFamily="50" charset="-128"/>
              </a:rPr>
              <a:t>ex:</a:t>
            </a:r>
            <a:r>
              <a:rPr kumimoji="1" lang="ja-JP" altLang="en-US" sz="1200" dirty="0">
                <a:solidFill>
                  <a:schemeClr val="tx1"/>
                </a:solidFill>
                <a:latin typeface="Meiryo UI" panose="020B0604030504040204" pitchFamily="50" charset="-128"/>
                <a:ea typeface="Meiryo UI" panose="020B0604030504040204" pitchFamily="50" charset="-128"/>
              </a:rPr>
              <a:t>製品エリアコード</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7" name="吹き出し: 角を丸めた四角形 6">
            <a:extLst>
              <a:ext uri="{FF2B5EF4-FFF2-40B4-BE49-F238E27FC236}">
                <a16:creationId xmlns:a16="http://schemas.microsoft.com/office/drawing/2014/main" id="{AB8DCF47-AA14-5E20-B6A9-290639CD32AD}"/>
              </a:ext>
            </a:extLst>
          </p:cNvPr>
          <p:cNvSpPr/>
          <p:nvPr/>
        </p:nvSpPr>
        <p:spPr>
          <a:xfrm>
            <a:off x="7120790" y="2335811"/>
            <a:ext cx="1742003" cy="460425"/>
          </a:xfrm>
          <a:prstGeom prst="wedgeRoundRectCallout">
            <a:avLst>
              <a:gd name="adj1" fmla="val -35047"/>
              <a:gd name="adj2" fmla="val 13343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③設定照合プログラム</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・出荷用設定</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20" name="右中かっこ 19">
            <a:extLst>
              <a:ext uri="{FF2B5EF4-FFF2-40B4-BE49-F238E27FC236}">
                <a16:creationId xmlns:a16="http://schemas.microsoft.com/office/drawing/2014/main" id="{B5A953EE-965F-E96F-13E6-9194E923E376}"/>
              </a:ext>
            </a:extLst>
          </p:cNvPr>
          <p:cNvSpPr/>
          <p:nvPr/>
        </p:nvSpPr>
        <p:spPr>
          <a:xfrm rot="16200000">
            <a:off x="5489990" y="-1205656"/>
            <a:ext cx="351692" cy="6393914"/>
          </a:xfrm>
          <a:prstGeom prst="rightBrace">
            <a:avLst/>
          </a:prstGeom>
          <a:ln w="127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solidFill>
                <a:srgbClr val="FF0000"/>
              </a:solidFill>
            </a:endParaRPr>
          </a:p>
        </p:txBody>
      </p:sp>
      <p:sp>
        <p:nvSpPr>
          <p:cNvPr id="22" name="テキスト ボックス 21">
            <a:extLst>
              <a:ext uri="{FF2B5EF4-FFF2-40B4-BE49-F238E27FC236}">
                <a16:creationId xmlns:a16="http://schemas.microsoft.com/office/drawing/2014/main" id="{EF526E34-A904-0BA8-D0FA-7F7590012179}"/>
              </a:ext>
            </a:extLst>
          </p:cNvPr>
          <p:cNvSpPr txBox="1"/>
          <p:nvPr/>
        </p:nvSpPr>
        <p:spPr>
          <a:xfrm>
            <a:off x="4227345" y="1512086"/>
            <a:ext cx="2851680" cy="307777"/>
          </a:xfrm>
          <a:prstGeom prst="rect">
            <a:avLst/>
          </a:prstGeom>
          <a:noFill/>
        </p:spPr>
        <p:txBody>
          <a:bodyPr wrap="square" rtlCol="0">
            <a:spAutoFit/>
          </a:bodyPr>
          <a:lstStyle/>
          <a:p>
            <a:pPr algn="ctr"/>
            <a:r>
              <a:rPr kumimoji="1" lang="ja-JP" altLang="en-US" sz="1400" b="1" dirty="0">
                <a:solidFill>
                  <a:srgbClr val="FF0000"/>
                </a:solidFill>
                <a:latin typeface="Meiryo UI" panose="020B0604030504040204" pitchFamily="50" charset="-128"/>
                <a:ea typeface="Meiryo UI" panose="020B0604030504040204" pitchFamily="50" charset="-128"/>
              </a:rPr>
              <a:t>①＋②＋③＝統合検査プログラム</a:t>
            </a:r>
            <a:endParaRPr kumimoji="1" lang="en-US" altLang="ja-JP" sz="1400" b="1" dirty="0">
              <a:solidFill>
                <a:srgbClr val="FF0000"/>
              </a:solidFill>
            </a:endParaRPr>
          </a:p>
        </p:txBody>
      </p:sp>
      <p:sp>
        <p:nvSpPr>
          <p:cNvPr id="23" name="テキスト ボックス 22">
            <a:extLst>
              <a:ext uri="{FF2B5EF4-FFF2-40B4-BE49-F238E27FC236}">
                <a16:creationId xmlns:a16="http://schemas.microsoft.com/office/drawing/2014/main" id="{BCC76678-FC5D-E2D5-0A56-D2CFB4F73043}"/>
              </a:ext>
            </a:extLst>
          </p:cNvPr>
          <p:cNvSpPr txBox="1"/>
          <p:nvPr/>
        </p:nvSpPr>
        <p:spPr>
          <a:xfrm>
            <a:off x="312882" y="631704"/>
            <a:ext cx="8507028" cy="507831"/>
          </a:xfrm>
          <a:prstGeom prst="rect">
            <a:avLst/>
          </a:prstGeom>
          <a:noFill/>
        </p:spPr>
        <p:txBody>
          <a:bodyPr wrap="square" rtlCol="0">
            <a:spAutoFit/>
          </a:bodyPr>
          <a:lstStyle/>
          <a:p>
            <a:pPr marL="214313" indent="-214313">
              <a:buFont typeface="Wingdings" panose="05000000000000000000" pitchFamily="2" charset="2"/>
              <a:buChar char="n"/>
            </a:pPr>
            <a:r>
              <a:rPr kumimoji="1" lang="ja-JP" altLang="en-US" sz="1350" dirty="0"/>
              <a:t>調整工程とは？</a:t>
            </a:r>
            <a:endParaRPr kumimoji="1" lang="en-US" altLang="ja-JP" sz="1350" dirty="0"/>
          </a:p>
          <a:p>
            <a:pPr lvl="1"/>
            <a:r>
              <a:rPr kumimoji="1" lang="ja-JP" altLang="en-US" sz="1350" dirty="0"/>
              <a:t>組立工程から来たマシンに対して、仕向けごとに設定</a:t>
            </a:r>
            <a:r>
              <a:rPr kumimoji="1" lang="en-US" altLang="ja-JP" sz="1350" dirty="0"/>
              <a:t>/</a:t>
            </a:r>
            <a:r>
              <a:rPr kumimoji="1" lang="ja-JP" altLang="en-US" sz="1350" dirty="0"/>
              <a:t>照合、画像検査、出荷設定までを行う工程</a:t>
            </a:r>
            <a:endParaRPr kumimoji="1" lang="en-US" altLang="ja-JP" sz="1350" dirty="0"/>
          </a:p>
        </p:txBody>
      </p:sp>
    </p:spTree>
    <p:extLst>
      <p:ext uri="{BB962C8B-B14F-4D97-AF65-F5344CB8AC3E}">
        <p14:creationId xmlns:p14="http://schemas.microsoft.com/office/powerpoint/2010/main" val="108480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B6631-43A7-FD62-F376-34BD990C93CB}"/>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A5517F2-C1D8-6F59-479F-A936B8998C75}"/>
              </a:ext>
            </a:extLst>
          </p:cNvPr>
          <p:cNvSpPr txBox="1"/>
          <p:nvPr/>
        </p:nvSpPr>
        <p:spPr>
          <a:xfrm>
            <a:off x="312882" y="631704"/>
            <a:ext cx="8507028" cy="715581"/>
          </a:xfrm>
          <a:prstGeom prst="rect">
            <a:avLst/>
          </a:prstGeom>
          <a:noFill/>
        </p:spPr>
        <p:txBody>
          <a:bodyPr wrap="square" rtlCol="0">
            <a:spAutoFit/>
          </a:bodyPr>
          <a:lstStyle/>
          <a:p>
            <a:pPr marL="214313" indent="-214313">
              <a:buFont typeface="Wingdings" panose="05000000000000000000" pitchFamily="2" charset="2"/>
              <a:buChar char="n"/>
            </a:pPr>
            <a:r>
              <a:rPr kumimoji="1" lang="ja-JP" altLang="en-US" sz="1350" dirty="0"/>
              <a:t>統合検査プログラムとは？</a:t>
            </a:r>
            <a:endParaRPr kumimoji="1" lang="en-US" altLang="ja-JP" sz="1350" dirty="0"/>
          </a:p>
          <a:p>
            <a:pPr lvl="1"/>
            <a:r>
              <a:rPr kumimoji="1" lang="ja-JP" altLang="en-US" sz="1350" dirty="0"/>
              <a:t>調整工程で使用している</a:t>
            </a:r>
            <a:r>
              <a:rPr kumimoji="1" lang="ja-JP" altLang="en-US" sz="1350" b="1" dirty="0"/>
              <a:t>治具プログラム</a:t>
            </a:r>
            <a:r>
              <a:rPr kumimoji="1" lang="ja-JP" altLang="en-US" sz="1350" dirty="0"/>
              <a:t>のこと。</a:t>
            </a:r>
            <a:endParaRPr kumimoji="1" lang="en-US" altLang="ja-JP" sz="1350" dirty="0"/>
          </a:p>
          <a:p>
            <a:pPr lvl="1"/>
            <a:r>
              <a:rPr kumimoji="1" lang="ja-JP" altLang="en-US" sz="1350" dirty="0"/>
              <a:t>その治具プログラムは大きく分けて</a:t>
            </a:r>
            <a:r>
              <a:rPr kumimoji="1" lang="en-US" altLang="ja-JP" sz="1350" dirty="0"/>
              <a:t>2</a:t>
            </a:r>
            <a:r>
              <a:rPr kumimoji="1" lang="ja-JP" altLang="en-US" sz="1350" dirty="0"/>
              <a:t>つ存在し、用途に分けて設定照合、調整検査を実施</a:t>
            </a:r>
            <a:endParaRPr kumimoji="1" lang="en-US" altLang="ja-JP" sz="1350" dirty="0"/>
          </a:p>
        </p:txBody>
      </p:sp>
      <p:pic>
        <p:nvPicPr>
          <p:cNvPr id="6" name="図 5">
            <a:extLst>
              <a:ext uri="{FF2B5EF4-FFF2-40B4-BE49-F238E27FC236}">
                <a16:creationId xmlns:a16="http://schemas.microsoft.com/office/drawing/2014/main" id="{18B304C2-D724-AE72-4BE9-A0ECAAA356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569" t="10031" r="28122" b="42828"/>
          <a:stretch/>
        </p:blipFill>
        <p:spPr bwMode="auto">
          <a:xfrm>
            <a:off x="720368" y="1390511"/>
            <a:ext cx="296870" cy="289306"/>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グループ化 15">
            <a:extLst>
              <a:ext uri="{FF2B5EF4-FFF2-40B4-BE49-F238E27FC236}">
                <a16:creationId xmlns:a16="http://schemas.microsoft.com/office/drawing/2014/main" id="{B447428D-4DB9-2AB7-9B80-FCFB17897D2E}"/>
              </a:ext>
            </a:extLst>
          </p:cNvPr>
          <p:cNvGrpSpPr/>
          <p:nvPr/>
        </p:nvGrpSpPr>
        <p:grpSpPr>
          <a:xfrm>
            <a:off x="953527" y="1884598"/>
            <a:ext cx="2960446" cy="1723817"/>
            <a:chOff x="953887" y="1840062"/>
            <a:chExt cx="4068846" cy="2620168"/>
          </a:xfrm>
        </p:grpSpPr>
        <p:pic>
          <p:nvPicPr>
            <p:cNvPr id="3" name="图片 3">
              <a:extLst>
                <a:ext uri="{FF2B5EF4-FFF2-40B4-BE49-F238E27FC236}">
                  <a16:creationId xmlns:a16="http://schemas.microsoft.com/office/drawing/2014/main" id="{319B27C3-1504-1A11-844B-ACF98830137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3887" y="1840062"/>
              <a:ext cx="3649980" cy="21602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9">
              <a:extLst>
                <a:ext uri="{FF2B5EF4-FFF2-40B4-BE49-F238E27FC236}">
                  <a16:creationId xmlns:a16="http://schemas.microsoft.com/office/drawing/2014/main" id="{B0C9ED3D-20DF-615C-16C4-5E762803F76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2753" y="2277100"/>
              <a:ext cx="3649980" cy="21831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16">
              <a:extLst>
                <a:ext uri="{FF2B5EF4-FFF2-40B4-BE49-F238E27FC236}">
                  <a16:creationId xmlns:a16="http://schemas.microsoft.com/office/drawing/2014/main" id="{24985E18-4AA3-8146-EE0A-0DC711D1252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77776" y="2977347"/>
              <a:ext cx="1684020" cy="1022985"/>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xmlns:mc="http://schemas.openxmlformats.org/markup-compatibility/2006" val="000000" mc:Ignorable="a14" a14:legacySpreadsheetColorIndex="64"/>
                  </a:solidFill>
                </a14:hiddenFill>
              </a:ext>
              <a:ext uri="{91240B29-F687-4F45-9708-019B960494DF}">
                <a14:hiddenLine xmlns:a14="http://schemas.microsoft.com/office/drawing/2010/main" w="1">
                  <a:solidFill>
                    <a:srgbClr xmlns:mc="http://schemas.openxmlformats.org/markup-compatibility/2006" val="FFFFFF" mc:Ignorable="a14" a14:legacySpreadsheetColorIndex="65"/>
                  </a:solidFill>
                  <a:miter lim="800000"/>
                  <a:headEnd/>
                  <a:tailEnd/>
                </a14:hiddenLine>
              </a:ext>
            </a:extLst>
          </p:spPr>
        </p:pic>
        <p:pic>
          <p:nvPicPr>
            <p:cNvPr id="7" name="Picture 24">
              <a:extLst>
                <a:ext uri="{FF2B5EF4-FFF2-40B4-BE49-F238E27FC236}">
                  <a16:creationId xmlns:a16="http://schemas.microsoft.com/office/drawing/2014/main" id="{92CAF7AF-8593-7455-7585-550106402EF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l="3876" t="23289" r="21597" b="22891"/>
            <a:stretch>
              <a:fillRect/>
            </a:stretch>
          </p:blipFill>
          <p:spPr bwMode="auto">
            <a:xfrm>
              <a:off x="2626045" y="3317664"/>
              <a:ext cx="1668868" cy="102298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テキスト ボックス 11">
            <a:extLst>
              <a:ext uri="{FF2B5EF4-FFF2-40B4-BE49-F238E27FC236}">
                <a16:creationId xmlns:a16="http://schemas.microsoft.com/office/drawing/2014/main" id="{25085024-6A77-DBD6-7EA9-BCD43A4F668E}"/>
              </a:ext>
            </a:extLst>
          </p:cNvPr>
          <p:cNvSpPr txBox="1"/>
          <p:nvPr/>
        </p:nvSpPr>
        <p:spPr>
          <a:xfrm>
            <a:off x="1038418" y="1386528"/>
            <a:ext cx="3204158" cy="300082"/>
          </a:xfrm>
          <a:prstGeom prst="rect">
            <a:avLst/>
          </a:prstGeom>
          <a:solidFill>
            <a:schemeClr val="accent4">
              <a:lumMod val="20000"/>
              <a:lumOff val="80000"/>
            </a:schemeClr>
          </a:solidFill>
        </p:spPr>
        <p:txBody>
          <a:bodyPr wrap="square" rtlCol="0">
            <a:spAutoFit/>
          </a:bodyPr>
          <a:lstStyle/>
          <a:p>
            <a:r>
              <a:rPr kumimoji="1" lang="ja-JP" altLang="en-US" sz="1350" b="1" dirty="0"/>
              <a:t>設定照合</a:t>
            </a:r>
            <a:r>
              <a:rPr kumimoji="1" lang="en-US" altLang="ja-JP" sz="1350" b="1" dirty="0"/>
              <a:t>Program</a:t>
            </a:r>
            <a:r>
              <a:rPr kumimoji="1" lang="ja-JP" altLang="en-US" sz="1350" b="1" dirty="0"/>
              <a:t>　</a:t>
            </a:r>
            <a:r>
              <a:rPr kumimoji="1" lang="en-US" altLang="ja-JP" sz="1350" b="1" dirty="0"/>
              <a:t>XXX_</a:t>
            </a:r>
            <a:r>
              <a:rPr kumimoji="1" lang="en-US" altLang="ja-JP" sz="1350" b="1" dirty="0">
                <a:solidFill>
                  <a:srgbClr val="FF0000"/>
                </a:solidFill>
              </a:rPr>
              <a:t>7900</a:t>
            </a:r>
          </a:p>
        </p:txBody>
      </p:sp>
      <p:grpSp>
        <p:nvGrpSpPr>
          <p:cNvPr id="18" name="グループ化 17">
            <a:extLst>
              <a:ext uri="{FF2B5EF4-FFF2-40B4-BE49-F238E27FC236}">
                <a16:creationId xmlns:a16="http://schemas.microsoft.com/office/drawing/2014/main" id="{B678C356-51EA-4FD7-9061-809FB8C7D40F}"/>
              </a:ext>
            </a:extLst>
          </p:cNvPr>
          <p:cNvGrpSpPr/>
          <p:nvPr/>
        </p:nvGrpSpPr>
        <p:grpSpPr>
          <a:xfrm>
            <a:off x="5527502" y="1945478"/>
            <a:ext cx="2892012" cy="1584263"/>
            <a:chOff x="6344338" y="1280697"/>
            <a:chExt cx="4307526" cy="2160269"/>
          </a:xfrm>
        </p:grpSpPr>
        <p:pic>
          <p:nvPicPr>
            <p:cNvPr id="9" name="図 8">
              <a:extLst>
                <a:ext uri="{FF2B5EF4-FFF2-40B4-BE49-F238E27FC236}">
                  <a16:creationId xmlns:a16="http://schemas.microsoft.com/office/drawing/2014/main" id="{ACC25FFC-F758-EEF9-1BC1-20902BC43A69}"/>
                </a:ext>
              </a:extLst>
            </p:cNvPr>
            <p:cNvPicPr>
              <a:picLocks noChangeAspect="1"/>
            </p:cNvPicPr>
            <p:nvPr/>
          </p:nvPicPr>
          <p:blipFill>
            <a:blip r:embed="rId7"/>
            <a:stretch>
              <a:fillRect/>
            </a:stretch>
          </p:blipFill>
          <p:spPr>
            <a:xfrm>
              <a:off x="6344338" y="1280697"/>
              <a:ext cx="4307526" cy="2160269"/>
            </a:xfrm>
            <a:prstGeom prst="rect">
              <a:avLst/>
            </a:prstGeom>
            <a:ln>
              <a:solidFill>
                <a:srgbClr val="000000"/>
              </a:solidFill>
            </a:ln>
            <a:effectLst>
              <a:outerShdw blurRad="50800" dist="38100" dir="2700000" algn="tl" rotWithShape="0">
                <a:prstClr val="black">
                  <a:alpha val="40000"/>
                </a:prstClr>
              </a:outerShdw>
            </a:effectLst>
          </p:spPr>
        </p:pic>
        <p:pic>
          <p:nvPicPr>
            <p:cNvPr id="10" name="图片 1">
              <a:extLst>
                <a:ext uri="{FF2B5EF4-FFF2-40B4-BE49-F238E27FC236}">
                  <a16:creationId xmlns:a16="http://schemas.microsoft.com/office/drawing/2014/main" id="{4DCD4752-3D1A-4B72-8DA1-C1346AF5683D}"/>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273122" y="2539444"/>
              <a:ext cx="1205222" cy="7262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 name="図 10">
            <a:extLst>
              <a:ext uri="{FF2B5EF4-FFF2-40B4-BE49-F238E27FC236}">
                <a16:creationId xmlns:a16="http://schemas.microsoft.com/office/drawing/2014/main" id="{C94AB92D-D2C7-23F1-444E-9906385ADFA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30991" t="8206" r="28472" b="51267"/>
          <a:stretch/>
        </p:blipFill>
        <p:spPr bwMode="auto">
          <a:xfrm>
            <a:off x="5063872" y="1368750"/>
            <a:ext cx="296870" cy="287108"/>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FBF735C1-DE6F-77A6-E8B0-C5D311D04938}"/>
              </a:ext>
            </a:extLst>
          </p:cNvPr>
          <p:cNvSpPr txBox="1"/>
          <p:nvPr/>
        </p:nvSpPr>
        <p:spPr>
          <a:xfrm>
            <a:off x="5434178" y="1347404"/>
            <a:ext cx="3127424" cy="300082"/>
          </a:xfrm>
          <a:prstGeom prst="rect">
            <a:avLst/>
          </a:prstGeom>
          <a:solidFill>
            <a:schemeClr val="accent4">
              <a:lumMod val="20000"/>
              <a:lumOff val="80000"/>
            </a:schemeClr>
          </a:solidFill>
        </p:spPr>
        <p:txBody>
          <a:bodyPr wrap="square" rtlCol="0">
            <a:spAutoFit/>
          </a:bodyPr>
          <a:lstStyle/>
          <a:p>
            <a:r>
              <a:rPr kumimoji="1" lang="ja-JP" altLang="en-US" sz="1350" b="1" dirty="0"/>
              <a:t>調整検査</a:t>
            </a:r>
            <a:r>
              <a:rPr kumimoji="1" lang="en-US" altLang="ja-JP" sz="1350" b="1" dirty="0"/>
              <a:t>Program</a:t>
            </a:r>
            <a:r>
              <a:rPr kumimoji="1" lang="ja-JP" altLang="en-US" sz="1350" b="1" dirty="0"/>
              <a:t>　</a:t>
            </a:r>
            <a:r>
              <a:rPr kumimoji="1" lang="en-US" altLang="ja-JP" sz="1350" b="1" dirty="0"/>
              <a:t>XXX_</a:t>
            </a:r>
            <a:r>
              <a:rPr kumimoji="1" lang="en-US" altLang="ja-JP" sz="1350" b="1" dirty="0">
                <a:solidFill>
                  <a:srgbClr val="FF0000"/>
                </a:solidFill>
              </a:rPr>
              <a:t>7910</a:t>
            </a:r>
          </a:p>
        </p:txBody>
      </p:sp>
      <p:sp>
        <p:nvSpPr>
          <p:cNvPr id="19" name="テキスト ボックス 18">
            <a:extLst>
              <a:ext uri="{FF2B5EF4-FFF2-40B4-BE49-F238E27FC236}">
                <a16:creationId xmlns:a16="http://schemas.microsoft.com/office/drawing/2014/main" id="{37316AF2-4919-05B1-9BFA-1B5457C66243}"/>
              </a:ext>
            </a:extLst>
          </p:cNvPr>
          <p:cNvSpPr txBox="1"/>
          <p:nvPr/>
        </p:nvSpPr>
        <p:spPr>
          <a:xfrm>
            <a:off x="378453" y="3777625"/>
            <a:ext cx="4203316" cy="715581"/>
          </a:xfrm>
          <a:prstGeom prst="rect">
            <a:avLst/>
          </a:prstGeom>
          <a:noFill/>
        </p:spPr>
        <p:txBody>
          <a:bodyPr wrap="square" rtlCol="0">
            <a:spAutoFit/>
          </a:bodyPr>
          <a:lstStyle/>
          <a:p>
            <a:pPr marL="214313" indent="-214313">
              <a:buFont typeface="Wingdings" panose="05000000000000000000" pitchFamily="2" charset="2"/>
              <a:buChar char="ü"/>
            </a:pPr>
            <a:r>
              <a:rPr kumimoji="1" lang="ja-JP" altLang="en-US" sz="1350" dirty="0"/>
              <a:t>主に製品への</a:t>
            </a:r>
            <a:r>
              <a:rPr kumimoji="1" lang="ja-JP" altLang="en-US" sz="1350" b="1" dirty="0"/>
              <a:t>設定・照合</a:t>
            </a:r>
            <a:r>
              <a:rPr kumimoji="1" lang="ja-JP" altLang="en-US" sz="1350" dirty="0"/>
              <a:t>を行う</a:t>
            </a:r>
            <a:endParaRPr kumimoji="1" lang="en-US" altLang="ja-JP" sz="1350" dirty="0"/>
          </a:p>
          <a:p>
            <a:pPr marL="214313" indent="-214313">
              <a:buFont typeface="Wingdings" panose="05000000000000000000" pitchFamily="2" charset="2"/>
              <a:buChar char="ü"/>
            </a:pPr>
            <a:r>
              <a:rPr kumimoji="1" lang="ja-JP" altLang="en-US" sz="1350" dirty="0"/>
              <a:t>設定する値は「シリアル書込」など様々</a:t>
            </a:r>
            <a:br>
              <a:rPr kumimoji="1" lang="en-US" altLang="ja-JP" sz="1350" dirty="0"/>
            </a:br>
            <a:r>
              <a:rPr kumimoji="1" lang="ja-JP" altLang="en-US" sz="1350" b="1" dirty="0"/>
              <a:t>品目別</a:t>
            </a:r>
            <a:r>
              <a:rPr kumimoji="1" lang="ja-JP" altLang="en-US" sz="1350" dirty="0"/>
              <a:t>に製品仕様に合った値を設定・照合する</a:t>
            </a:r>
          </a:p>
        </p:txBody>
      </p:sp>
      <p:sp>
        <p:nvSpPr>
          <p:cNvPr id="20" name="テキスト ボックス 19">
            <a:extLst>
              <a:ext uri="{FF2B5EF4-FFF2-40B4-BE49-F238E27FC236}">
                <a16:creationId xmlns:a16="http://schemas.microsoft.com/office/drawing/2014/main" id="{E7C72F62-9419-A671-6DA6-56CC6FD0AE4D}"/>
              </a:ext>
            </a:extLst>
          </p:cNvPr>
          <p:cNvSpPr txBox="1"/>
          <p:nvPr/>
        </p:nvSpPr>
        <p:spPr>
          <a:xfrm>
            <a:off x="4884364" y="3793891"/>
            <a:ext cx="4070301" cy="507831"/>
          </a:xfrm>
          <a:prstGeom prst="rect">
            <a:avLst/>
          </a:prstGeom>
          <a:noFill/>
        </p:spPr>
        <p:txBody>
          <a:bodyPr wrap="square" rtlCol="0">
            <a:spAutoFit/>
          </a:bodyPr>
          <a:lstStyle/>
          <a:p>
            <a:pPr marL="214313" indent="-214313">
              <a:buFont typeface="Wingdings" panose="05000000000000000000" pitchFamily="2" charset="2"/>
              <a:buChar char="ü"/>
            </a:pPr>
            <a:r>
              <a:rPr kumimoji="1" lang="ja-JP" altLang="en-US" sz="1350" dirty="0"/>
              <a:t>製品から出力された</a:t>
            </a:r>
            <a:r>
              <a:rPr kumimoji="1" lang="ja-JP" altLang="en-US" sz="1350" b="1" dirty="0"/>
              <a:t>画像の検査、電気検査等</a:t>
            </a:r>
            <a:r>
              <a:rPr kumimoji="1" lang="ja-JP" altLang="en-US" sz="1350" dirty="0"/>
              <a:t>を行う</a:t>
            </a:r>
            <a:br>
              <a:rPr kumimoji="1" lang="en-US" altLang="ja-JP" sz="1350" dirty="0"/>
            </a:br>
            <a:r>
              <a:rPr kumimoji="1" lang="ja-JP" altLang="en-US" sz="1350" dirty="0"/>
              <a:t>出力された画像をもとに</a:t>
            </a:r>
            <a:r>
              <a:rPr kumimoji="1" lang="ja-JP" altLang="en-US" sz="1350" b="1" dirty="0"/>
              <a:t>自動調整</a:t>
            </a:r>
            <a:r>
              <a:rPr kumimoji="1" lang="ja-JP" altLang="en-US" sz="1350" dirty="0"/>
              <a:t>も実施</a:t>
            </a:r>
            <a:endParaRPr kumimoji="1" lang="en-US" altLang="ja-JP" sz="1350" dirty="0"/>
          </a:p>
        </p:txBody>
      </p:sp>
      <p:sp>
        <p:nvSpPr>
          <p:cNvPr id="21" name="正方形/長方形 20">
            <a:extLst>
              <a:ext uri="{FF2B5EF4-FFF2-40B4-BE49-F238E27FC236}">
                <a16:creationId xmlns:a16="http://schemas.microsoft.com/office/drawing/2014/main" id="{278DCF6D-8775-055C-8032-DB7404871DC2}"/>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b="1" dirty="0">
                <a:solidFill>
                  <a:schemeClr val="tx1"/>
                </a:solidFill>
              </a:rPr>
              <a:t>現状把握 </a:t>
            </a:r>
            <a:r>
              <a:rPr kumimoji="1" lang="en-US" altLang="ja-JP" b="1" dirty="0">
                <a:solidFill>
                  <a:schemeClr val="tx1"/>
                </a:solidFill>
              </a:rPr>
              <a:t>-</a:t>
            </a:r>
            <a:r>
              <a:rPr kumimoji="1" lang="ja-JP" altLang="en-US" b="1" dirty="0">
                <a:solidFill>
                  <a:schemeClr val="tx1"/>
                </a:solidFill>
              </a:rPr>
              <a:t>調整工程について</a:t>
            </a:r>
            <a:r>
              <a:rPr kumimoji="1" lang="en-US" altLang="ja-JP" b="1" dirty="0">
                <a:solidFill>
                  <a:schemeClr val="tx1"/>
                </a:solidFill>
              </a:rPr>
              <a:t>-</a:t>
            </a:r>
            <a:endParaRPr kumimoji="1" lang="ja-JP" altLang="en-US" b="1" dirty="0">
              <a:solidFill>
                <a:schemeClr val="tx1"/>
              </a:solidFill>
            </a:endParaRPr>
          </a:p>
        </p:txBody>
      </p:sp>
      <p:pic>
        <p:nvPicPr>
          <p:cNvPr id="22" name="図 21">
            <a:extLst>
              <a:ext uri="{FF2B5EF4-FFF2-40B4-BE49-F238E27FC236}">
                <a16:creationId xmlns:a16="http://schemas.microsoft.com/office/drawing/2014/main" id="{7AC0618F-071B-4584-1CCF-D578C733117E}"/>
              </a:ext>
            </a:extLst>
          </p:cNvPr>
          <p:cNvPicPr>
            <a:picLocks noChangeAspect="1"/>
          </p:cNvPicPr>
          <p:nvPr/>
        </p:nvPicPr>
        <p:blipFill>
          <a:blip r:embed="rId10"/>
          <a:srcRect r="31113"/>
          <a:stretch/>
        </p:blipFill>
        <p:spPr>
          <a:xfrm>
            <a:off x="4166795" y="1770161"/>
            <a:ext cx="1116709" cy="600884"/>
          </a:xfrm>
          <a:prstGeom prst="rect">
            <a:avLst/>
          </a:prstGeom>
        </p:spPr>
      </p:pic>
      <p:grpSp>
        <p:nvGrpSpPr>
          <p:cNvPr id="26" name="Group 144">
            <a:extLst>
              <a:ext uri="{FF2B5EF4-FFF2-40B4-BE49-F238E27FC236}">
                <a16:creationId xmlns:a16="http://schemas.microsoft.com/office/drawing/2014/main" id="{56161D1D-1C72-54C7-12FB-BCF2215B52CA}"/>
              </a:ext>
            </a:extLst>
          </p:cNvPr>
          <p:cNvGrpSpPr/>
          <p:nvPr/>
        </p:nvGrpSpPr>
        <p:grpSpPr>
          <a:xfrm rot="3082299">
            <a:off x="4839437" y="2505769"/>
            <a:ext cx="366279" cy="193039"/>
            <a:chOff x="7314313" y="3192341"/>
            <a:chExt cx="419736" cy="140698"/>
          </a:xfrm>
          <a:solidFill>
            <a:schemeClr val="accent2"/>
          </a:solidFill>
        </p:grpSpPr>
        <p:sp>
          <p:nvSpPr>
            <p:cNvPr id="27" name="Freeform 72">
              <a:extLst>
                <a:ext uri="{FF2B5EF4-FFF2-40B4-BE49-F238E27FC236}">
                  <a16:creationId xmlns:a16="http://schemas.microsoft.com/office/drawing/2014/main" id="{7CD42A02-63DC-03CA-0D7B-F20890360C1A}"/>
                </a:ext>
              </a:extLst>
            </p:cNvPr>
            <p:cNvSpPr>
              <a:spLocks noChangeAspect="1"/>
            </p:cNvSpPr>
            <p:nvPr/>
          </p:nvSpPr>
          <p:spPr bwMode="auto">
            <a:xfrm>
              <a:off x="7314313" y="3240329"/>
              <a:ext cx="364491" cy="92710"/>
            </a:xfrm>
            <a:custGeom>
              <a:avLst/>
              <a:gdLst>
                <a:gd name="T0" fmla="*/ 803 w 809"/>
                <a:gd name="T1" fmla="*/ 1 h 206"/>
                <a:gd name="T2" fmla="*/ 723 w 809"/>
                <a:gd name="T3" fmla="*/ 68 h 206"/>
                <a:gd name="T4" fmla="*/ 690 w 809"/>
                <a:gd name="T5" fmla="*/ 90 h 206"/>
                <a:gd name="T6" fmla="*/ 632 w 809"/>
                <a:gd name="T7" fmla="*/ 122 h 206"/>
                <a:gd name="T8" fmla="*/ 577 w 809"/>
                <a:gd name="T9" fmla="*/ 143 h 206"/>
                <a:gd name="T10" fmla="*/ 558 w 809"/>
                <a:gd name="T11" fmla="*/ 148 h 206"/>
                <a:gd name="T12" fmla="*/ 524 w 809"/>
                <a:gd name="T13" fmla="*/ 154 h 206"/>
                <a:gd name="T14" fmla="*/ 499 w 809"/>
                <a:gd name="T15" fmla="*/ 159 h 206"/>
                <a:gd name="T16" fmla="*/ 475 w 809"/>
                <a:gd name="T17" fmla="*/ 163 h 206"/>
                <a:gd name="T18" fmla="*/ 464 w 809"/>
                <a:gd name="T19" fmla="*/ 165 h 206"/>
                <a:gd name="T20" fmla="*/ 426 w 809"/>
                <a:gd name="T21" fmla="*/ 170 h 206"/>
                <a:gd name="T22" fmla="*/ 337 w 809"/>
                <a:gd name="T23" fmla="*/ 175 h 206"/>
                <a:gd name="T24" fmla="*/ 239 w 809"/>
                <a:gd name="T25" fmla="*/ 169 h 206"/>
                <a:gd name="T26" fmla="*/ 96 w 809"/>
                <a:gd name="T27" fmla="*/ 131 h 206"/>
                <a:gd name="T28" fmla="*/ 80 w 809"/>
                <a:gd name="T29" fmla="*/ 123 h 206"/>
                <a:gd name="T30" fmla="*/ 59 w 809"/>
                <a:gd name="T31" fmla="*/ 112 h 206"/>
                <a:gd name="T32" fmla="*/ 45 w 809"/>
                <a:gd name="T33" fmla="*/ 104 h 206"/>
                <a:gd name="T34" fmla="*/ 17 w 809"/>
                <a:gd name="T35" fmla="*/ 91 h 206"/>
                <a:gd name="T36" fmla="*/ 7 w 809"/>
                <a:gd name="T37" fmla="*/ 94 h 206"/>
                <a:gd name="T38" fmla="*/ 3 w 809"/>
                <a:gd name="T39" fmla="*/ 107 h 206"/>
                <a:gd name="T40" fmla="*/ 26 w 809"/>
                <a:gd name="T41" fmla="*/ 127 h 206"/>
                <a:gd name="T42" fmla="*/ 42 w 809"/>
                <a:gd name="T43" fmla="*/ 138 h 206"/>
                <a:gd name="T44" fmla="*/ 59 w 809"/>
                <a:gd name="T45" fmla="*/ 148 h 206"/>
                <a:gd name="T46" fmla="*/ 76 w 809"/>
                <a:gd name="T47" fmla="*/ 156 h 206"/>
                <a:gd name="T48" fmla="*/ 91 w 809"/>
                <a:gd name="T49" fmla="*/ 162 h 206"/>
                <a:gd name="T50" fmla="*/ 108 w 809"/>
                <a:gd name="T51" fmla="*/ 169 h 206"/>
                <a:gd name="T52" fmla="*/ 126 w 809"/>
                <a:gd name="T53" fmla="*/ 175 h 206"/>
                <a:gd name="T54" fmla="*/ 144 w 809"/>
                <a:gd name="T55" fmla="*/ 181 h 206"/>
                <a:gd name="T56" fmla="*/ 162 w 809"/>
                <a:gd name="T57" fmla="*/ 186 h 206"/>
                <a:gd name="T58" fmla="*/ 180 w 809"/>
                <a:gd name="T59" fmla="*/ 190 h 206"/>
                <a:gd name="T60" fmla="*/ 274 w 809"/>
                <a:gd name="T61" fmla="*/ 204 h 206"/>
                <a:gd name="T62" fmla="*/ 385 w 809"/>
                <a:gd name="T63" fmla="*/ 204 h 206"/>
                <a:gd name="T64" fmla="*/ 435 w 809"/>
                <a:gd name="T65" fmla="*/ 197 h 206"/>
                <a:gd name="T66" fmla="*/ 548 w 809"/>
                <a:gd name="T67" fmla="*/ 170 h 206"/>
                <a:gd name="T68" fmla="*/ 618 w 809"/>
                <a:gd name="T69" fmla="*/ 149 h 206"/>
                <a:gd name="T70" fmla="*/ 644 w 809"/>
                <a:gd name="T71" fmla="*/ 136 h 206"/>
                <a:gd name="T72" fmla="*/ 657 w 809"/>
                <a:gd name="T73" fmla="*/ 128 h 206"/>
                <a:gd name="T74" fmla="*/ 682 w 809"/>
                <a:gd name="T75" fmla="*/ 113 h 206"/>
                <a:gd name="T76" fmla="*/ 752 w 809"/>
                <a:gd name="T77" fmla="*/ 61 h 206"/>
                <a:gd name="T78" fmla="*/ 803 w 809"/>
                <a:gd name="T79" fmla="*/ 10 h 206"/>
                <a:gd name="T80" fmla="*/ 808 w 809"/>
                <a:gd name="T81" fmla="*/ 5 h 206"/>
                <a:gd name="T82" fmla="*/ 804 w 809"/>
                <a:gd name="T83"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9" h="206">
                  <a:moveTo>
                    <a:pt x="804" y="0"/>
                  </a:moveTo>
                  <a:cubicBezTo>
                    <a:pt x="804" y="0"/>
                    <a:pt x="803" y="1"/>
                    <a:pt x="803" y="1"/>
                  </a:cubicBezTo>
                  <a:cubicBezTo>
                    <a:pt x="790" y="13"/>
                    <a:pt x="777" y="25"/>
                    <a:pt x="764" y="36"/>
                  </a:cubicBezTo>
                  <a:cubicBezTo>
                    <a:pt x="751" y="48"/>
                    <a:pt x="737" y="59"/>
                    <a:pt x="723" y="68"/>
                  </a:cubicBezTo>
                  <a:cubicBezTo>
                    <a:pt x="716" y="73"/>
                    <a:pt x="708" y="78"/>
                    <a:pt x="701" y="83"/>
                  </a:cubicBezTo>
                  <a:cubicBezTo>
                    <a:pt x="690" y="90"/>
                    <a:pt x="690" y="90"/>
                    <a:pt x="690" y="90"/>
                  </a:cubicBezTo>
                  <a:cubicBezTo>
                    <a:pt x="679" y="97"/>
                    <a:pt x="679" y="97"/>
                    <a:pt x="679" y="97"/>
                  </a:cubicBezTo>
                  <a:cubicBezTo>
                    <a:pt x="663" y="106"/>
                    <a:pt x="648" y="115"/>
                    <a:pt x="632" y="122"/>
                  </a:cubicBezTo>
                  <a:cubicBezTo>
                    <a:pt x="616" y="130"/>
                    <a:pt x="600" y="136"/>
                    <a:pt x="583" y="141"/>
                  </a:cubicBezTo>
                  <a:cubicBezTo>
                    <a:pt x="581" y="142"/>
                    <a:pt x="579" y="143"/>
                    <a:pt x="577" y="143"/>
                  </a:cubicBezTo>
                  <a:cubicBezTo>
                    <a:pt x="570" y="145"/>
                    <a:pt x="570" y="145"/>
                    <a:pt x="570" y="145"/>
                  </a:cubicBezTo>
                  <a:cubicBezTo>
                    <a:pt x="566" y="146"/>
                    <a:pt x="562" y="147"/>
                    <a:pt x="558" y="148"/>
                  </a:cubicBezTo>
                  <a:cubicBezTo>
                    <a:pt x="553" y="149"/>
                    <a:pt x="548" y="150"/>
                    <a:pt x="542" y="151"/>
                  </a:cubicBezTo>
                  <a:cubicBezTo>
                    <a:pt x="536" y="152"/>
                    <a:pt x="530" y="153"/>
                    <a:pt x="524" y="154"/>
                  </a:cubicBezTo>
                  <a:cubicBezTo>
                    <a:pt x="520" y="155"/>
                    <a:pt x="516" y="156"/>
                    <a:pt x="512" y="157"/>
                  </a:cubicBezTo>
                  <a:cubicBezTo>
                    <a:pt x="507" y="158"/>
                    <a:pt x="503" y="158"/>
                    <a:pt x="499" y="159"/>
                  </a:cubicBezTo>
                  <a:cubicBezTo>
                    <a:pt x="495" y="160"/>
                    <a:pt x="491" y="161"/>
                    <a:pt x="487" y="161"/>
                  </a:cubicBezTo>
                  <a:cubicBezTo>
                    <a:pt x="483" y="162"/>
                    <a:pt x="479" y="163"/>
                    <a:pt x="475" y="163"/>
                  </a:cubicBezTo>
                  <a:cubicBezTo>
                    <a:pt x="470" y="164"/>
                    <a:pt x="470" y="164"/>
                    <a:pt x="470" y="164"/>
                  </a:cubicBezTo>
                  <a:cubicBezTo>
                    <a:pt x="468" y="165"/>
                    <a:pt x="466" y="165"/>
                    <a:pt x="464" y="165"/>
                  </a:cubicBezTo>
                  <a:cubicBezTo>
                    <a:pt x="460" y="166"/>
                    <a:pt x="456" y="167"/>
                    <a:pt x="452" y="167"/>
                  </a:cubicBezTo>
                  <a:cubicBezTo>
                    <a:pt x="443" y="168"/>
                    <a:pt x="435" y="169"/>
                    <a:pt x="426" y="170"/>
                  </a:cubicBezTo>
                  <a:cubicBezTo>
                    <a:pt x="409" y="172"/>
                    <a:pt x="391" y="173"/>
                    <a:pt x="373" y="174"/>
                  </a:cubicBezTo>
                  <a:cubicBezTo>
                    <a:pt x="361" y="174"/>
                    <a:pt x="349" y="175"/>
                    <a:pt x="337" y="175"/>
                  </a:cubicBezTo>
                  <a:cubicBezTo>
                    <a:pt x="332" y="175"/>
                    <a:pt x="326" y="175"/>
                    <a:pt x="320" y="175"/>
                  </a:cubicBezTo>
                  <a:cubicBezTo>
                    <a:pt x="293" y="174"/>
                    <a:pt x="266" y="172"/>
                    <a:pt x="239" y="169"/>
                  </a:cubicBezTo>
                  <a:cubicBezTo>
                    <a:pt x="214" y="166"/>
                    <a:pt x="190" y="161"/>
                    <a:pt x="166" y="155"/>
                  </a:cubicBezTo>
                  <a:cubicBezTo>
                    <a:pt x="143" y="148"/>
                    <a:pt x="119" y="140"/>
                    <a:pt x="96" y="131"/>
                  </a:cubicBezTo>
                  <a:cubicBezTo>
                    <a:pt x="94" y="129"/>
                    <a:pt x="91" y="128"/>
                    <a:pt x="88" y="127"/>
                  </a:cubicBezTo>
                  <a:cubicBezTo>
                    <a:pt x="80" y="123"/>
                    <a:pt x="80" y="123"/>
                    <a:pt x="80" y="123"/>
                  </a:cubicBezTo>
                  <a:cubicBezTo>
                    <a:pt x="74" y="120"/>
                    <a:pt x="69" y="117"/>
                    <a:pt x="63" y="115"/>
                  </a:cubicBezTo>
                  <a:cubicBezTo>
                    <a:pt x="59" y="112"/>
                    <a:pt x="59" y="112"/>
                    <a:pt x="59" y="112"/>
                  </a:cubicBezTo>
                  <a:cubicBezTo>
                    <a:pt x="57" y="111"/>
                    <a:pt x="56" y="110"/>
                    <a:pt x="54" y="110"/>
                  </a:cubicBezTo>
                  <a:cubicBezTo>
                    <a:pt x="51" y="108"/>
                    <a:pt x="48" y="106"/>
                    <a:pt x="45" y="104"/>
                  </a:cubicBezTo>
                  <a:cubicBezTo>
                    <a:pt x="39" y="101"/>
                    <a:pt x="33" y="97"/>
                    <a:pt x="27" y="95"/>
                  </a:cubicBezTo>
                  <a:cubicBezTo>
                    <a:pt x="24" y="93"/>
                    <a:pt x="21" y="91"/>
                    <a:pt x="17" y="91"/>
                  </a:cubicBezTo>
                  <a:cubicBezTo>
                    <a:pt x="17" y="91"/>
                    <a:pt x="16" y="91"/>
                    <a:pt x="15" y="92"/>
                  </a:cubicBezTo>
                  <a:cubicBezTo>
                    <a:pt x="12" y="92"/>
                    <a:pt x="9" y="93"/>
                    <a:pt x="7" y="94"/>
                  </a:cubicBezTo>
                  <a:cubicBezTo>
                    <a:pt x="4" y="95"/>
                    <a:pt x="2" y="96"/>
                    <a:pt x="1" y="99"/>
                  </a:cubicBezTo>
                  <a:cubicBezTo>
                    <a:pt x="0" y="102"/>
                    <a:pt x="1" y="105"/>
                    <a:pt x="3" y="107"/>
                  </a:cubicBezTo>
                  <a:cubicBezTo>
                    <a:pt x="6" y="112"/>
                    <a:pt x="11" y="116"/>
                    <a:pt x="16" y="120"/>
                  </a:cubicBezTo>
                  <a:cubicBezTo>
                    <a:pt x="26" y="127"/>
                    <a:pt x="26" y="127"/>
                    <a:pt x="26" y="127"/>
                  </a:cubicBezTo>
                  <a:cubicBezTo>
                    <a:pt x="37" y="134"/>
                    <a:pt x="37" y="134"/>
                    <a:pt x="37" y="134"/>
                  </a:cubicBezTo>
                  <a:cubicBezTo>
                    <a:pt x="42" y="138"/>
                    <a:pt x="42" y="138"/>
                    <a:pt x="42" y="138"/>
                  </a:cubicBezTo>
                  <a:cubicBezTo>
                    <a:pt x="48" y="141"/>
                    <a:pt x="48" y="141"/>
                    <a:pt x="48" y="141"/>
                  </a:cubicBezTo>
                  <a:cubicBezTo>
                    <a:pt x="52" y="143"/>
                    <a:pt x="55" y="145"/>
                    <a:pt x="59" y="148"/>
                  </a:cubicBezTo>
                  <a:cubicBezTo>
                    <a:pt x="63" y="149"/>
                    <a:pt x="67" y="151"/>
                    <a:pt x="70" y="153"/>
                  </a:cubicBezTo>
                  <a:cubicBezTo>
                    <a:pt x="72" y="154"/>
                    <a:pt x="74" y="155"/>
                    <a:pt x="76" y="156"/>
                  </a:cubicBezTo>
                  <a:cubicBezTo>
                    <a:pt x="82" y="158"/>
                    <a:pt x="82" y="158"/>
                    <a:pt x="82" y="158"/>
                  </a:cubicBezTo>
                  <a:cubicBezTo>
                    <a:pt x="91" y="162"/>
                    <a:pt x="91" y="162"/>
                    <a:pt x="91" y="162"/>
                  </a:cubicBezTo>
                  <a:cubicBezTo>
                    <a:pt x="93" y="163"/>
                    <a:pt x="96" y="164"/>
                    <a:pt x="99" y="165"/>
                  </a:cubicBezTo>
                  <a:cubicBezTo>
                    <a:pt x="108" y="169"/>
                    <a:pt x="108" y="169"/>
                    <a:pt x="108" y="169"/>
                  </a:cubicBezTo>
                  <a:cubicBezTo>
                    <a:pt x="111" y="170"/>
                    <a:pt x="114" y="171"/>
                    <a:pt x="117" y="172"/>
                  </a:cubicBezTo>
                  <a:cubicBezTo>
                    <a:pt x="126" y="175"/>
                    <a:pt x="126" y="175"/>
                    <a:pt x="126" y="175"/>
                  </a:cubicBezTo>
                  <a:cubicBezTo>
                    <a:pt x="129" y="176"/>
                    <a:pt x="132" y="177"/>
                    <a:pt x="135" y="178"/>
                  </a:cubicBezTo>
                  <a:cubicBezTo>
                    <a:pt x="144" y="181"/>
                    <a:pt x="144" y="181"/>
                    <a:pt x="144" y="181"/>
                  </a:cubicBezTo>
                  <a:cubicBezTo>
                    <a:pt x="153" y="183"/>
                    <a:pt x="153" y="183"/>
                    <a:pt x="153" y="183"/>
                  </a:cubicBezTo>
                  <a:cubicBezTo>
                    <a:pt x="162" y="186"/>
                    <a:pt x="162" y="186"/>
                    <a:pt x="162" y="186"/>
                  </a:cubicBezTo>
                  <a:cubicBezTo>
                    <a:pt x="171" y="188"/>
                    <a:pt x="171" y="188"/>
                    <a:pt x="171" y="188"/>
                  </a:cubicBezTo>
                  <a:cubicBezTo>
                    <a:pt x="180" y="190"/>
                    <a:pt x="180" y="190"/>
                    <a:pt x="180" y="190"/>
                  </a:cubicBezTo>
                  <a:cubicBezTo>
                    <a:pt x="190" y="192"/>
                    <a:pt x="190" y="192"/>
                    <a:pt x="190" y="192"/>
                  </a:cubicBezTo>
                  <a:cubicBezTo>
                    <a:pt x="218" y="197"/>
                    <a:pt x="246" y="202"/>
                    <a:pt x="274" y="204"/>
                  </a:cubicBezTo>
                  <a:cubicBezTo>
                    <a:pt x="292" y="205"/>
                    <a:pt x="309" y="206"/>
                    <a:pt x="326" y="206"/>
                  </a:cubicBezTo>
                  <a:cubicBezTo>
                    <a:pt x="346" y="206"/>
                    <a:pt x="365" y="205"/>
                    <a:pt x="385" y="204"/>
                  </a:cubicBezTo>
                  <a:cubicBezTo>
                    <a:pt x="393" y="203"/>
                    <a:pt x="401" y="202"/>
                    <a:pt x="410" y="201"/>
                  </a:cubicBezTo>
                  <a:cubicBezTo>
                    <a:pt x="418" y="200"/>
                    <a:pt x="426" y="199"/>
                    <a:pt x="435" y="197"/>
                  </a:cubicBezTo>
                  <a:cubicBezTo>
                    <a:pt x="454" y="194"/>
                    <a:pt x="473" y="190"/>
                    <a:pt x="492" y="186"/>
                  </a:cubicBezTo>
                  <a:cubicBezTo>
                    <a:pt x="511" y="181"/>
                    <a:pt x="529" y="176"/>
                    <a:pt x="548" y="170"/>
                  </a:cubicBezTo>
                  <a:cubicBezTo>
                    <a:pt x="567" y="165"/>
                    <a:pt x="586" y="161"/>
                    <a:pt x="604" y="154"/>
                  </a:cubicBezTo>
                  <a:cubicBezTo>
                    <a:pt x="609" y="152"/>
                    <a:pt x="613" y="151"/>
                    <a:pt x="618" y="149"/>
                  </a:cubicBezTo>
                  <a:cubicBezTo>
                    <a:pt x="622" y="147"/>
                    <a:pt x="627" y="145"/>
                    <a:pt x="631" y="142"/>
                  </a:cubicBezTo>
                  <a:cubicBezTo>
                    <a:pt x="635" y="140"/>
                    <a:pt x="640" y="138"/>
                    <a:pt x="644" y="136"/>
                  </a:cubicBezTo>
                  <a:cubicBezTo>
                    <a:pt x="650" y="132"/>
                    <a:pt x="650" y="132"/>
                    <a:pt x="650" y="132"/>
                  </a:cubicBezTo>
                  <a:cubicBezTo>
                    <a:pt x="657" y="128"/>
                    <a:pt x="657" y="128"/>
                    <a:pt x="657" y="128"/>
                  </a:cubicBezTo>
                  <a:cubicBezTo>
                    <a:pt x="661" y="126"/>
                    <a:pt x="665" y="124"/>
                    <a:pt x="669" y="121"/>
                  </a:cubicBezTo>
                  <a:cubicBezTo>
                    <a:pt x="682" y="113"/>
                    <a:pt x="682" y="113"/>
                    <a:pt x="682" y="113"/>
                  </a:cubicBezTo>
                  <a:cubicBezTo>
                    <a:pt x="690" y="108"/>
                    <a:pt x="698" y="103"/>
                    <a:pt x="706" y="97"/>
                  </a:cubicBezTo>
                  <a:cubicBezTo>
                    <a:pt x="722" y="86"/>
                    <a:pt x="738" y="74"/>
                    <a:pt x="752" y="61"/>
                  </a:cubicBezTo>
                  <a:cubicBezTo>
                    <a:pt x="767" y="48"/>
                    <a:pt x="781" y="35"/>
                    <a:pt x="794" y="20"/>
                  </a:cubicBezTo>
                  <a:cubicBezTo>
                    <a:pt x="803" y="10"/>
                    <a:pt x="803" y="10"/>
                    <a:pt x="803" y="10"/>
                  </a:cubicBezTo>
                  <a:cubicBezTo>
                    <a:pt x="806" y="7"/>
                    <a:pt x="806" y="7"/>
                    <a:pt x="806" y="7"/>
                  </a:cubicBezTo>
                  <a:cubicBezTo>
                    <a:pt x="807" y="7"/>
                    <a:pt x="808" y="6"/>
                    <a:pt x="808" y="5"/>
                  </a:cubicBezTo>
                  <a:cubicBezTo>
                    <a:pt x="809" y="4"/>
                    <a:pt x="808" y="3"/>
                    <a:pt x="808" y="2"/>
                  </a:cubicBezTo>
                  <a:cubicBezTo>
                    <a:pt x="807" y="1"/>
                    <a:pt x="806" y="0"/>
                    <a:pt x="804"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dirty="0"/>
            </a:p>
          </p:txBody>
        </p:sp>
        <p:sp>
          <p:nvSpPr>
            <p:cNvPr id="28" name="Freeform 73">
              <a:extLst>
                <a:ext uri="{FF2B5EF4-FFF2-40B4-BE49-F238E27FC236}">
                  <a16:creationId xmlns:a16="http://schemas.microsoft.com/office/drawing/2014/main" id="{BBBA112D-BF23-2D42-78CD-370E94CC2414}"/>
                </a:ext>
              </a:extLst>
            </p:cNvPr>
            <p:cNvSpPr>
              <a:spLocks noChangeAspect="1"/>
            </p:cNvSpPr>
            <p:nvPr/>
          </p:nvSpPr>
          <p:spPr bwMode="auto">
            <a:xfrm>
              <a:off x="7623558" y="3192341"/>
              <a:ext cx="110491" cy="127001"/>
            </a:xfrm>
            <a:custGeom>
              <a:avLst/>
              <a:gdLst>
                <a:gd name="T0" fmla="*/ 246 w 246"/>
                <a:gd name="T1" fmla="*/ 0 h 283"/>
                <a:gd name="T2" fmla="*/ 246 w 246"/>
                <a:gd name="T3" fmla="*/ 0 h 283"/>
                <a:gd name="T4" fmla="*/ 245 w 246"/>
                <a:gd name="T5" fmla="*/ 0 h 283"/>
                <a:gd name="T6" fmla="*/ 244 w 246"/>
                <a:gd name="T7" fmla="*/ 0 h 283"/>
                <a:gd name="T8" fmla="*/ 238 w 246"/>
                <a:gd name="T9" fmla="*/ 2 h 283"/>
                <a:gd name="T10" fmla="*/ 226 w 246"/>
                <a:gd name="T11" fmla="*/ 6 h 283"/>
                <a:gd name="T12" fmla="*/ 220 w 246"/>
                <a:gd name="T13" fmla="*/ 7 h 283"/>
                <a:gd name="T14" fmla="*/ 215 w 246"/>
                <a:gd name="T15" fmla="*/ 9 h 283"/>
                <a:gd name="T16" fmla="*/ 195 w 246"/>
                <a:gd name="T17" fmla="*/ 16 h 283"/>
                <a:gd name="T18" fmla="*/ 178 w 246"/>
                <a:gd name="T19" fmla="*/ 21 h 283"/>
                <a:gd name="T20" fmla="*/ 145 w 246"/>
                <a:gd name="T21" fmla="*/ 28 h 283"/>
                <a:gd name="T22" fmla="*/ 112 w 246"/>
                <a:gd name="T23" fmla="*/ 37 h 283"/>
                <a:gd name="T24" fmla="*/ 78 w 246"/>
                <a:gd name="T25" fmla="*/ 45 h 283"/>
                <a:gd name="T26" fmla="*/ 45 w 246"/>
                <a:gd name="T27" fmla="*/ 55 h 283"/>
                <a:gd name="T28" fmla="*/ 12 w 246"/>
                <a:gd name="T29" fmla="*/ 66 h 283"/>
                <a:gd name="T30" fmla="*/ 4 w 246"/>
                <a:gd name="T31" fmla="*/ 70 h 283"/>
                <a:gd name="T32" fmla="*/ 2 w 246"/>
                <a:gd name="T33" fmla="*/ 70 h 283"/>
                <a:gd name="T34" fmla="*/ 0 w 246"/>
                <a:gd name="T35" fmla="*/ 71 h 283"/>
                <a:gd name="T36" fmla="*/ 0 w 246"/>
                <a:gd name="T37" fmla="*/ 74 h 283"/>
                <a:gd name="T38" fmla="*/ 3 w 246"/>
                <a:gd name="T39" fmla="*/ 78 h 283"/>
                <a:gd name="T40" fmla="*/ 3 w 246"/>
                <a:gd name="T41" fmla="*/ 77 h 283"/>
                <a:gd name="T42" fmla="*/ 63 w 246"/>
                <a:gd name="T43" fmla="*/ 63 h 283"/>
                <a:gd name="T44" fmla="*/ 79 w 246"/>
                <a:gd name="T45" fmla="*/ 60 h 283"/>
                <a:gd name="T46" fmla="*/ 95 w 246"/>
                <a:gd name="T47" fmla="*/ 57 h 283"/>
                <a:gd name="T48" fmla="*/ 126 w 246"/>
                <a:gd name="T49" fmla="*/ 51 h 283"/>
                <a:gd name="T50" fmla="*/ 158 w 246"/>
                <a:gd name="T51" fmla="*/ 45 h 283"/>
                <a:gd name="T52" fmla="*/ 174 w 246"/>
                <a:gd name="T53" fmla="*/ 42 h 283"/>
                <a:gd name="T54" fmla="*/ 195 w 246"/>
                <a:gd name="T55" fmla="*/ 39 h 283"/>
                <a:gd name="T56" fmla="*/ 210 w 246"/>
                <a:gd name="T57" fmla="*/ 36 h 283"/>
                <a:gd name="T58" fmla="*/ 210 w 246"/>
                <a:gd name="T59" fmla="*/ 36 h 283"/>
                <a:gd name="T60" fmla="*/ 210 w 246"/>
                <a:gd name="T61" fmla="*/ 36 h 283"/>
                <a:gd name="T62" fmla="*/ 210 w 246"/>
                <a:gd name="T63" fmla="*/ 36 h 283"/>
                <a:gd name="T64" fmla="*/ 210 w 246"/>
                <a:gd name="T65" fmla="*/ 37 h 283"/>
                <a:gd name="T66" fmla="*/ 209 w 246"/>
                <a:gd name="T67" fmla="*/ 37 h 283"/>
                <a:gd name="T68" fmla="*/ 209 w 246"/>
                <a:gd name="T69" fmla="*/ 37 h 283"/>
                <a:gd name="T70" fmla="*/ 209 w 246"/>
                <a:gd name="T71" fmla="*/ 39 h 283"/>
                <a:gd name="T72" fmla="*/ 208 w 246"/>
                <a:gd name="T73" fmla="*/ 43 h 283"/>
                <a:gd name="T74" fmla="*/ 206 w 246"/>
                <a:gd name="T75" fmla="*/ 51 h 283"/>
                <a:gd name="T76" fmla="*/ 199 w 246"/>
                <a:gd name="T77" fmla="*/ 82 h 283"/>
                <a:gd name="T78" fmla="*/ 189 w 246"/>
                <a:gd name="T79" fmla="*/ 132 h 283"/>
                <a:gd name="T80" fmla="*/ 182 w 246"/>
                <a:gd name="T81" fmla="*/ 176 h 283"/>
                <a:gd name="T82" fmla="*/ 174 w 246"/>
                <a:gd name="T83" fmla="*/ 221 h 283"/>
                <a:gd name="T84" fmla="*/ 171 w 246"/>
                <a:gd name="T85" fmla="*/ 243 h 283"/>
                <a:gd name="T86" fmla="*/ 168 w 246"/>
                <a:gd name="T87" fmla="*/ 268 h 283"/>
                <a:gd name="T88" fmla="*/ 171 w 246"/>
                <a:gd name="T89" fmla="*/ 276 h 283"/>
                <a:gd name="T90" fmla="*/ 177 w 246"/>
                <a:gd name="T91" fmla="*/ 280 h 283"/>
                <a:gd name="T92" fmla="*/ 184 w 246"/>
                <a:gd name="T93" fmla="*/ 283 h 283"/>
                <a:gd name="T94" fmla="*/ 185 w 246"/>
                <a:gd name="T95" fmla="*/ 283 h 283"/>
                <a:gd name="T96" fmla="*/ 190 w 246"/>
                <a:gd name="T97" fmla="*/ 281 h 283"/>
                <a:gd name="T98" fmla="*/ 195 w 246"/>
                <a:gd name="T99" fmla="*/ 271 h 283"/>
                <a:gd name="T100" fmla="*/ 202 w 246"/>
                <a:gd name="T101" fmla="*/ 243 h 283"/>
                <a:gd name="T102" fmla="*/ 205 w 246"/>
                <a:gd name="T103" fmla="*/ 229 h 283"/>
                <a:gd name="T104" fmla="*/ 208 w 246"/>
                <a:gd name="T105" fmla="*/ 207 h 283"/>
                <a:gd name="T106" fmla="*/ 211 w 246"/>
                <a:gd name="T107" fmla="*/ 186 h 283"/>
                <a:gd name="T108" fmla="*/ 215 w 246"/>
                <a:gd name="T109" fmla="*/ 164 h 283"/>
                <a:gd name="T110" fmla="*/ 224 w 246"/>
                <a:gd name="T111" fmla="*/ 115 h 283"/>
                <a:gd name="T112" fmla="*/ 237 w 246"/>
                <a:gd name="T113" fmla="*/ 52 h 283"/>
                <a:gd name="T114" fmla="*/ 238 w 246"/>
                <a:gd name="T115" fmla="*/ 45 h 283"/>
                <a:gd name="T116" fmla="*/ 240 w 246"/>
                <a:gd name="T117" fmla="*/ 35 h 283"/>
                <a:gd name="T118" fmla="*/ 244 w 246"/>
                <a:gd name="T119" fmla="*/ 14 h 283"/>
                <a:gd name="T120" fmla="*/ 246 w 246"/>
                <a:gd name="T121" fmla="*/ 2 h 283"/>
                <a:gd name="T122" fmla="*/ 246 w 246"/>
                <a:gd name="T123" fmla="*/ 0 h 283"/>
                <a:gd name="T124" fmla="*/ 246 w 246"/>
                <a:gd name="T125"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6" h="283">
                  <a:moveTo>
                    <a:pt x="246" y="0"/>
                  </a:moveTo>
                  <a:cubicBezTo>
                    <a:pt x="246" y="0"/>
                    <a:pt x="246" y="0"/>
                    <a:pt x="246" y="0"/>
                  </a:cubicBezTo>
                  <a:cubicBezTo>
                    <a:pt x="245" y="0"/>
                    <a:pt x="245" y="0"/>
                    <a:pt x="245" y="0"/>
                  </a:cubicBezTo>
                  <a:cubicBezTo>
                    <a:pt x="244" y="0"/>
                    <a:pt x="244" y="0"/>
                    <a:pt x="244" y="0"/>
                  </a:cubicBezTo>
                  <a:cubicBezTo>
                    <a:pt x="238" y="2"/>
                    <a:pt x="238" y="2"/>
                    <a:pt x="238" y="2"/>
                  </a:cubicBezTo>
                  <a:cubicBezTo>
                    <a:pt x="226" y="6"/>
                    <a:pt x="226" y="6"/>
                    <a:pt x="226" y="6"/>
                  </a:cubicBezTo>
                  <a:cubicBezTo>
                    <a:pt x="220" y="7"/>
                    <a:pt x="220" y="7"/>
                    <a:pt x="220" y="7"/>
                  </a:cubicBezTo>
                  <a:cubicBezTo>
                    <a:pt x="215" y="9"/>
                    <a:pt x="215" y="9"/>
                    <a:pt x="215" y="9"/>
                  </a:cubicBezTo>
                  <a:cubicBezTo>
                    <a:pt x="207" y="11"/>
                    <a:pt x="200" y="14"/>
                    <a:pt x="195" y="16"/>
                  </a:cubicBezTo>
                  <a:cubicBezTo>
                    <a:pt x="189" y="17"/>
                    <a:pt x="184" y="19"/>
                    <a:pt x="178" y="21"/>
                  </a:cubicBezTo>
                  <a:cubicBezTo>
                    <a:pt x="167" y="24"/>
                    <a:pt x="156" y="26"/>
                    <a:pt x="145" y="28"/>
                  </a:cubicBezTo>
                  <a:cubicBezTo>
                    <a:pt x="134" y="30"/>
                    <a:pt x="123" y="34"/>
                    <a:pt x="112" y="37"/>
                  </a:cubicBezTo>
                  <a:cubicBezTo>
                    <a:pt x="100" y="40"/>
                    <a:pt x="89" y="42"/>
                    <a:pt x="78" y="45"/>
                  </a:cubicBezTo>
                  <a:cubicBezTo>
                    <a:pt x="67" y="48"/>
                    <a:pt x="56" y="51"/>
                    <a:pt x="45" y="55"/>
                  </a:cubicBezTo>
                  <a:cubicBezTo>
                    <a:pt x="34" y="58"/>
                    <a:pt x="23" y="62"/>
                    <a:pt x="12" y="66"/>
                  </a:cubicBezTo>
                  <a:cubicBezTo>
                    <a:pt x="9" y="67"/>
                    <a:pt x="7" y="69"/>
                    <a:pt x="4" y="70"/>
                  </a:cubicBezTo>
                  <a:cubicBezTo>
                    <a:pt x="2" y="70"/>
                    <a:pt x="2" y="70"/>
                    <a:pt x="2" y="70"/>
                  </a:cubicBezTo>
                  <a:cubicBezTo>
                    <a:pt x="2" y="71"/>
                    <a:pt x="1" y="71"/>
                    <a:pt x="0" y="71"/>
                  </a:cubicBezTo>
                  <a:cubicBezTo>
                    <a:pt x="0" y="72"/>
                    <a:pt x="0" y="73"/>
                    <a:pt x="0" y="74"/>
                  </a:cubicBezTo>
                  <a:cubicBezTo>
                    <a:pt x="0" y="76"/>
                    <a:pt x="2" y="78"/>
                    <a:pt x="3" y="78"/>
                  </a:cubicBezTo>
                  <a:cubicBezTo>
                    <a:pt x="3" y="78"/>
                    <a:pt x="3" y="77"/>
                    <a:pt x="3" y="77"/>
                  </a:cubicBezTo>
                  <a:cubicBezTo>
                    <a:pt x="23" y="72"/>
                    <a:pt x="43" y="66"/>
                    <a:pt x="63" y="63"/>
                  </a:cubicBezTo>
                  <a:cubicBezTo>
                    <a:pt x="69" y="62"/>
                    <a:pt x="74" y="61"/>
                    <a:pt x="79" y="60"/>
                  </a:cubicBezTo>
                  <a:cubicBezTo>
                    <a:pt x="95" y="57"/>
                    <a:pt x="95" y="57"/>
                    <a:pt x="95" y="57"/>
                  </a:cubicBezTo>
                  <a:cubicBezTo>
                    <a:pt x="126" y="51"/>
                    <a:pt x="126" y="51"/>
                    <a:pt x="126" y="51"/>
                  </a:cubicBezTo>
                  <a:cubicBezTo>
                    <a:pt x="137" y="48"/>
                    <a:pt x="148" y="46"/>
                    <a:pt x="158" y="45"/>
                  </a:cubicBezTo>
                  <a:cubicBezTo>
                    <a:pt x="164" y="44"/>
                    <a:pt x="169" y="43"/>
                    <a:pt x="174" y="42"/>
                  </a:cubicBezTo>
                  <a:cubicBezTo>
                    <a:pt x="180" y="41"/>
                    <a:pt x="188" y="40"/>
                    <a:pt x="195" y="39"/>
                  </a:cubicBezTo>
                  <a:cubicBezTo>
                    <a:pt x="200" y="38"/>
                    <a:pt x="205" y="37"/>
                    <a:pt x="210" y="36"/>
                  </a:cubicBezTo>
                  <a:cubicBezTo>
                    <a:pt x="210" y="36"/>
                    <a:pt x="210" y="36"/>
                    <a:pt x="210" y="36"/>
                  </a:cubicBezTo>
                  <a:cubicBezTo>
                    <a:pt x="210" y="36"/>
                    <a:pt x="210" y="36"/>
                    <a:pt x="210" y="36"/>
                  </a:cubicBezTo>
                  <a:cubicBezTo>
                    <a:pt x="210" y="36"/>
                    <a:pt x="210" y="36"/>
                    <a:pt x="210" y="36"/>
                  </a:cubicBezTo>
                  <a:cubicBezTo>
                    <a:pt x="210" y="37"/>
                    <a:pt x="210" y="37"/>
                    <a:pt x="210" y="37"/>
                  </a:cubicBezTo>
                  <a:cubicBezTo>
                    <a:pt x="209" y="37"/>
                    <a:pt x="209" y="37"/>
                    <a:pt x="209" y="37"/>
                  </a:cubicBezTo>
                  <a:cubicBezTo>
                    <a:pt x="209" y="37"/>
                    <a:pt x="209" y="37"/>
                    <a:pt x="209" y="37"/>
                  </a:cubicBezTo>
                  <a:cubicBezTo>
                    <a:pt x="209" y="39"/>
                    <a:pt x="209" y="39"/>
                    <a:pt x="209" y="39"/>
                  </a:cubicBezTo>
                  <a:cubicBezTo>
                    <a:pt x="208" y="43"/>
                    <a:pt x="208" y="43"/>
                    <a:pt x="208" y="43"/>
                  </a:cubicBezTo>
                  <a:cubicBezTo>
                    <a:pt x="206" y="51"/>
                    <a:pt x="206" y="51"/>
                    <a:pt x="206" y="51"/>
                  </a:cubicBezTo>
                  <a:cubicBezTo>
                    <a:pt x="203" y="61"/>
                    <a:pt x="201" y="72"/>
                    <a:pt x="199" y="82"/>
                  </a:cubicBezTo>
                  <a:cubicBezTo>
                    <a:pt x="195" y="99"/>
                    <a:pt x="192" y="115"/>
                    <a:pt x="189" y="132"/>
                  </a:cubicBezTo>
                  <a:cubicBezTo>
                    <a:pt x="182" y="176"/>
                    <a:pt x="182" y="176"/>
                    <a:pt x="182" y="176"/>
                  </a:cubicBezTo>
                  <a:cubicBezTo>
                    <a:pt x="179" y="191"/>
                    <a:pt x="177" y="206"/>
                    <a:pt x="174" y="221"/>
                  </a:cubicBezTo>
                  <a:cubicBezTo>
                    <a:pt x="171" y="243"/>
                    <a:pt x="171" y="243"/>
                    <a:pt x="171" y="243"/>
                  </a:cubicBezTo>
                  <a:cubicBezTo>
                    <a:pt x="169" y="251"/>
                    <a:pt x="167" y="260"/>
                    <a:pt x="168" y="268"/>
                  </a:cubicBezTo>
                  <a:cubicBezTo>
                    <a:pt x="168" y="270"/>
                    <a:pt x="168" y="273"/>
                    <a:pt x="171" y="276"/>
                  </a:cubicBezTo>
                  <a:cubicBezTo>
                    <a:pt x="173" y="277"/>
                    <a:pt x="175" y="279"/>
                    <a:pt x="177" y="280"/>
                  </a:cubicBezTo>
                  <a:cubicBezTo>
                    <a:pt x="179" y="282"/>
                    <a:pt x="181" y="283"/>
                    <a:pt x="184" y="283"/>
                  </a:cubicBezTo>
                  <a:cubicBezTo>
                    <a:pt x="184" y="283"/>
                    <a:pt x="184" y="283"/>
                    <a:pt x="185" y="283"/>
                  </a:cubicBezTo>
                  <a:cubicBezTo>
                    <a:pt x="187" y="283"/>
                    <a:pt x="189" y="282"/>
                    <a:pt x="190" y="281"/>
                  </a:cubicBezTo>
                  <a:cubicBezTo>
                    <a:pt x="193" y="278"/>
                    <a:pt x="194" y="274"/>
                    <a:pt x="195" y="271"/>
                  </a:cubicBezTo>
                  <a:cubicBezTo>
                    <a:pt x="198" y="262"/>
                    <a:pt x="200" y="252"/>
                    <a:pt x="202" y="243"/>
                  </a:cubicBezTo>
                  <a:cubicBezTo>
                    <a:pt x="203" y="238"/>
                    <a:pt x="204" y="233"/>
                    <a:pt x="205" y="229"/>
                  </a:cubicBezTo>
                  <a:cubicBezTo>
                    <a:pt x="208" y="207"/>
                    <a:pt x="208" y="207"/>
                    <a:pt x="208" y="207"/>
                  </a:cubicBezTo>
                  <a:cubicBezTo>
                    <a:pt x="211" y="186"/>
                    <a:pt x="211" y="186"/>
                    <a:pt x="211" y="186"/>
                  </a:cubicBezTo>
                  <a:cubicBezTo>
                    <a:pt x="215" y="164"/>
                    <a:pt x="215" y="164"/>
                    <a:pt x="215" y="164"/>
                  </a:cubicBezTo>
                  <a:cubicBezTo>
                    <a:pt x="217" y="148"/>
                    <a:pt x="221" y="132"/>
                    <a:pt x="224" y="115"/>
                  </a:cubicBezTo>
                  <a:cubicBezTo>
                    <a:pt x="237" y="52"/>
                    <a:pt x="237" y="52"/>
                    <a:pt x="237" y="52"/>
                  </a:cubicBezTo>
                  <a:cubicBezTo>
                    <a:pt x="238" y="45"/>
                    <a:pt x="238" y="45"/>
                    <a:pt x="238" y="45"/>
                  </a:cubicBezTo>
                  <a:cubicBezTo>
                    <a:pt x="240" y="35"/>
                    <a:pt x="240" y="35"/>
                    <a:pt x="240" y="35"/>
                  </a:cubicBezTo>
                  <a:cubicBezTo>
                    <a:pt x="242" y="27"/>
                    <a:pt x="243" y="20"/>
                    <a:pt x="244" y="14"/>
                  </a:cubicBezTo>
                  <a:cubicBezTo>
                    <a:pt x="244" y="10"/>
                    <a:pt x="245" y="6"/>
                    <a:pt x="246" y="2"/>
                  </a:cubicBezTo>
                  <a:cubicBezTo>
                    <a:pt x="246" y="0"/>
                    <a:pt x="246" y="0"/>
                    <a:pt x="246" y="0"/>
                  </a:cubicBezTo>
                  <a:cubicBezTo>
                    <a:pt x="246" y="0"/>
                    <a:pt x="246" y="0"/>
                    <a:pt x="246"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a:p>
          </p:txBody>
        </p:sp>
      </p:grpSp>
      <p:sp>
        <p:nvSpPr>
          <p:cNvPr id="30" name="テキスト ボックス 29">
            <a:extLst>
              <a:ext uri="{FF2B5EF4-FFF2-40B4-BE49-F238E27FC236}">
                <a16:creationId xmlns:a16="http://schemas.microsoft.com/office/drawing/2014/main" id="{8DC0C562-E655-C600-DEF8-0CC92ACF18DD}"/>
              </a:ext>
            </a:extLst>
          </p:cNvPr>
          <p:cNvSpPr txBox="1"/>
          <p:nvPr/>
        </p:nvSpPr>
        <p:spPr>
          <a:xfrm>
            <a:off x="3741095" y="3134905"/>
            <a:ext cx="1883445" cy="646331"/>
          </a:xfrm>
          <a:prstGeom prst="rect">
            <a:avLst/>
          </a:prstGeom>
          <a:noFill/>
        </p:spPr>
        <p:txBody>
          <a:bodyPr wrap="square" rtlCol="0">
            <a:spAutoFit/>
          </a:bodyPr>
          <a:lstStyle/>
          <a:p>
            <a:pPr algn="ctr"/>
            <a:r>
              <a:rPr kumimoji="1" lang="en-US" altLang="ja-JP" sz="1200" dirty="0"/>
              <a:t>Excel</a:t>
            </a:r>
            <a:r>
              <a:rPr kumimoji="1" lang="ja-JP" altLang="en-US" sz="1200" dirty="0"/>
              <a:t> から </a:t>
            </a:r>
            <a:endParaRPr kumimoji="1" lang="en-US" altLang="ja-JP" sz="1200" dirty="0"/>
          </a:p>
          <a:p>
            <a:pPr algn="ctr"/>
            <a:r>
              <a:rPr kumimoji="1" lang="ja-JP" altLang="en-US" sz="1200" dirty="0"/>
              <a:t>設定用</a:t>
            </a:r>
            <a:r>
              <a:rPr kumimoji="1" lang="en-US" altLang="ja-JP" sz="1200" dirty="0"/>
              <a:t>csv</a:t>
            </a:r>
            <a:r>
              <a:rPr kumimoji="1" lang="ja-JP" altLang="en-US" sz="1200" dirty="0"/>
              <a:t>出力</a:t>
            </a:r>
            <a:endParaRPr kumimoji="1" lang="en-US" altLang="ja-JP" sz="1200" dirty="0"/>
          </a:p>
          <a:p>
            <a:pPr algn="ctr"/>
            <a:r>
              <a:rPr kumimoji="1" lang="en-US" altLang="ja-JP" sz="1200" dirty="0"/>
              <a:t>exe </a:t>
            </a:r>
            <a:r>
              <a:rPr kumimoji="1" lang="ja-JP" altLang="en-US" sz="1200" dirty="0"/>
              <a:t>で </a:t>
            </a:r>
            <a:r>
              <a:rPr kumimoji="1" lang="en-US" altLang="ja-JP" sz="1200" dirty="0"/>
              <a:t>csv</a:t>
            </a:r>
            <a:r>
              <a:rPr kumimoji="1" lang="ja-JP" altLang="en-US" sz="1200" dirty="0"/>
              <a:t>読込</a:t>
            </a:r>
            <a:endParaRPr kumimoji="1" lang="en-US" altLang="ja-JP" sz="1200" dirty="0"/>
          </a:p>
        </p:txBody>
      </p:sp>
      <p:sp>
        <p:nvSpPr>
          <p:cNvPr id="2" name="スライド番号プレースホルダー 1">
            <a:extLst>
              <a:ext uri="{FF2B5EF4-FFF2-40B4-BE49-F238E27FC236}">
                <a16:creationId xmlns:a16="http://schemas.microsoft.com/office/drawing/2014/main" id="{F636FBC4-0731-2677-7825-4147061D891E}"/>
              </a:ext>
            </a:extLst>
          </p:cNvPr>
          <p:cNvSpPr txBox="1">
            <a:spLocks/>
          </p:cNvSpPr>
          <p:nvPr/>
        </p:nvSpPr>
        <p:spPr>
          <a:xfrm>
            <a:off x="7530413" y="4665373"/>
            <a:ext cx="1236216" cy="28123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CAF52D-4F9C-4C98-97E5-368871F90D31}" type="slidenum">
              <a:rPr kumimoji="1" lang="ja-JP" altLang="en-US" smtClean="0"/>
              <a:pPr algn="r"/>
              <a:t>4</a:t>
            </a:fld>
            <a:endParaRPr kumimoji="1" lang="ja-JP" altLang="en-US" dirty="0"/>
          </a:p>
        </p:txBody>
      </p:sp>
      <p:pic>
        <p:nvPicPr>
          <p:cNvPr id="1025" name="Picture 4" descr="csv icon">
            <a:extLst>
              <a:ext uri="{FF2B5EF4-FFF2-40B4-BE49-F238E27FC236}">
                <a16:creationId xmlns:a16="http://schemas.microsoft.com/office/drawing/2014/main" id="{7162D1F7-F624-71F3-4D03-C923B29EF2F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30776" y="2772456"/>
            <a:ext cx="303402" cy="303402"/>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144">
            <a:extLst>
              <a:ext uri="{FF2B5EF4-FFF2-40B4-BE49-F238E27FC236}">
                <a16:creationId xmlns:a16="http://schemas.microsoft.com/office/drawing/2014/main" id="{44CE3BCD-BAE7-DC98-0778-27770CB147FE}"/>
              </a:ext>
            </a:extLst>
          </p:cNvPr>
          <p:cNvGrpSpPr/>
          <p:nvPr/>
        </p:nvGrpSpPr>
        <p:grpSpPr>
          <a:xfrm rot="18517701" flipH="1">
            <a:off x="4103710" y="2480044"/>
            <a:ext cx="366279" cy="193039"/>
            <a:chOff x="7314313" y="3192341"/>
            <a:chExt cx="419736" cy="140698"/>
          </a:xfrm>
          <a:solidFill>
            <a:schemeClr val="accent2"/>
          </a:solidFill>
        </p:grpSpPr>
        <p:sp>
          <p:nvSpPr>
            <p:cNvPr id="1024" name="Freeform 72">
              <a:extLst>
                <a:ext uri="{FF2B5EF4-FFF2-40B4-BE49-F238E27FC236}">
                  <a16:creationId xmlns:a16="http://schemas.microsoft.com/office/drawing/2014/main" id="{5DC62CA1-A0B8-19B7-D131-50814E9EF4E9}"/>
                </a:ext>
              </a:extLst>
            </p:cNvPr>
            <p:cNvSpPr>
              <a:spLocks noChangeAspect="1"/>
            </p:cNvSpPr>
            <p:nvPr/>
          </p:nvSpPr>
          <p:spPr bwMode="auto">
            <a:xfrm>
              <a:off x="7314313" y="3240329"/>
              <a:ext cx="364491" cy="92710"/>
            </a:xfrm>
            <a:custGeom>
              <a:avLst/>
              <a:gdLst>
                <a:gd name="T0" fmla="*/ 803 w 809"/>
                <a:gd name="T1" fmla="*/ 1 h 206"/>
                <a:gd name="T2" fmla="*/ 723 w 809"/>
                <a:gd name="T3" fmla="*/ 68 h 206"/>
                <a:gd name="T4" fmla="*/ 690 w 809"/>
                <a:gd name="T5" fmla="*/ 90 h 206"/>
                <a:gd name="T6" fmla="*/ 632 w 809"/>
                <a:gd name="T7" fmla="*/ 122 h 206"/>
                <a:gd name="T8" fmla="*/ 577 w 809"/>
                <a:gd name="T9" fmla="*/ 143 h 206"/>
                <a:gd name="T10" fmla="*/ 558 w 809"/>
                <a:gd name="T11" fmla="*/ 148 h 206"/>
                <a:gd name="T12" fmla="*/ 524 w 809"/>
                <a:gd name="T13" fmla="*/ 154 h 206"/>
                <a:gd name="T14" fmla="*/ 499 w 809"/>
                <a:gd name="T15" fmla="*/ 159 h 206"/>
                <a:gd name="T16" fmla="*/ 475 w 809"/>
                <a:gd name="T17" fmla="*/ 163 h 206"/>
                <a:gd name="T18" fmla="*/ 464 w 809"/>
                <a:gd name="T19" fmla="*/ 165 h 206"/>
                <a:gd name="T20" fmla="*/ 426 w 809"/>
                <a:gd name="T21" fmla="*/ 170 h 206"/>
                <a:gd name="T22" fmla="*/ 337 w 809"/>
                <a:gd name="T23" fmla="*/ 175 h 206"/>
                <a:gd name="T24" fmla="*/ 239 w 809"/>
                <a:gd name="T25" fmla="*/ 169 h 206"/>
                <a:gd name="T26" fmla="*/ 96 w 809"/>
                <a:gd name="T27" fmla="*/ 131 h 206"/>
                <a:gd name="T28" fmla="*/ 80 w 809"/>
                <a:gd name="T29" fmla="*/ 123 h 206"/>
                <a:gd name="T30" fmla="*/ 59 w 809"/>
                <a:gd name="T31" fmla="*/ 112 h 206"/>
                <a:gd name="T32" fmla="*/ 45 w 809"/>
                <a:gd name="T33" fmla="*/ 104 h 206"/>
                <a:gd name="T34" fmla="*/ 17 w 809"/>
                <a:gd name="T35" fmla="*/ 91 h 206"/>
                <a:gd name="T36" fmla="*/ 7 w 809"/>
                <a:gd name="T37" fmla="*/ 94 h 206"/>
                <a:gd name="T38" fmla="*/ 3 w 809"/>
                <a:gd name="T39" fmla="*/ 107 h 206"/>
                <a:gd name="T40" fmla="*/ 26 w 809"/>
                <a:gd name="T41" fmla="*/ 127 h 206"/>
                <a:gd name="T42" fmla="*/ 42 w 809"/>
                <a:gd name="T43" fmla="*/ 138 h 206"/>
                <a:gd name="T44" fmla="*/ 59 w 809"/>
                <a:gd name="T45" fmla="*/ 148 h 206"/>
                <a:gd name="T46" fmla="*/ 76 w 809"/>
                <a:gd name="T47" fmla="*/ 156 h 206"/>
                <a:gd name="T48" fmla="*/ 91 w 809"/>
                <a:gd name="T49" fmla="*/ 162 h 206"/>
                <a:gd name="T50" fmla="*/ 108 w 809"/>
                <a:gd name="T51" fmla="*/ 169 h 206"/>
                <a:gd name="T52" fmla="*/ 126 w 809"/>
                <a:gd name="T53" fmla="*/ 175 h 206"/>
                <a:gd name="T54" fmla="*/ 144 w 809"/>
                <a:gd name="T55" fmla="*/ 181 h 206"/>
                <a:gd name="T56" fmla="*/ 162 w 809"/>
                <a:gd name="T57" fmla="*/ 186 h 206"/>
                <a:gd name="T58" fmla="*/ 180 w 809"/>
                <a:gd name="T59" fmla="*/ 190 h 206"/>
                <a:gd name="T60" fmla="*/ 274 w 809"/>
                <a:gd name="T61" fmla="*/ 204 h 206"/>
                <a:gd name="T62" fmla="*/ 385 w 809"/>
                <a:gd name="T63" fmla="*/ 204 h 206"/>
                <a:gd name="T64" fmla="*/ 435 w 809"/>
                <a:gd name="T65" fmla="*/ 197 h 206"/>
                <a:gd name="T66" fmla="*/ 548 w 809"/>
                <a:gd name="T67" fmla="*/ 170 h 206"/>
                <a:gd name="T68" fmla="*/ 618 w 809"/>
                <a:gd name="T69" fmla="*/ 149 h 206"/>
                <a:gd name="T70" fmla="*/ 644 w 809"/>
                <a:gd name="T71" fmla="*/ 136 h 206"/>
                <a:gd name="T72" fmla="*/ 657 w 809"/>
                <a:gd name="T73" fmla="*/ 128 h 206"/>
                <a:gd name="T74" fmla="*/ 682 w 809"/>
                <a:gd name="T75" fmla="*/ 113 h 206"/>
                <a:gd name="T76" fmla="*/ 752 w 809"/>
                <a:gd name="T77" fmla="*/ 61 h 206"/>
                <a:gd name="T78" fmla="*/ 803 w 809"/>
                <a:gd name="T79" fmla="*/ 10 h 206"/>
                <a:gd name="T80" fmla="*/ 808 w 809"/>
                <a:gd name="T81" fmla="*/ 5 h 206"/>
                <a:gd name="T82" fmla="*/ 804 w 809"/>
                <a:gd name="T83"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9" h="206">
                  <a:moveTo>
                    <a:pt x="804" y="0"/>
                  </a:moveTo>
                  <a:cubicBezTo>
                    <a:pt x="804" y="0"/>
                    <a:pt x="803" y="1"/>
                    <a:pt x="803" y="1"/>
                  </a:cubicBezTo>
                  <a:cubicBezTo>
                    <a:pt x="790" y="13"/>
                    <a:pt x="777" y="25"/>
                    <a:pt x="764" y="36"/>
                  </a:cubicBezTo>
                  <a:cubicBezTo>
                    <a:pt x="751" y="48"/>
                    <a:pt x="737" y="59"/>
                    <a:pt x="723" y="68"/>
                  </a:cubicBezTo>
                  <a:cubicBezTo>
                    <a:pt x="716" y="73"/>
                    <a:pt x="708" y="78"/>
                    <a:pt x="701" y="83"/>
                  </a:cubicBezTo>
                  <a:cubicBezTo>
                    <a:pt x="690" y="90"/>
                    <a:pt x="690" y="90"/>
                    <a:pt x="690" y="90"/>
                  </a:cubicBezTo>
                  <a:cubicBezTo>
                    <a:pt x="679" y="97"/>
                    <a:pt x="679" y="97"/>
                    <a:pt x="679" y="97"/>
                  </a:cubicBezTo>
                  <a:cubicBezTo>
                    <a:pt x="663" y="106"/>
                    <a:pt x="648" y="115"/>
                    <a:pt x="632" y="122"/>
                  </a:cubicBezTo>
                  <a:cubicBezTo>
                    <a:pt x="616" y="130"/>
                    <a:pt x="600" y="136"/>
                    <a:pt x="583" y="141"/>
                  </a:cubicBezTo>
                  <a:cubicBezTo>
                    <a:pt x="581" y="142"/>
                    <a:pt x="579" y="143"/>
                    <a:pt x="577" y="143"/>
                  </a:cubicBezTo>
                  <a:cubicBezTo>
                    <a:pt x="570" y="145"/>
                    <a:pt x="570" y="145"/>
                    <a:pt x="570" y="145"/>
                  </a:cubicBezTo>
                  <a:cubicBezTo>
                    <a:pt x="566" y="146"/>
                    <a:pt x="562" y="147"/>
                    <a:pt x="558" y="148"/>
                  </a:cubicBezTo>
                  <a:cubicBezTo>
                    <a:pt x="553" y="149"/>
                    <a:pt x="548" y="150"/>
                    <a:pt x="542" y="151"/>
                  </a:cubicBezTo>
                  <a:cubicBezTo>
                    <a:pt x="536" y="152"/>
                    <a:pt x="530" y="153"/>
                    <a:pt x="524" y="154"/>
                  </a:cubicBezTo>
                  <a:cubicBezTo>
                    <a:pt x="520" y="155"/>
                    <a:pt x="516" y="156"/>
                    <a:pt x="512" y="157"/>
                  </a:cubicBezTo>
                  <a:cubicBezTo>
                    <a:pt x="507" y="158"/>
                    <a:pt x="503" y="158"/>
                    <a:pt x="499" y="159"/>
                  </a:cubicBezTo>
                  <a:cubicBezTo>
                    <a:pt x="495" y="160"/>
                    <a:pt x="491" y="161"/>
                    <a:pt x="487" y="161"/>
                  </a:cubicBezTo>
                  <a:cubicBezTo>
                    <a:pt x="483" y="162"/>
                    <a:pt x="479" y="163"/>
                    <a:pt x="475" y="163"/>
                  </a:cubicBezTo>
                  <a:cubicBezTo>
                    <a:pt x="470" y="164"/>
                    <a:pt x="470" y="164"/>
                    <a:pt x="470" y="164"/>
                  </a:cubicBezTo>
                  <a:cubicBezTo>
                    <a:pt x="468" y="165"/>
                    <a:pt x="466" y="165"/>
                    <a:pt x="464" y="165"/>
                  </a:cubicBezTo>
                  <a:cubicBezTo>
                    <a:pt x="460" y="166"/>
                    <a:pt x="456" y="167"/>
                    <a:pt x="452" y="167"/>
                  </a:cubicBezTo>
                  <a:cubicBezTo>
                    <a:pt x="443" y="168"/>
                    <a:pt x="435" y="169"/>
                    <a:pt x="426" y="170"/>
                  </a:cubicBezTo>
                  <a:cubicBezTo>
                    <a:pt x="409" y="172"/>
                    <a:pt x="391" y="173"/>
                    <a:pt x="373" y="174"/>
                  </a:cubicBezTo>
                  <a:cubicBezTo>
                    <a:pt x="361" y="174"/>
                    <a:pt x="349" y="175"/>
                    <a:pt x="337" y="175"/>
                  </a:cubicBezTo>
                  <a:cubicBezTo>
                    <a:pt x="332" y="175"/>
                    <a:pt x="326" y="175"/>
                    <a:pt x="320" y="175"/>
                  </a:cubicBezTo>
                  <a:cubicBezTo>
                    <a:pt x="293" y="174"/>
                    <a:pt x="266" y="172"/>
                    <a:pt x="239" y="169"/>
                  </a:cubicBezTo>
                  <a:cubicBezTo>
                    <a:pt x="214" y="166"/>
                    <a:pt x="190" y="161"/>
                    <a:pt x="166" y="155"/>
                  </a:cubicBezTo>
                  <a:cubicBezTo>
                    <a:pt x="143" y="148"/>
                    <a:pt x="119" y="140"/>
                    <a:pt x="96" y="131"/>
                  </a:cubicBezTo>
                  <a:cubicBezTo>
                    <a:pt x="94" y="129"/>
                    <a:pt x="91" y="128"/>
                    <a:pt x="88" y="127"/>
                  </a:cubicBezTo>
                  <a:cubicBezTo>
                    <a:pt x="80" y="123"/>
                    <a:pt x="80" y="123"/>
                    <a:pt x="80" y="123"/>
                  </a:cubicBezTo>
                  <a:cubicBezTo>
                    <a:pt x="74" y="120"/>
                    <a:pt x="69" y="117"/>
                    <a:pt x="63" y="115"/>
                  </a:cubicBezTo>
                  <a:cubicBezTo>
                    <a:pt x="59" y="112"/>
                    <a:pt x="59" y="112"/>
                    <a:pt x="59" y="112"/>
                  </a:cubicBezTo>
                  <a:cubicBezTo>
                    <a:pt x="57" y="111"/>
                    <a:pt x="56" y="110"/>
                    <a:pt x="54" y="110"/>
                  </a:cubicBezTo>
                  <a:cubicBezTo>
                    <a:pt x="51" y="108"/>
                    <a:pt x="48" y="106"/>
                    <a:pt x="45" y="104"/>
                  </a:cubicBezTo>
                  <a:cubicBezTo>
                    <a:pt x="39" y="101"/>
                    <a:pt x="33" y="97"/>
                    <a:pt x="27" y="95"/>
                  </a:cubicBezTo>
                  <a:cubicBezTo>
                    <a:pt x="24" y="93"/>
                    <a:pt x="21" y="91"/>
                    <a:pt x="17" y="91"/>
                  </a:cubicBezTo>
                  <a:cubicBezTo>
                    <a:pt x="17" y="91"/>
                    <a:pt x="16" y="91"/>
                    <a:pt x="15" y="92"/>
                  </a:cubicBezTo>
                  <a:cubicBezTo>
                    <a:pt x="12" y="92"/>
                    <a:pt x="9" y="93"/>
                    <a:pt x="7" y="94"/>
                  </a:cubicBezTo>
                  <a:cubicBezTo>
                    <a:pt x="4" y="95"/>
                    <a:pt x="2" y="96"/>
                    <a:pt x="1" y="99"/>
                  </a:cubicBezTo>
                  <a:cubicBezTo>
                    <a:pt x="0" y="102"/>
                    <a:pt x="1" y="105"/>
                    <a:pt x="3" y="107"/>
                  </a:cubicBezTo>
                  <a:cubicBezTo>
                    <a:pt x="6" y="112"/>
                    <a:pt x="11" y="116"/>
                    <a:pt x="16" y="120"/>
                  </a:cubicBezTo>
                  <a:cubicBezTo>
                    <a:pt x="26" y="127"/>
                    <a:pt x="26" y="127"/>
                    <a:pt x="26" y="127"/>
                  </a:cubicBezTo>
                  <a:cubicBezTo>
                    <a:pt x="37" y="134"/>
                    <a:pt x="37" y="134"/>
                    <a:pt x="37" y="134"/>
                  </a:cubicBezTo>
                  <a:cubicBezTo>
                    <a:pt x="42" y="138"/>
                    <a:pt x="42" y="138"/>
                    <a:pt x="42" y="138"/>
                  </a:cubicBezTo>
                  <a:cubicBezTo>
                    <a:pt x="48" y="141"/>
                    <a:pt x="48" y="141"/>
                    <a:pt x="48" y="141"/>
                  </a:cubicBezTo>
                  <a:cubicBezTo>
                    <a:pt x="52" y="143"/>
                    <a:pt x="55" y="145"/>
                    <a:pt x="59" y="148"/>
                  </a:cubicBezTo>
                  <a:cubicBezTo>
                    <a:pt x="63" y="149"/>
                    <a:pt x="67" y="151"/>
                    <a:pt x="70" y="153"/>
                  </a:cubicBezTo>
                  <a:cubicBezTo>
                    <a:pt x="72" y="154"/>
                    <a:pt x="74" y="155"/>
                    <a:pt x="76" y="156"/>
                  </a:cubicBezTo>
                  <a:cubicBezTo>
                    <a:pt x="82" y="158"/>
                    <a:pt x="82" y="158"/>
                    <a:pt x="82" y="158"/>
                  </a:cubicBezTo>
                  <a:cubicBezTo>
                    <a:pt x="91" y="162"/>
                    <a:pt x="91" y="162"/>
                    <a:pt x="91" y="162"/>
                  </a:cubicBezTo>
                  <a:cubicBezTo>
                    <a:pt x="93" y="163"/>
                    <a:pt x="96" y="164"/>
                    <a:pt x="99" y="165"/>
                  </a:cubicBezTo>
                  <a:cubicBezTo>
                    <a:pt x="108" y="169"/>
                    <a:pt x="108" y="169"/>
                    <a:pt x="108" y="169"/>
                  </a:cubicBezTo>
                  <a:cubicBezTo>
                    <a:pt x="111" y="170"/>
                    <a:pt x="114" y="171"/>
                    <a:pt x="117" y="172"/>
                  </a:cubicBezTo>
                  <a:cubicBezTo>
                    <a:pt x="126" y="175"/>
                    <a:pt x="126" y="175"/>
                    <a:pt x="126" y="175"/>
                  </a:cubicBezTo>
                  <a:cubicBezTo>
                    <a:pt x="129" y="176"/>
                    <a:pt x="132" y="177"/>
                    <a:pt x="135" y="178"/>
                  </a:cubicBezTo>
                  <a:cubicBezTo>
                    <a:pt x="144" y="181"/>
                    <a:pt x="144" y="181"/>
                    <a:pt x="144" y="181"/>
                  </a:cubicBezTo>
                  <a:cubicBezTo>
                    <a:pt x="153" y="183"/>
                    <a:pt x="153" y="183"/>
                    <a:pt x="153" y="183"/>
                  </a:cubicBezTo>
                  <a:cubicBezTo>
                    <a:pt x="162" y="186"/>
                    <a:pt x="162" y="186"/>
                    <a:pt x="162" y="186"/>
                  </a:cubicBezTo>
                  <a:cubicBezTo>
                    <a:pt x="171" y="188"/>
                    <a:pt x="171" y="188"/>
                    <a:pt x="171" y="188"/>
                  </a:cubicBezTo>
                  <a:cubicBezTo>
                    <a:pt x="180" y="190"/>
                    <a:pt x="180" y="190"/>
                    <a:pt x="180" y="190"/>
                  </a:cubicBezTo>
                  <a:cubicBezTo>
                    <a:pt x="190" y="192"/>
                    <a:pt x="190" y="192"/>
                    <a:pt x="190" y="192"/>
                  </a:cubicBezTo>
                  <a:cubicBezTo>
                    <a:pt x="218" y="197"/>
                    <a:pt x="246" y="202"/>
                    <a:pt x="274" y="204"/>
                  </a:cubicBezTo>
                  <a:cubicBezTo>
                    <a:pt x="292" y="205"/>
                    <a:pt x="309" y="206"/>
                    <a:pt x="326" y="206"/>
                  </a:cubicBezTo>
                  <a:cubicBezTo>
                    <a:pt x="346" y="206"/>
                    <a:pt x="365" y="205"/>
                    <a:pt x="385" y="204"/>
                  </a:cubicBezTo>
                  <a:cubicBezTo>
                    <a:pt x="393" y="203"/>
                    <a:pt x="401" y="202"/>
                    <a:pt x="410" y="201"/>
                  </a:cubicBezTo>
                  <a:cubicBezTo>
                    <a:pt x="418" y="200"/>
                    <a:pt x="426" y="199"/>
                    <a:pt x="435" y="197"/>
                  </a:cubicBezTo>
                  <a:cubicBezTo>
                    <a:pt x="454" y="194"/>
                    <a:pt x="473" y="190"/>
                    <a:pt x="492" y="186"/>
                  </a:cubicBezTo>
                  <a:cubicBezTo>
                    <a:pt x="511" y="181"/>
                    <a:pt x="529" y="176"/>
                    <a:pt x="548" y="170"/>
                  </a:cubicBezTo>
                  <a:cubicBezTo>
                    <a:pt x="567" y="165"/>
                    <a:pt x="586" y="161"/>
                    <a:pt x="604" y="154"/>
                  </a:cubicBezTo>
                  <a:cubicBezTo>
                    <a:pt x="609" y="152"/>
                    <a:pt x="613" y="151"/>
                    <a:pt x="618" y="149"/>
                  </a:cubicBezTo>
                  <a:cubicBezTo>
                    <a:pt x="622" y="147"/>
                    <a:pt x="627" y="145"/>
                    <a:pt x="631" y="142"/>
                  </a:cubicBezTo>
                  <a:cubicBezTo>
                    <a:pt x="635" y="140"/>
                    <a:pt x="640" y="138"/>
                    <a:pt x="644" y="136"/>
                  </a:cubicBezTo>
                  <a:cubicBezTo>
                    <a:pt x="650" y="132"/>
                    <a:pt x="650" y="132"/>
                    <a:pt x="650" y="132"/>
                  </a:cubicBezTo>
                  <a:cubicBezTo>
                    <a:pt x="657" y="128"/>
                    <a:pt x="657" y="128"/>
                    <a:pt x="657" y="128"/>
                  </a:cubicBezTo>
                  <a:cubicBezTo>
                    <a:pt x="661" y="126"/>
                    <a:pt x="665" y="124"/>
                    <a:pt x="669" y="121"/>
                  </a:cubicBezTo>
                  <a:cubicBezTo>
                    <a:pt x="682" y="113"/>
                    <a:pt x="682" y="113"/>
                    <a:pt x="682" y="113"/>
                  </a:cubicBezTo>
                  <a:cubicBezTo>
                    <a:pt x="690" y="108"/>
                    <a:pt x="698" y="103"/>
                    <a:pt x="706" y="97"/>
                  </a:cubicBezTo>
                  <a:cubicBezTo>
                    <a:pt x="722" y="86"/>
                    <a:pt x="738" y="74"/>
                    <a:pt x="752" y="61"/>
                  </a:cubicBezTo>
                  <a:cubicBezTo>
                    <a:pt x="767" y="48"/>
                    <a:pt x="781" y="35"/>
                    <a:pt x="794" y="20"/>
                  </a:cubicBezTo>
                  <a:cubicBezTo>
                    <a:pt x="803" y="10"/>
                    <a:pt x="803" y="10"/>
                    <a:pt x="803" y="10"/>
                  </a:cubicBezTo>
                  <a:cubicBezTo>
                    <a:pt x="806" y="7"/>
                    <a:pt x="806" y="7"/>
                    <a:pt x="806" y="7"/>
                  </a:cubicBezTo>
                  <a:cubicBezTo>
                    <a:pt x="807" y="7"/>
                    <a:pt x="808" y="6"/>
                    <a:pt x="808" y="5"/>
                  </a:cubicBezTo>
                  <a:cubicBezTo>
                    <a:pt x="809" y="4"/>
                    <a:pt x="808" y="3"/>
                    <a:pt x="808" y="2"/>
                  </a:cubicBezTo>
                  <a:cubicBezTo>
                    <a:pt x="807" y="1"/>
                    <a:pt x="806" y="0"/>
                    <a:pt x="804"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dirty="0"/>
            </a:p>
          </p:txBody>
        </p:sp>
        <p:sp>
          <p:nvSpPr>
            <p:cNvPr id="1026" name="Freeform 73">
              <a:extLst>
                <a:ext uri="{FF2B5EF4-FFF2-40B4-BE49-F238E27FC236}">
                  <a16:creationId xmlns:a16="http://schemas.microsoft.com/office/drawing/2014/main" id="{458D3375-B1B4-0571-D4B7-55ED19F64510}"/>
                </a:ext>
              </a:extLst>
            </p:cNvPr>
            <p:cNvSpPr>
              <a:spLocks noChangeAspect="1"/>
            </p:cNvSpPr>
            <p:nvPr/>
          </p:nvSpPr>
          <p:spPr bwMode="auto">
            <a:xfrm>
              <a:off x="7623558" y="3192341"/>
              <a:ext cx="110491" cy="127001"/>
            </a:xfrm>
            <a:custGeom>
              <a:avLst/>
              <a:gdLst>
                <a:gd name="T0" fmla="*/ 246 w 246"/>
                <a:gd name="T1" fmla="*/ 0 h 283"/>
                <a:gd name="T2" fmla="*/ 246 w 246"/>
                <a:gd name="T3" fmla="*/ 0 h 283"/>
                <a:gd name="T4" fmla="*/ 245 w 246"/>
                <a:gd name="T5" fmla="*/ 0 h 283"/>
                <a:gd name="T6" fmla="*/ 244 w 246"/>
                <a:gd name="T7" fmla="*/ 0 h 283"/>
                <a:gd name="T8" fmla="*/ 238 w 246"/>
                <a:gd name="T9" fmla="*/ 2 h 283"/>
                <a:gd name="T10" fmla="*/ 226 w 246"/>
                <a:gd name="T11" fmla="*/ 6 h 283"/>
                <a:gd name="T12" fmla="*/ 220 w 246"/>
                <a:gd name="T13" fmla="*/ 7 h 283"/>
                <a:gd name="T14" fmla="*/ 215 w 246"/>
                <a:gd name="T15" fmla="*/ 9 h 283"/>
                <a:gd name="T16" fmla="*/ 195 w 246"/>
                <a:gd name="T17" fmla="*/ 16 h 283"/>
                <a:gd name="T18" fmla="*/ 178 w 246"/>
                <a:gd name="T19" fmla="*/ 21 h 283"/>
                <a:gd name="T20" fmla="*/ 145 w 246"/>
                <a:gd name="T21" fmla="*/ 28 h 283"/>
                <a:gd name="T22" fmla="*/ 112 w 246"/>
                <a:gd name="T23" fmla="*/ 37 h 283"/>
                <a:gd name="T24" fmla="*/ 78 w 246"/>
                <a:gd name="T25" fmla="*/ 45 h 283"/>
                <a:gd name="T26" fmla="*/ 45 w 246"/>
                <a:gd name="T27" fmla="*/ 55 h 283"/>
                <a:gd name="T28" fmla="*/ 12 w 246"/>
                <a:gd name="T29" fmla="*/ 66 h 283"/>
                <a:gd name="T30" fmla="*/ 4 w 246"/>
                <a:gd name="T31" fmla="*/ 70 h 283"/>
                <a:gd name="T32" fmla="*/ 2 w 246"/>
                <a:gd name="T33" fmla="*/ 70 h 283"/>
                <a:gd name="T34" fmla="*/ 0 w 246"/>
                <a:gd name="T35" fmla="*/ 71 h 283"/>
                <a:gd name="T36" fmla="*/ 0 w 246"/>
                <a:gd name="T37" fmla="*/ 74 h 283"/>
                <a:gd name="T38" fmla="*/ 3 w 246"/>
                <a:gd name="T39" fmla="*/ 78 h 283"/>
                <a:gd name="T40" fmla="*/ 3 w 246"/>
                <a:gd name="T41" fmla="*/ 77 h 283"/>
                <a:gd name="T42" fmla="*/ 63 w 246"/>
                <a:gd name="T43" fmla="*/ 63 h 283"/>
                <a:gd name="T44" fmla="*/ 79 w 246"/>
                <a:gd name="T45" fmla="*/ 60 h 283"/>
                <a:gd name="T46" fmla="*/ 95 w 246"/>
                <a:gd name="T47" fmla="*/ 57 h 283"/>
                <a:gd name="T48" fmla="*/ 126 w 246"/>
                <a:gd name="T49" fmla="*/ 51 h 283"/>
                <a:gd name="T50" fmla="*/ 158 w 246"/>
                <a:gd name="T51" fmla="*/ 45 h 283"/>
                <a:gd name="T52" fmla="*/ 174 w 246"/>
                <a:gd name="T53" fmla="*/ 42 h 283"/>
                <a:gd name="T54" fmla="*/ 195 w 246"/>
                <a:gd name="T55" fmla="*/ 39 h 283"/>
                <a:gd name="T56" fmla="*/ 210 w 246"/>
                <a:gd name="T57" fmla="*/ 36 h 283"/>
                <a:gd name="T58" fmla="*/ 210 w 246"/>
                <a:gd name="T59" fmla="*/ 36 h 283"/>
                <a:gd name="T60" fmla="*/ 210 w 246"/>
                <a:gd name="T61" fmla="*/ 36 h 283"/>
                <a:gd name="T62" fmla="*/ 210 w 246"/>
                <a:gd name="T63" fmla="*/ 36 h 283"/>
                <a:gd name="T64" fmla="*/ 210 w 246"/>
                <a:gd name="T65" fmla="*/ 37 h 283"/>
                <a:gd name="T66" fmla="*/ 209 w 246"/>
                <a:gd name="T67" fmla="*/ 37 h 283"/>
                <a:gd name="T68" fmla="*/ 209 w 246"/>
                <a:gd name="T69" fmla="*/ 37 h 283"/>
                <a:gd name="T70" fmla="*/ 209 w 246"/>
                <a:gd name="T71" fmla="*/ 39 h 283"/>
                <a:gd name="T72" fmla="*/ 208 w 246"/>
                <a:gd name="T73" fmla="*/ 43 h 283"/>
                <a:gd name="T74" fmla="*/ 206 w 246"/>
                <a:gd name="T75" fmla="*/ 51 h 283"/>
                <a:gd name="T76" fmla="*/ 199 w 246"/>
                <a:gd name="T77" fmla="*/ 82 h 283"/>
                <a:gd name="T78" fmla="*/ 189 w 246"/>
                <a:gd name="T79" fmla="*/ 132 h 283"/>
                <a:gd name="T80" fmla="*/ 182 w 246"/>
                <a:gd name="T81" fmla="*/ 176 h 283"/>
                <a:gd name="T82" fmla="*/ 174 w 246"/>
                <a:gd name="T83" fmla="*/ 221 h 283"/>
                <a:gd name="T84" fmla="*/ 171 w 246"/>
                <a:gd name="T85" fmla="*/ 243 h 283"/>
                <a:gd name="T86" fmla="*/ 168 w 246"/>
                <a:gd name="T87" fmla="*/ 268 h 283"/>
                <a:gd name="T88" fmla="*/ 171 w 246"/>
                <a:gd name="T89" fmla="*/ 276 h 283"/>
                <a:gd name="T90" fmla="*/ 177 w 246"/>
                <a:gd name="T91" fmla="*/ 280 h 283"/>
                <a:gd name="T92" fmla="*/ 184 w 246"/>
                <a:gd name="T93" fmla="*/ 283 h 283"/>
                <a:gd name="T94" fmla="*/ 185 w 246"/>
                <a:gd name="T95" fmla="*/ 283 h 283"/>
                <a:gd name="T96" fmla="*/ 190 w 246"/>
                <a:gd name="T97" fmla="*/ 281 h 283"/>
                <a:gd name="T98" fmla="*/ 195 w 246"/>
                <a:gd name="T99" fmla="*/ 271 h 283"/>
                <a:gd name="T100" fmla="*/ 202 w 246"/>
                <a:gd name="T101" fmla="*/ 243 h 283"/>
                <a:gd name="T102" fmla="*/ 205 w 246"/>
                <a:gd name="T103" fmla="*/ 229 h 283"/>
                <a:gd name="T104" fmla="*/ 208 w 246"/>
                <a:gd name="T105" fmla="*/ 207 h 283"/>
                <a:gd name="T106" fmla="*/ 211 w 246"/>
                <a:gd name="T107" fmla="*/ 186 h 283"/>
                <a:gd name="T108" fmla="*/ 215 w 246"/>
                <a:gd name="T109" fmla="*/ 164 h 283"/>
                <a:gd name="T110" fmla="*/ 224 w 246"/>
                <a:gd name="T111" fmla="*/ 115 h 283"/>
                <a:gd name="T112" fmla="*/ 237 w 246"/>
                <a:gd name="T113" fmla="*/ 52 h 283"/>
                <a:gd name="T114" fmla="*/ 238 w 246"/>
                <a:gd name="T115" fmla="*/ 45 h 283"/>
                <a:gd name="T116" fmla="*/ 240 w 246"/>
                <a:gd name="T117" fmla="*/ 35 h 283"/>
                <a:gd name="T118" fmla="*/ 244 w 246"/>
                <a:gd name="T119" fmla="*/ 14 h 283"/>
                <a:gd name="T120" fmla="*/ 246 w 246"/>
                <a:gd name="T121" fmla="*/ 2 h 283"/>
                <a:gd name="T122" fmla="*/ 246 w 246"/>
                <a:gd name="T123" fmla="*/ 0 h 283"/>
                <a:gd name="T124" fmla="*/ 246 w 246"/>
                <a:gd name="T125"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6" h="283">
                  <a:moveTo>
                    <a:pt x="246" y="0"/>
                  </a:moveTo>
                  <a:cubicBezTo>
                    <a:pt x="246" y="0"/>
                    <a:pt x="246" y="0"/>
                    <a:pt x="246" y="0"/>
                  </a:cubicBezTo>
                  <a:cubicBezTo>
                    <a:pt x="245" y="0"/>
                    <a:pt x="245" y="0"/>
                    <a:pt x="245" y="0"/>
                  </a:cubicBezTo>
                  <a:cubicBezTo>
                    <a:pt x="244" y="0"/>
                    <a:pt x="244" y="0"/>
                    <a:pt x="244" y="0"/>
                  </a:cubicBezTo>
                  <a:cubicBezTo>
                    <a:pt x="238" y="2"/>
                    <a:pt x="238" y="2"/>
                    <a:pt x="238" y="2"/>
                  </a:cubicBezTo>
                  <a:cubicBezTo>
                    <a:pt x="226" y="6"/>
                    <a:pt x="226" y="6"/>
                    <a:pt x="226" y="6"/>
                  </a:cubicBezTo>
                  <a:cubicBezTo>
                    <a:pt x="220" y="7"/>
                    <a:pt x="220" y="7"/>
                    <a:pt x="220" y="7"/>
                  </a:cubicBezTo>
                  <a:cubicBezTo>
                    <a:pt x="215" y="9"/>
                    <a:pt x="215" y="9"/>
                    <a:pt x="215" y="9"/>
                  </a:cubicBezTo>
                  <a:cubicBezTo>
                    <a:pt x="207" y="11"/>
                    <a:pt x="200" y="14"/>
                    <a:pt x="195" y="16"/>
                  </a:cubicBezTo>
                  <a:cubicBezTo>
                    <a:pt x="189" y="17"/>
                    <a:pt x="184" y="19"/>
                    <a:pt x="178" y="21"/>
                  </a:cubicBezTo>
                  <a:cubicBezTo>
                    <a:pt x="167" y="24"/>
                    <a:pt x="156" y="26"/>
                    <a:pt x="145" y="28"/>
                  </a:cubicBezTo>
                  <a:cubicBezTo>
                    <a:pt x="134" y="30"/>
                    <a:pt x="123" y="34"/>
                    <a:pt x="112" y="37"/>
                  </a:cubicBezTo>
                  <a:cubicBezTo>
                    <a:pt x="100" y="40"/>
                    <a:pt x="89" y="42"/>
                    <a:pt x="78" y="45"/>
                  </a:cubicBezTo>
                  <a:cubicBezTo>
                    <a:pt x="67" y="48"/>
                    <a:pt x="56" y="51"/>
                    <a:pt x="45" y="55"/>
                  </a:cubicBezTo>
                  <a:cubicBezTo>
                    <a:pt x="34" y="58"/>
                    <a:pt x="23" y="62"/>
                    <a:pt x="12" y="66"/>
                  </a:cubicBezTo>
                  <a:cubicBezTo>
                    <a:pt x="9" y="67"/>
                    <a:pt x="7" y="69"/>
                    <a:pt x="4" y="70"/>
                  </a:cubicBezTo>
                  <a:cubicBezTo>
                    <a:pt x="2" y="70"/>
                    <a:pt x="2" y="70"/>
                    <a:pt x="2" y="70"/>
                  </a:cubicBezTo>
                  <a:cubicBezTo>
                    <a:pt x="2" y="71"/>
                    <a:pt x="1" y="71"/>
                    <a:pt x="0" y="71"/>
                  </a:cubicBezTo>
                  <a:cubicBezTo>
                    <a:pt x="0" y="72"/>
                    <a:pt x="0" y="73"/>
                    <a:pt x="0" y="74"/>
                  </a:cubicBezTo>
                  <a:cubicBezTo>
                    <a:pt x="0" y="76"/>
                    <a:pt x="2" y="78"/>
                    <a:pt x="3" y="78"/>
                  </a:cubicBezTo>
                  <a:cubicBezTo>
                    <a:pt x="3" y="78"/>
                    <a:pt x="3" y="77"/>
                    <a:pt x="3" y="77"/>
                  </a:cubicBezTo>
                  <a:cubicBezTo>
                    <a:pt x="23" y="72"/>
                    <a:pt x="43" y="66"/>
                    <a:pt x="63" y="63"/>
                  </a:cubicBezTo>
                  <a:cubicBezTo>
                    <a:pt x="69" y="62"/>
                    <a:pt x="74" y="61"/>
                    <a:pt x="79" y="60"/>
                  </a:cubicBezTo>
                  <a:cubicBezTo>
                    <a:pt x="95" y="57"/>
                    <a:pt x="95" y="57"/>
                    <a:pt x="95" y="57"/>
                  </a:cubicBezTo>
                  <a:cubicBezTo>
                    <a:pt x="126" y="51"/>
                    <a:pt x="126" y="51"/>
                    <a:pt x="126" y="51"/>
                  </a:cubicBezTo>
                  <a:cubicBezTo>
                    <a:pt x="137" y="48"/>
                    <a:pt x="148" y="46"/>
                    <a:pt x="158" y="45"/>
                  </a:cubicBezTo>
                  <a:cubicBezTo>
                    <a:pt x="164" y="44"/>
                    <a:pt x="169" y="43"/>
                    <a:pt x="174" y="42"/>
                  </a:cubicBezTo>
                  <a:cubicBezTo>
                    <a:pt x="180" y="41"/>
                    <a:pt x="188" y="40"/>
                    <a:pt x="195" y="39"/>
                  </a:cubicBezTo>
                  <a:cubicBezTo>
                    <a:pt x="200" y="38"/>
                    <a:pt x="205" y="37"/>
                    <a:pt x="210" y="36"/>
                  </a:cubicBezTo>
                  <a:cubicBezTo>
                    <a:pt x="210" y="36"/>
                    <a:pt x="210" y="36"/>
                    <a:pt x="210" y="36"/>
                  </a:cubicBezTo>
                  <a:cubicBezTo>
                    <a:pt x="210" y="36"/>
                    <a:pt x="210" y="36"/>
                    <a:pt x="210" y="36"/>
                  </a:cubicBezTo>
                  <a:cubicBezTo>
                    <a:pt x="210" y="36"/>
                    <a:pt x="210" y="36"/>
                    <a:pt x="210" y="36"/>
                  </a:cubicBezTo>
                  <a:cubicBezTo>
                    <a:pt x="210" y="37"/>
                    <a:pt x="210" y="37"/>
                    <a:pt x="210" y="37"/>
                  </a:cubicBezTo>
                  <a:cubicBezTo>
                    <a:pt x="209" y="37"/>
                    <a:pt x="209" y="37"/>
                    <a:pt x="209" y="37"/>
                  </a:cubicBezTo>
                  <a:cubicBezTo>
                    <a:pt x="209" y="37"/>
                    <a:pt x="209" y="37"/>
                    <a:pt x="209" y="37"/>
                  </a:cubicBezTo>
                  <a:cubicBezTo>
                    <a:pt x="209" y="39"/>
                    <a:pt x="209" y="39"/>
                    <a:pt x="209" y="39"/>
                  </a:cubicBezTo>
                  <a:cubicBezTo>
                    <a:pt x="208" y="43"/>
                    <a:pt x="208" y="43"/>
                    <a:pt x="208" y="43"/>
                  </a:cubicBezTo>
                  <a:cubicBezTo>
                    <a:pt x="206" y="51"/>
                    <a:pt x="206" y="51"/>
                    <a:pt x="206" y="51"/>
                  </a:cubicBezTo>
                  <a:cubicBezTo>
                    <a:pt x="203" y="61"/>
                    <a:pt x="201" y="72"/>
                    <a:pt x="199" y="82"/>
                  </a:cubicBezTo>
                  <a:cubicBezTo>
                    <a:pt x="195" y="99"/>
                    <a:pt x="192" y="115"/>
                    <a:pt x="189" y="132"/>
                  </a:cubicBezTo>
                  <a:cubicBezTo>
                    <a:pt x="182" y="176"/>
                    <a:pt x="182" y="176"/>
                    <a:pt x="182" y="176"/>
                  </a:cubicBezTo>
                  <a:cubicBezTo>
                    <a:pt x="179" y="191"/>
                    <a:pt x="177" y="206"/>
                    <a:pt x="174" y="221"/>
                  </a:cubicBezTo>
                  <a:cubicBezTo>
                    <a:pt x="171" y="243"/>
                    <a:pt x="171" y="243"/>
                    <a:pt x="171" y="243"/>
                  </a:cubicBezTo>
                  <a:cubicBezTo>
                    <a:pt x="169" y="251"/>
                    <a:pt x="167" y="260"/>
                    <a:pt x="168" y="268"/>
                  </a:cubicBezTo>
                  <a:cubicBezTo>
                    <a:pt x="168" y="270"/>
                    <a:pt x="168" y="273"/>
                    <a:pt x="171" y="276"/>
                  </a:cubicBezTo>
                  <a:cubicBezTo>
                    <a:pt x="173" y="277"/>
                    <a:pt x="175" y="279"/>
                    <a:pt x="177" y="280"/>
                  </a:cubicBezTo>
                  <a:cubicBezTo>
                    <a:pt x="179" y="282"/>
                    <a:pt x="181" y="283"/>
                    <a:pt x="184" y="283"/>
                  </a:cubicBezTo>
                  <a:cubicBezTo>
                    <a:pt x="184" y="283"/>
                    <a:pt x="184" y="283"/>
                    <a:pt x="185" y="283"/>
                  </a:cubicBezTo>
                  <a:cubicBezTo>
                    <a:pt x="187" y="283"/>
                    <a:pt x="189" y="282"/>
                    <a:pt x="190" y="281"/>
                  </a:cubicBezTo>
                  <a:cubicBezTo>
                    <a:pt x="193" y="278"/>
                    <a:pt x="194" y="274"/>
                    <a:pt x="195" y="271"/>
                  </a:cubicBezTo>
                  <a:cubicBezTo>
                    <a:pt x="198" y="262"/>
                    <a:pt x="200" y="252"/>
                    <a:pt x="202" y="243"/>
                  </a:cubicBezTo>
                  <a:cubicBezTo>
                    <a:pt x="203" y="238"/>
                    <a:pt x="204" y="233"/>
                    <a:pt x="205" y="229"/>
                  </a:cubicBezTo>
                  <a:cubicBezTo>
                    <a:pt x="208" y="207"/>
                    <a:pt x="208" y="207"/>
                    <a:pt x="208" y="207"/>
                  </a:cubicBezTo>
                  <a:cubicBezTo>
                    <a:pt x="211" y="186"/>
                    <a:pt x="211" y="186"/>
                    <a:pt x="211" y="186"/>
                  </a:cubicBezTo>
                  <a:cubicBezTo>
                    <a:pt x="215" y="164"/>
                    <a:pt x="215" y="164"/>
                    <a:pt x="215" y="164"/>
                  </a:cubicBezTo>
                  <a:cubicBezTo>
                    <a:pt x="217" y="148"/>
                    <a:pt x="221" y="132"/>
                    <a:pt x="224" y="115"/>
                  </a:cubicBezTo>
                  <a:cubicBezTo>
                    <a:pt x="237" y="52"/>
                    <a:pt x="237" y="52"/>
                    <a:pt x="237" y="52"/>
                  </a:cubicBezTo>
                  <a:cubicBezTo>
                    <a:pt x="238" y="45"/>
                    <a:pt x="238" y="45"/>
                    <a:pt x="238" y="45"/>
                  </a:cubicBezTo>
                  <a:cubicBezTo>
                    <a:pt x="240" y="35"/>
                    <a:pt x="240" y="35"/>
                    <a:pt x="240" y="35"/>
                  </a:cubicBezTo>
                  <a:cubicBezTo>
                    <a:pt x="242" y="27"/>
                    <a:pt x="243" y="20"/>
                    <a:pt x="244" y="14"/>
                  </a:cubicBezTo>
                  <a:cubicBezTo>
                    <a:pt x="244" y="10"/>
                    <a:pt x="245" y="6"/>
                    <a:pt x="246" y="2"/>
                  </a:cubicBezTo>
                  <a:cubicBezTo>
                    <a:pt x="246" y="0"/>
                    <a:pt x="246" y="0"/>
                    <a:pt x="246" y="0"/>
                  </a:cubicBezTo>
                  <a:cubicBezTo>
                    <a:pt x="246" y="0"/>
                    <a:pt x="246" y="0"/>
                    <a:pt x="246"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a:p>
          </p:txBody>
        </p:sp>
      </p:grpSp>
      <p:pic>
        <p:nvPicPr>
          <p:cNvPr id="1027" name="Picture 4" descr="csv icon">
            <a:extLst>
              <a:ext uri="{FF2B5EF4-FFF2-40B4-BE49-F238E27FC236}">
                <a16:creationId xmlns:a16="http://schemas.microsoft.com/office/drawing/2014/main" id="{C587EAA2-3940-923B-94C0-6009D1DD8DE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96039" y="2778084"/>
            <a:ext cx="303402" cy="303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576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39456-0BFA-8B57-2D0F-24295F68ED33}"/>
            </a:ext>
          </a:extLst>
        </p:cNvPr>
        <p:cNvGrpSpPr/>
        <p:nvPr/>
      </p:nvGrpSpPr>
      <p:grpSpPr>
        <a:xfrm>
          <a:off x="0" y="0"/>
          <a:ext cx="0" cy="0"/>
          <a:chOff x="0" y="0"/>
          <a:chExt cx="0" cy="0"/>
        </a:xfrm>
      </p:grpSpPr>
      <p:sp>
        <p:nvSpPr>
          <p:cNvPr id="21" name="スライド番号プレースホルダー 1">
            <a:extLst>
              <a:ext uri="{FF2B5EF4-FFF2-40B4-BE49-F238E27FC236}">
                <a16:creationId xmlns:a16="http://schemas.microsoft.com/office/drawing/2014/main" id="{745FFA27-8225-1461-9D27-1557065715BB}"/>
              </a:ext>
            </a:extLst>
          </p:cNvPr>
          <p:cNvSpPr txBox="1">
            <a:spLocks/>
          </p:cNvSpPr>
          <p:nvPr/>
        </p:nvSpPr>
        <p:spPr>
          <a:xfrm>
            <a:off x="7530413" y="4665373"/>
            <a:ext cx="1236216" cy="28123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CAF52D-4F9C-4C98-97E5-368871F90D31}" type="slidenum">
              <a:rPr kumimoji="1" lang="ja-JP" altLang="en-US" smtClean="0"/>
              <a:pPr algn="r"/>
              <a:t>5</a:t>
            </a:fld>
            <a:endParaRPr kumimoji="1" lang="ja-JP" altLang="en-US" dirty="0"/>
          </a:p>
        </p:txBody>
      </p:sp>
      <p:sp>
        <p:nvSpPr>
          <p:cNvPr id="3" name="正方形/長方形 2">
            <a:extLst>
              <a:ext uri="{FF2B5EF4-FFF2-40B4-BE49-F238E27FC236}">
                <a16:creationId xmlns:a16="http://schemas.microsoft.com/office/drawing/2014/main" id="{26B610B1-DD16-AA05-5744-17553FE77514}"/>
              </a:ext>
            </a:extLst>
          </p:cNvPr>
          <p:cNvSpPr/>
          <p:nvPr/>
        </p:nvSpPr>
        <p:spPr>
          <a:xfrm>
            <a:off x="0" y="1970356"/>
            <a:ext cx="9144000" cy="1202788"/>
          </a:xfrm>
          <a:prstGeom prst="rect">
            <a:avLst/>
          </a:prstGeom>
          <a:solidFill>
            <a:schemeClr val="accent4">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400" b="1" dirty="0"/>
              <a:t>保証工程について</a:t>
            </a:r>
          </a:p>
        </p:txBody>
      </p:sp>
    </p:spTree>
    <p:extLst>
      <p:ext uri="{BB962C8B-B14F-4D97-AF65-F5344CB8AC3E}">
        <p14:creationId xmlns:p14="http://schemas.microsoft.com/office/powerpoint/2010/main" val="1800356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2788017-7124-4C3F-8BA8-62C8305BFF8C}"/>
              </a:ext>
            </a:extLst>
          </p:cNvPr>
          <p:cNvSpPr>
            <a:spLocks noGrp="1"/>
          </p:cNvSpPr>
          <p:nvPr>
            <p:ph type="sldNum" sz="quarter" idx="12"/>
          </p:nvPr>
        </p:nvSpPr>
        <p:spPr/>
        <p:txBody>
          <a:bodyPr/>
          <a:lstStyle/>
          <a:p>
            <a:fld id="{BBCAF52D-4F9C-4C98-97E5-368871F90D31}" type="slidenum">
              <a:rPr kumimoji="1" lang="ja-JP" altLang="en-US" smtClean="0"/>
              <a:t>6</a:t>
            </a:fld>
            <a:endParaRPr kumimoji="1" lang="ja-JP" altLang="en-US" dirty="0"/>
          </a:p>
        </p:txBody>
      </p:sp>
      <p:graphicFrame>
        <p:nvGraphicFramePr>
          <p:cNvPr id="5" name="表 4">
            <a:extLst>
              <a:ext uri="{FF2B5EF4-FFF2-40B4-BE49-F238E27FC236}">
                <a16:creationId xmlns:a16="http://schemas.microsoft.com/office/drawing/2014/main" id="{166CD775-E3FC-C858-178B-CA39B59C7589}"/>
              </a:ext>
            </a:extLst>
          </p:cNvPr>
          <p:cNvGraphicFramePr>
            <a:graphicFrameLocks noGrp="1"/>
          </p:cNvGraphicFramePr>
          <p:nvPr>
            <p:extLst>
              <p:ext uri="{D42A27DB-BD31-4B8C-83A1-F6EECF244321}">
                <p14:modId xmlns:p14="http://schemas.microsoft.com/office/powerpoint/2010/main" val="1892456182"/>
              </p:ext>
            </p:extLst>
          </p:nvPr>
        </p:nvGraphicFramePr>
        <p:xfrm>
          <a:off x="2133945" y="3439312"/>
          <a:ext cx="4876110" cy="741746"/>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880110">
                  <a:extLst>
                    <a:ext uri="{9D8B030D-6E8A-4147-A177-3AD203B41FA5}">
                      <a16:colId xmlns:a16="http://schemas.microsoft.com/office/drawing/2014/main" val="3598851475"/>
                    </a:ext>
                  </a:extLst>
                </a:gridCol>
                <a:gridCol w="1998000">
                  <a:extLst>
                    <a:ext uri="{9D8B030D-6E8A-4147-A177-3AD203B41FA5}">
                      <a16:colId xmlns:a16="http://schemas.microsoft.com/office/drawing/2014/main" val="4241467739"/>
                    </a:ext>
                  </a:extLst>
                </a:gridCol>
                <a:gridCol w="1998000">
                  <a:extLst>
                    <a:ext uri="{9D8B030D-6E8A-4147-A177-3AD203B41FA5}">
                      <a16:colId xmlns:a16="http://schemas.microsoft.com/office/drawing/2014/main" val="2651168314"/>
                    </a:ext>
                  </a:extLst>
                </a:gridCol>
              </a:tblGrid>
              <a:tr h="324000">
                <a:tc>
                  <a:txBody>
                    <a:bodyPr/>
                    <a:lstStyle/>
                    <a:p>
                      <a:pPr algn="ctr"/>
                      <a:r>
                        <a:rPr kumimoji="1" lang="ja-JP" altLang="en-US" sz="1400" b="1" dirty="0"/>
                        <a:t>機種</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t>現行機 </a:t>
                      </a:r>
                      <a:r>
                        <a:rPr kumimoji="1" lang="en-US" altLang="ja-JP" sz="1400" dirty="0"/>
                        <a:t>-Mercury 4-</a:t>
                      </a:r>
                      <a:endParaRPr kumimoji="1" lang="ja-JP" altLang="en-US" sz="1400" dirty="0"/>
                    </a:p>
                  </a:txBody>
                  <a:tcPr marL="68580" marR="68580" marT="34290" marB="34290" anchor="ctr"/>
                </a:tc>
                <a:tc>
                  <a:txBody>
                    <a:bodyPr/>
                    <a:lstStyle/>
                    <a:p>
                      <a:pPr algn="ctr"/>
                      <a:r>
                        <a:rPr kumimoji="1" lang="ja-JP" altLang="en-US" sz="1400" dirty="0">
                          <a:solidFill>
                            <a:srgbClr val="FFFF00"/>
                          </a:solidFill>
                        </a:rPr>
                        <a:t>新機種 </a:t>
                      </a:r>
                      <a:r>
                        <a:rPr kumimoji="1" lang="en-US" altLang="ja-JP" sz="1400" dirty="0">
                          <a:solidFill>
                            <a:srgbClr val="FFFF00"/>
                          </a:solidFill>
                        </a:rPr>
                        <a:t>-Athena-</a:t>
                      </a:r>
                      <a:endParaRPr kumimoji="1" lang="ja-JP" altLang="en-US" sz="1400" dirty="0">
                        <a:solidFill>
                          <a:srgbClr val="FFFF00"/>
                        </a:solidFill>
                      </a:endParaRPr>
                    </a:p>
                  </a:txBody>
                  <a:tcPr marL="68580" marR="68580" marT="34290" marB="34290" anchor="ctr"/>
                </a:tc>
                <a:extLst>
                  <a:ext uri="{0D108BD9-81ED-4DB2-BD59-A6C34878D82A}">
                    <a16:rowId xmlns:a16="http://schemas.microsoft.com/office/drawing/2014/main" val="2575202623"/>
                  </a:ext>
                </a:extLst>
              </a:tr>
              <a:tr h="417746">
                <a:tc>
                  <a:txBody>
                    <a:bodyPr/>
                    <a:lstStyle/>
                    <a:p>
                      <a:pPr algn="ctr"/>
                      <a:r>
                        <a:rPr kumimoji="1" lang="ja-JP" altLang="en-US" sz="1400" b="1" dirty="0"/>
                        <a:t>作業人数</a:t>
                      </a:r>
                      <a:endParaRPr kumimoji="1" lang="en-US" altLang="ja-JP" sz="1400" b="1" dirty="0"/>
                    </a:p>
                  </a:txBody>
                  <a:tcPr marL="68580" marR="68580" marT="34290" marB="34290" anchor="ctr"/>
                </a:tc>
                <a:tc>
                  <a:txBody>
                    <a:bodyPr/>
                    <a:lstStyle/>
                    <a:p>
                      <a:pPr algn="ctr"/>
                      <a:r>
                        <a:rPr kumimoji="1" lang="en-US" altLang="ja-JP" sz="1400" dirty="0"/>
                        <a:t>16</a:t>
                      </a:r>
                      <a:r>
                        <a:rPr kumimoji="1" lang="ja-JP" altLang="en-US" sz="1400" dirty="0"/>
                        <a:t>人</a:t>
                      </a:r>
                    </a:p>
                  </a:txBody>
                  <a:tcPr marL="68580" marR="68580" marT="34290" marB="34290" anchor="ctr"/>
                </a:tc>
                <a:tc>
                  <a:txBody>
                    <a:bodyPr/>
                    <a:lstStyle/>
                    <a:p>
                      <a:pPr algn="ctr"/>
                      <a:r>
                        <a:rPr kumimoji="1" lang="en-US" altLang="ja-JP" sz="1400" b="1" dirty="0">
                          <a:solidFill>
                            <a:srgbClr val="FF0000"/>
                          </a:solidFill>
                        </a:rPr>
                        <a:t>8</a:t>
                      </a:r>
                      <a:r>
                        <a:rPr kumimoji="1" lang="ja-JP" altLang="en-US" sz="1400" b="1" dirty="0">
                          <a:solidFill>
                            <a:srgbClr val="FF0000"/>
                          </a:solidFill>
                        </a:rPr>
                        <a:t>人</a:t>
                      </a:r>
                    </a:p>
                  </a:txBody>
                  <a:tcPr marL="68580" marR="68580" marT="34290" marB="34290" anchor="ctr"/>
                </a:tc>
                <a:extLst>
                  <a:ext uri="{0D108BD9-81ED-4DB2-BD59-A6C34878D82A}">
                    <a16:rowId xmlns:a16="http://schemas.microsoft.com/office/drawing/2014/main" val="768806072"/>
                  </a:ext>
                </a:extLst>
              </a:tr>
            </a:tbl>
          </a:graphicData>
        </a:graphic>
      </p:graphicFrame>
      <p:sp>
        <p:nvSpPr>
          <p:cNvPr id="38" name="テキスト ボックス 37">
            <a:extLst>
              <a:ext uri="{FF2B5EF4-FFF2-40B4-BE49-F238E27FC236}">
                <a16:creationId xmlns:a16="http://schemas.microsoft.com/office/drawing/2014/main" id="{9568F0B4-8C85-F2C4-A2EE-D850CCE8C7BF}"/>
              </a:ext>
            </a:extLst>
          </p:cNvPr>
          <p:cNvSpPr txBox="1"/>
          <p:nvPr/>
        </p:nvSpPr>
        <p:spPr>
          <a:xfrm>
            <a:off x="377371" y="4270449"/>
            <a:ext cx="8389258" cy="338554"/>
          </a:xfrm>
          <a:prstGeom prst="rect">
            <a:avLst/>
          </a:prstGeom>
          <a:noFill/>
        </p:spPr>
        <p:txBody>
          <a:bodyPr wrap="square" rtlCol="0">
            <a:spAutoFit/>
          </a:bodyPr>
          <a:lstStyle/>
          <a:p>
            <a:pPr algn="ctr"/>
            <a:r>
              <a:rPr kumimoji="1" lang="ja-JP" altLang="en-US" sz="1600" dirty="0"/>
              <a:t>工程作業を自動化し、作業者半減することで</a:t>
            </a:r>
            <a:r>
              <a:rPr kumimoji="1" lang="ja-JP" altLang="en-US" sz="1600" b="1" dirty="0">
                <a:solidFill>
                  <a:schemeClr val="accent4"/>
                </a:solidFill>
              </a:rPr>
              <a:t>生産性倍増を目指す</a:t>
            </a:r>
            <a:endParaRPr kumimoji="1" lang="en-US" altLang="ja-JP" sz="1600" b="1" u="sng" dirty="0">
              <a:solidFill>
                <a:schemeClr val="accent4"/>
              </a:solidFill>
            </a:endParaRPr>
          </a:p>
        </p:txBody>
      </p:sp>
      <p:sp>
        <p:nvSpPr>
          <p:cNvPr id="6" name="正方形/長方形 5">
            <a:extLst>
              <a:ext uri="{FF2B5EF4-FFF2-40B4-BE49-F238E27FC236}">
                <a16:creationId xmlns:a16="http://schemas.microsoft.com/office/drawing/2014/main" id="{C622CE99-C91C-B22A-B853-0033D6BE58D0}"/>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b="1" dirty="0">
                <a:solidFill>
                  <a:schemeClr val="tx1"/>
                </a:solidFill>
              </a:rPr>
              <a:t>背景　</a:t>
            </a:r>
            <a:r>
              <a:rPr kumimoji="1" lang="en-US" altLang="ja-JP" b="1" dirty="0">
                <a:solidFill>
                  <a:schemeClr val="tx1"/>
                </a:solidFill>
              </a:rPr>
              <a:t>-</a:t>
            </a:r>
            <a:r>
              <a:rPr kumimoji="1" lang="ja-JP" altLang="en-US" b="1" dirty="0">
                <a:solidFill>
                  <a:schemeClr val="tx1"/>
                </a:solidFill>
              </a:rPr>
              <a:t>部門方針について</a:t>
            </a:r>
            <a:r>
              <a:rPr kumimoji="1" lang="en-US" altLang="ja-JP" b="1" dirty="0">
                <a:solidFill>
                  <a:schemeClr val="tx1"/>
                </a:solidFill>
              </a:rPr>
              <a:t>-</a:t>
            </a:r>
            <a:endParaRPr kumimoji="1" lang="ja-JP" altLang="en-US" b="1" dirty="0">
              <a:solidFill>
                <a:schemeClr val="tx1"/>
              </a:solidFill>
            </a:endParaRPr>
          </a:p>
        </p:txBody>
      </p:sp>
      <p:grpSp>
        <p:nvGrpSpPr>
          <p:cNvPr id="7" name="グループ化 6">
            <a:extLst>
              <a:ext uri="{FF2B5EF4-FFF2-40B4-BE49-F238E27FC236}">
                <a16:creationId xmlns:a16="http://schemas.microsoft.com/office/drawing/2014/main" id="{CD508BD2-8959-78A2-36F1-EB3613C51850}"/>
              </a:ext>
            </a:extLst>
          </p:cNvPr>
          <p:cNvGrpSpPr/>
          <p:nvPr/>
        </p:nvGrpSpPr>
        <p:grpSpPr>
          <a:xfrm>
            <a:off x="1777101" y="686820"/>
            <a:ext cx="5753312" cy="976002"/>
            <a:chOff x="903122" y="1359888"/>
            <a:chExt cx="2376000" cy="2376000"/>
          </a:xfrm>
        </p:grpSpPr>
        <p:sp>
          <p:nvSpPr>
            <p:cNvPr id="8" name="楕円 7">
              <a:extLst>
                <a:ext uri="{FF2B5EF4-FFF2-40B4-BE49-F238E27FC236}">
                  <a16:creationId xmlns:a16="http://schemas.microsoft.com/office/drawing/2014/main" id="{E143E577-7CAB-092F-4F70-FBA772260AF9}"/>
                </a:ext>
              </a:extLst>
            </p:cNvPr>
            <p:cNvSpPr>
              <a:spLocks noChangeAspect="1"/>
            </p:cNvSpPr>
            <p:nvPr/>
          </p:nvSpPr>
          <p:spPr>
            <a:xfrm>
              <a:off x="903122" y="1359888"/>
              <a:ext cx="2376000" cy="2376000"/>
            </a:xfrm>
            <a:prstGeom prst="ellipse">
              <a:avLst/>
            </a:prstGeom>
            <a:solidFill>
              <a:schemeClr val="accent1">
                <a:lumMod val="20000"/>
                <a:lumOff val="80000"/>
              </a:schemeClr>
            </a:solidFill>
            <a:ln>
              <a:solidFill>
                <a:schemeClr val="bg1"/>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楕円 8">
              <a:extLst>
                <a:ext uri="{FF2B5EF4-FFF2-40B4-BE49-F238E27FC236}">
                  <a16:creationId xmlns:a16="http://schemas.microsoft.com/office/drawing/2014/main" id="{D78FA87B-0BB1-737D-A1F8-BFBDEAF914C0}"/>
                </a:ext>
              </a:extLst>
            </p:cNvPr>
            <p:cNvSpPr>
              <a:spLocks noChangeAspect="1"/>
            </p:cNvSpPr>
            <p:nvPr/>
          </p:nvSpPr>
          <p:spPr>
            <a:xfrm>
              <a:off x="1102171" y="1558937"/>
              <a:ext cx="1977902" cy="1977902"/>
            </a:xfrm>
            <a:prstGeom prst="ellipse">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楕円 14">
              <a:extLst>
                <a:ext uri="{FF2B5EF4-FFF2-40B4-BE49-F238E27FC236}">
                  <a16:creationId xmlns:a16="http://schemas.microsoft.com/office/drawing/2014/main" id="{449F97CE-E67F-E993-E6D3-F9F35807A7E3}"/>
                </a:ext>
              </a:extLst>
            </p:cNvPr>
            <p:cNvSpPr>
              <a:spLocks noChangeAspect="1"/>
            </p:cNvSpPr>
            <p:nvPr/>
          </p:nvSpPr>
          <p:spPr>
            <a:xfrm>
              <a:off x="1314090" y="1770855"/>
              <a:ext cx="1554065" cy="1554066"/>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6" name="正方形/長方形 15">
            <a:extLst>
              <a:ext uri="{FF2B5EF4-FFF2-40B4-BE49-F238E27FC236}">
                <a16:creationId xmlns:a16="http://schemas.microsoft.com/office/drawing/2014/main" id="{F0488288-0CC0-7054-4073-C25890898C30}"/>
              </a:ext>
            </a:extLst>
          </p:cNvPr>
          <p:cNvSpPr/>
          <p:nvPr/>
        </p:nvSpPr>
        <p:spPr>
          <a:xfrm>
            <a:off x="2394670" y="787780"/>
            <a:ext cx="4482348" cy="744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effectLst>
                  <a:outerShdw blurRad="38100" dist="38100" dir="2700000" algn="tl">
                    <a:srgbClr val="000000">
                      <a:alpha val="43137"/>
                    </a:srgbClr>
                  </a:outerShdw>
                </a:effectLst>
              </a:rPr>
              <a:t>スマートファクトリーの実現</a:t>
            </a:r>
          </a:p>
        </p:txBody>
      </p:sp>
      <p:sp>
        <p:nvSpPr>
          <p:cNvPr id="18" name="フリーフォーム 32">
            <a:extLst>
              <a:ext uri="{FF2B5EF4-FFF2-40B4-BE49-F238E27FC236}">
                <a16:creationId xmlns:a16="http://schemas.microsoft.com/office/drawing/2014/main" id="{32E33B15-D0F7-141F-56C3-51A2A9EEAE22}"/>
              </a:ext>
            </a:extLst>
          </p:cNvPr>
          <p:cNvSpPr/>
          <p:nvPr/>
        </p:nvSpPr>
        <p:spPr>
          <a:xfrm>
            <a:off x="2066288" y="2452256"/>
            <a:ext cx="2392284" cy="817301"/>
          </a:xfrm>
          <a:custGeom>
            <a:avLst/>
            <a:gdLst>
              <a:gd name="connsiteX0" fmla="*/ 0 w 2017233"/>
              <a:gd name="connsiteY0" fmla="*/ 0 h 823500"/>
              <a:gd name="connsiteX1" fmla="*/ 2017233 w 2017233"/>
              <a:gd name="connsiteY1" fmla="*/ 0 h 823500"/>
              <a:gd name="connsiteX2" fmla="*/ 2017233 w 2017233"/>
              <a:gd name="connsiteY2" fmla="*/ 823500 h 823500"/>
              <a:gd name="connsiteX3" fmla="*/ 0 w 2017233"/>
              <a:gd name="connsiteY3" fmla="*/ 823500 h 823500"/>
              <a:gd name="connsiteX4" fmla="*/ 0 w 2017233"/>
              <a:gd name="connsiteY4" fmla="*/ 0 h 82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7233" h="823500">
                <a:moveTo>
                  <a:pt x="0" y="0"/>
                </a:moveTo>
                <a:lnTo>
                  <a:pt x="2017233" y="0"/>
                </a:lnTo>
                <a:lnTo>
                  <a:pt x="2017233" y="823500"/>
                </a:lnTo>
                <a:lnTo>
                  <a:pt x="0" y="823500"/>
                </a:lnTo>
                <a:lnTo>
                  <a:pt x="0" y="0"/>
                </a:lnTo>
                <a:close/>
              </a:path>
            </a:pathLst>
          </a:custGeom>
          <a:solidFill>
            <a:schemeClr val="accent4">
              <a:lumMod val="20000"/>
              <a:lumOff val="8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0010" tIns="80010" rIns="106680" bIns="120015" numCol="1" spcCol="1270" anchor="t" anchorCtr="0">
            <a:noAutofit/>
          </a:bodyPr>
          <a:lstStyle/>
          <a:p>
            <a:pPr marL="0" lvl="1" algn="l" defTabSz="666750">
              <a:lnSpc>
                <a:spcPct val="90000"/>
              </a:lnSpc>
              <a:spcBef>
                <a:spcPct val="0"/>
              </a:spcBef>
              <a:spcAft>
                <a:spcPct val="15000"/>
              </a:spcAft>
            </a:pPr>
            <a:endParaRPr kumimoji="1" lang="ja-JP" altLang="en-US" sz="2000" kern="1200" dirty="0">
              <a:solidFill>
                <a:schemeClr val="accent1">
                  <a:lumMod val="75000"/>
                </a:schemeClr>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19" name="フリーフォーム 33">
            <a:extLst>
              <a:ext uri="{FF2B5EF4-FFF2-40B4-BE49-F238E27FC236}">
                <a16:creationId xmlns:a16="http://schemas.microsoft.com/office/drawing/2014/main" id="{0A57A4EB-D7FA-53B8-DEC6-0DA0FE3B4E0F}"/>
              </a:ext>
            </a:extLst>
          </p:cNvPr>
          <p:cNvSpPr/>
          <p:nvPr/>
        </p:nvSpPr>
        <p:spPr>
          <a:xfrm>
            <a:off x="4681160" y="2430900"/>
            <a:ext cx="2392284" cy="831861"/>
          </a:xfrm>
          <a:custGeom>
            <a:avLst/>
            <a:gdLst>
              <a:gd name="connsiteX0" fmla="*/ 0 w 2017233"/>
              <a:gd name="connsiteY0" fmla="*/ 0 h 823500"/>
              <a:gd name="connsiteX1" fmla="*/ 2017233 w 2017233"/>
              <a:gd name="connsiteY1" fmla="*/ 0 h 823500"/>
              <a:gd name="connsiteX2" fmla="*/ 2017233 w 2017233"/>
              <a:gd name="connsiteY2" fmla="*/ 823500 h 823500"/>
              <a:gd name="connsiteX3" fmla="*/ 0 w 2017233"/>
              <a:gd name="connsiteY3" fmla="*/ 823500 h 823500"/>
              <a:gd name="connsiteX4" fmla="*/ 0 w 2017233"/>
              <a:gd name="connsiteY4" fmla="*/ 0 h 82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7233" h="823500">
                <a:moveTo>
                  <a:pt x="0" y="0"/>
                </a:moveTo>
                <a:lnTo>
                  <a:pt x="2017233" y="0"/>
                </a:lnTo>
                <a:lnTo>
                  <a:pt x="2017233" y="823500"/>
                </a:lnTo>
                <a:lnTo>
                  <a:pt x="0" y="823500"/>
                </a:lnTo>
                <a:lnTo>
                  <a:pt x="0" y="0"/>
                </a:lnTo>
                <a:close/>
              </a:path>
            </a:pathLst>
          </a:custGeom>
          <a:solidFill>
            <a:schemeClr val="accent3">
              <a:lumMod val="20000"/>
              <a:lumOff val="80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0010" tIns="80010" rIns="106680" bIns="120015" numCol="1" spcCol="1270" anchor="t" anchorCtr="0">
            <a:noAutofit/>
          </a:bodyPr>
          <a:lstStyle/>
          <a:p>
            <a:pPr marL="0" lvl="1" algn="l" defTabSz="666750">
              <a:lnSpc>
                <a:spcPct val="90000"/>
              </a:lnSpc>
              <a:spcBef>
                <a:spcPct val="0"/>
              </a:spcBef>
              <a:spcAft>
                <a:spcPct val="15000"/>
              </a:spcAft>
            </a:pPr>
            <a:endParaRPr kumimoji="1" lang="en-US" altLang="ja-JP" sz="2000" kern="1200" dirty="0">
              <a:solidFill>
                <a:schemeClr val="accent1">
                  <a:lumMod val="75000"/>
                </a:schemeClr>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grpSp>
        <p:nvGrpSpPr>
          <p:cNvPr id="20" name="グループ化 19">
            <a:extLst>
              <a:ext uri="{FF2B5EF4-FFF2-40B4-BE49-F238E27FC236}">
                <a16:creationId xmlns:a16="http://schemas.microsoft.com/office/drawing/2014/main" id="{7185F882-41ED-6077-AEE4-68E3FE73BCC2}"/>
              </a:ext>
            </a:extLst>
          </p:cNvPr>
          <p:cNvGrpSpPr/>
          <p:nvPr/>
        </p:nvGrpSpPr>
        <p:grpSpPr>
          <a:xfrm>
            <a:off x="1850789" y="1659835"/>
            <a:ext cx="2733318" cy="920677"/>
            <a:chOff x="903122" y="1359888"/>
            <a:chExt cx="2376000" cy="2376000"/>
          </a:xfrm>
        </p:grpSpPr>
        <p:sp>
          <p:nvSpPr>
            <p:cNvPr id="22" name="楕円 21">
              <a:extLst>
                <a:ext uri="{FF2B5EF4-FFF2-40B4-BE49-F238E27FC236}">
                  <a16:creationId xmlns:a16="http://schemas.microsoft.com/office/drawing/2014/main" id="{8A8D3DFA-E144-D088-59CF-469BD3474F5F}"/>
                </a:ext>
              </a:extLst>
            </p:cNvPr>
            <p:cNvSpPr>
              <a:spLocks noChangeAspect="1"/>
            </p:cNvSpPr>
            <p:nvPr/>
          </p:nvSpPr>
          <p:spPr>
            <a:xfrm>
              <a:off x="903122" y="1359888"/>
              <a:ext cx="2376000" cy="2376000"/>
            </a:xfrm>
            <a:prstGeom prst="ellipse">
              <a:avLst/>
            </a:prstGeom>
            <a:solidFill>
              <a:schemeClr val="accent4">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accent4">
                    <a:lumMod val="20000"/>
                    <a:lumOff val="80000"/>
                  </a:schemeClr>
                </a:solidFill>
              </a:endParaRPr>
            </a:p>
          </p:txBody>
        </p:sp>
        <p:sp>
          <p:nvSpPr>
            <p:cNvPr id="23" name="楕円 22">
              <a:extLst>
                <a:ext uri="{FF2B5EF4-FFF2-40B4-BE49-F238E27FC236}">
                  <a16:creationId xmlns:a16="http://schemas.microsoft.com/office/drawing/2014/main" id="{16102041-620C-3E65-CE48-348F7FC042D9}"/>
                </a:ext>
              </a:extLst>
            </p:cNvPr>
            <p:cNvSpPr>
              <a:spLocks noChangeAspect="1"/>
            </p:cNvSpPr>
            <p:nvPr/>
          </p:nvSpPr>
          <p:spPr>
            <a:xfrm>
              <a:off x="1102171" y="1558937"/>
              <a:ext cx="1977902" cy="197790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楕円 23">
              <a:extLst>
                <a:ext uri="{FF2B5EF4-FFF2-40B4-BE49-F238E27FC236}">
                  <a16:creationId xmlns:a16="http://schemas.microsoft.com/office/drawing/2014/main" id="{3EB8ACB4-545D-6D95-E981-13404CEF4A68}"/>
                </a:ext>
              </a:extLst>
            </p:cNvPr>
            <p:cNvSpPr>
              <a:spLocks noChangeAspect="1"/>
            </p:cNvSpPr>
            <p:nvPr/>
          </p:nvSpPr>
          <p:spPr>
            <a:xfrm>
              <a:off x="1314090" y="1770855"/>
              <a:ext cx="1554065" cy="15540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5" name="テキスト ボックス 24">
            <a:extLst>
              <a:ext uri="{FF2B5EF4-FFF2-40B4-BE49-F238E27FC236}">
                <a16:creationId xmlns:a16="http://schemas.microsoft.com/office/drawing/2014/main" id="{2B96A29D-5C11-778A-86A8-0945ACE0562E}"/>
              </a:ext>
            </a:extLst>
          </p:cNvPr>
          <p:cNvSpPr txBox="1"/>
          <p:nvPr/>
        </p:nvSpPr>
        <p:spPr>
          <a:xfrm>
            <a:off x="2699789" y="2005986"/>
            <a:ext cx="1210589" cy="310341"/>
          </a:xfrm>
          <a:prstGeom prst="rect">
            <a:avLst/>
          </a:prstGeom>
          <a:noFill/>
        </p:spPr>
        <p:txBody>
          <a:bodyPr wrap="none" rtlCol="0">
            <a:spAutoFit/>
          </a:bodyPr>
          <a:lstStyle/>
          <a:p>
            <a:pPr lvl="0" algn="ctr" defTabSz="666750">
              <a:lnSpc>
                <a:spcPts val="1700"/>
              </a:lnSpc>
              <a:spcBef>
                <a:spcPct val="0"/>
              </a:spcBef>
              <a:spcAft>
                <a:spcPct val="35000"/>
              </a:spcAft>
            </a:pPr>
            <a:r>
              <a:rPr kumimoji="1" lang="ja-JP" altLang="en-US" sz="2000" b="1" dirty="0">
                <a:solidFill>
                  <a:schemeClr val="bg1"/>
                </a:solidFill>
                <a:effectLst>
                  <a:outerShdw blurRad="38100" dist="38100" dir="2700000" algn="tl">
                    <a:srgbClr val="000000">
                      <a:alpha val="43137"/>
                    </a:srgbClr>
                  </a:outerShdw>
                </a:effectLst>
              </a:rPr>
              <a:t>原価低減</a:t>
            </a:r>
            <a:endParaRPr kumimoji="1" lang="en-US" altLang="ja-JP" sz="2000" b="1" dirty="0">
              <a:solidFill>
                <a:schemeClr val="bg1"/>
              </a:solidFill>
              <a:effectLst>
                <a:outerShdw blurRad="38100" dist="38100" dir="2700000" algn="tl">
                  <a:srgbClr val="000000">
                    <a:alpha val="43137"/>
                  </a:srgbClr>
                </a:outerShdw>
              </a:effectLst>
            </a:endParaRPr>
          </a:p>
        </p:txBody>
      </p:sp>
      <p:sp>
        <p:nvSpPr>
          <p:cNvPr id="26" name="Freeform 35">
            <a:extLst>
              <a:ext uri="{FF2B5EF4-FFF2-40B4-BE49-F238E27FC236}">
                <a16:creationId xmlns:a16="http://schemas.microsoft.com/office/drawing/2014/main" id="{A9CB5581-F115-5931-3E62-6EA627D07719}"/>
              </a:ext>
            </a:extLst>
          </p:cNvPr>
          <p:cNvSpPr>
            <a:spLocks noChangeAspect="1"/>
          </p:cNvSpPr>
          <p:nvPr/>
        </p:nvSpPr>
        <p:spPr bwMode="auto">
          <a:xfrm>
            <a:off x="2354967" y="1913127"/>
            <a:ext cx="313416" cy="403200"/>
          </a:xfrm>
          <a:custGeom>
            <a:avLst/>
            <a:gdLst>
              <a:gd name="T0" fmla="*/ 1463 w 1707"/>
              <a:gd name="T1" fmla="*/ 1220 h 2196"/>
              <a:gd name="T2" fmla="*/ 1463 w 1707"/>
              <a:gd name="T3" fmla="*/ 976 h 2196"/>
              <a:gd name="T4" fmla="*/ 975 w 1707"/>
              <a:gd name="T5" fmla="*/ 976 h 2196"/>
              <a:gd name="T6" fmla="*/ 975 w 1707"/>
              <a:gd name="T7" fmla="*/ 732 h 2196"/>
              <a:gd name="T8" fmla="*/ 1707 w 1707"/>
              <a:gd name="T9" fmla="*/ 0 h 2196"/>
              <a:gd name="T10" fmla="*/ 1362 w 1707"/>
              <a:gd name="T11" fmla="*/ 0 h 2196"/>
              <a:gd name="T12" fmla="*/ 853 w 1707"/>
              <a:gd name="T13" fmla="*/ 509 h 2196"/>
              <a:gd name="T14" fmla="*/ 345 w 1707"/>
              <a:gd name="T15" fmla="*/ 0 h 2196"/>
              <a:gd name="T16" fmla="*/ 0 w 1707"/>
              <a:gd name="T17" fmla="*/ 0 h 2196"/>
              <a:gd name="T18" fmla="*/ 732 w 1707"/>
              <a:gd name="T19" fmla="*/ 732 h 2196"/>
              <a:gd name="T20" fmla="*/ 732 w 1707"/>
              <a:gd name="T21" fmla="*/ 976 h 2196"/>
              <a:gd name="T22" fmla="*/ 244 w 1707"/>
              <a:gd name="T23" fmla="*/ 976 h 2196"/>
              <a:gd name="T24" fmla="*/ 244 w 1707"/>
              <a:gd name="T25" fmla="*/ 1220 h 2196"/>
              <a:gd name="T26" fmla="*/ 732 w 1707"/>
              <a:gd name="T27" fmla="*/ 1220 h 2196"/>
              <a:gd name="T28" fmla="*/ 732 w 1707"/>
              <a:gd name="T29" fmla="*/ 1464 h 2196"/>
              <a:gd name="T30" fmla="*/ 244 w 1707"/>
              <a:gd name="T31" fmla="*/ 1464 h 2196"/>
              <a:gd name="T32" fmla="*/ 244 w 1707"/>
              <a:gd name="T33" fmla="*/ 1708 h 2196"/>
              <a:gd name="T34" fmla="*/ 732 w 1707"/>
              <a:gd name="T35" fmla="*/ 1708 h 2196"/>
              <a:gd name="T36" fmla="*/ 732 w 1707"/>
              <a:gd name="T37" fmla="*/ 2196 h 2196"/>
              <a:gd name="T38" fmla="*/ 975 w 1707"/>
              <a:gd name="T39" fmla="*/ 1952 h 2196"/>
              <a:gd name="T40" fmla="*/ 975 w 1707"/>
              <a:gd name="T41" fmla="*/ 1708 h 2196"/>
              <a:gd name="T42" fmla="*/ 1463 w 1707"/>
              <a:gd name="T43" fmla="*/ 1708 h 2196"/>
              <a:gd name="T44" fmla="*/ 1463 w 1707"/>
              <a:gd name="T45" fmla="*/ 1464 h 2196"/>
              <a:gd name="T46" fmla="*/ 975 w 1707"/>
              <a:gd name="T47" fmla="*/ 1464 h 2196"/>
              <a:gd name="T48" fmla="*/ 975 w 1707"/>
              <a:gd name="T49" fmla="*/ 1220 h 2196"/>
              <a:gd name="T50" fmla="*/ 1463 w 1707"/>
              <a:gd name="T51" fmla="*/ 1220 h 2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07" h="2196">
                <a:moveTo>
                  <a:pt x="1463" y="1220"/>
                </a:moveTo>
                <a:lnTo>
                  <a:pt x="1463" y="976"/>
                </a:lnTo>
                <a:lnTo>
                  <a:pt x="975" y="976"/>
                </a:lnTo>
                <a:lnTo>
                  <a:pt x="975" y="732"/>
                </a:lnTo>
                <a:lnTo>
                  <a:pt x="1707" y="0"/>
                </a:lnTo>
                <a:lnTo>
                  <a:pt x="1362" y="0"/>
                </a:lnTo>
                <a:lnTo>
                  <a:pt x="853" y="509"/>
                </a:lnTo>
                <a:lnTo>
                  <a:pt x="345" y="0"/>
                </a:lnTo>
                <a:lnTo>
                  <a:pt x="0" y="0"/>
                </a:lnTo>
                <a:lnTo>
                  <a:pt x="732" y="732"/>
                </a:lnTo>
                <a:lnTo>
                  <a:pt x="732" y="976"/>
                </a:lnTo>
                <a:lnTo>
                  <a:pt x="244" y="976"/>
                </a:lnTo>
                <a:lnTo>
                  <a:pt x="244" y="1220"/>
                </a:lnTo>
                <a:lnTo>
                  <a:pt x="732" y="1220"/>
                </a:lnTo>
                <a:lnTo>
                  <a:pt x="732" y="1464"/>
                </a:lnTo>
                <a:lnTo>
                  <a:pt x="244" y="1464"/>
                </a:lnTo>
                <a:lnTo>
                  <a:pt x="244" y="1708"/>
                </a:lnTo>
                <a:lnTo>
                  <a:pt x="732" y="1708"/>
                </a:lnTo>
                <a:lnTo>
                  <a:pt x="732" y="2196"/>
                </a:lnTo>
                <a:lnTo>
                  <a:pt x="975" y="1952"/>
                </a:lnTo>
                <a:lnTo>
                  <a:pt x="975" y="1708"/>
                </a:lnTo>
                <a:lnTo>
                  <a:pt x="1463" y="1708"/>
                </a:lnTo>
                <a:lnTo>
                  <a:pt x="1463" y="1464"/>
                </a:lnTo>
                <a:lnTo>
                  <a:pt x="975" y="1464"/>
                </a:lnTo>
                <a:lnTo>
                  <a:pt x="975" y="1220"/>
                </a:lnTo>
                <a:lnTo>
                  <a:pt x="1463" y="122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ja-JP" altLang="en-US" dirty="0"/>
          </a:p>
        </p:txBody>
      </p:sp>
      <p:sp>
        <p:nvSpPr>
          <p:cNvPr id="27" name="フリーフォーム 41">
            <a:extLst>
              <a:ext uri="{FF2B5EF4-FFF2-40B4-BE49-F238E27FC236}">
                <a16:creationId xmlns:a16="http://schemas.microsoft.com/office/drawing/2014/main" id="{F36B0A34-D111-7DD7-F134-C15A6444BF9A}"/>
              </a:ext>
            </a:extLst>
          </p:cNvPr>
          <p:cNvSpPr/>
          <p:nvPr/>
        </p:nvSpPr>
        <p:spPr>
          <a:xfrm>
            <a:off x="5022877" y="2554541"/>
            <a:ext cx="1765868" cy="731354"/>
          </a:xfrm>
          <a:custGeom>
            <a:avLst/>
            <a:gdLst>
              <a:gd name="connsiteX0" fmla="*/ 0 w 2017233"/>
              <a:gd name="connsiteY0" fmla="*/ 0 h 823500"/>
              <a:gd name="connsiteX1" fmla="*/ 2017233 w 2017233"/>
              <a:gd name="connsiteY1" fmla="*/ 0 h 823500"/>
              <a:gd name="connsiteX2" fmla="*/ 2017233 w 2017233"/>
              <a:gd name="connsiteY2" fmla="*/ 823500 h 823500"/>
              <a:gd name="connsiteX3" fmla="*/ 0 w 2017233"/>
              <a:gd name="connsiteY3" fmla="*/ 823500 h 823500"/>
              <a:gd name="connsiteX4" fmla="*/ 0 w 2017233"/>
              <a:gd name="connsiteY4" fmla="*/ 0 h 82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7233" h="823500">
                <a:moveTo>
                  <a:pt x="0" y="0"/>
                </a:moveTo>
                <a:lnTo>
                  <a:pt x="2017233" y="0"/>
                </a:lnTo>
                <a:lnTo>
                  <a:pt x="2017233" y="823500"/>
                </a:lnTo>
                <a:lnTo>
                  <a:pt x="0" y="823500"/>
                </a:lnTo>
                <a:lnTo>
                  <a:pt x="0" y="0"/>
                </a:ln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none" lIns="80010" tIns="80010" rIns="106680" bIns="120015" numCol="1" spcCol="1270" anchor="t" anchorCtr="0">
            <a:spAutoFit/>
          </a:bodyPr>
          <a:lstStyle/>
          <a:p>
            <a:pPr marL="342900" lvl="1" indent="-342900" algn="l" defTabSz="666750">
              <a:spcBef>
                <a:spcPct val="0"/>
              </a:spcBef>
              <a:spcAft>
                <a:spcPct val="15000"/>
              </a:spcAft>
              <a:buFont typeface="Wingdings" panose="05000000000000000000" pitchFamily="2" charset="2"/>
              <a:buChar char="n"/>
            </a:pPr>
            <a:r>
              <a:rPr kumimoji="1" lang="ja-JP" altLang="en-US" sz="1600" b="1" dirty="0">
                <a:solidFill>
                  <a:schemeClr val="tx1"/>
                </a:solidFill>
                <a:latin typeface="Meiryo UI" panose="020B0604030504040204" pitchFamily="50" charset="-128"/>
                <a:ea typeface="Meiryo UI" panose="020B0604030504040204" pitchFamily="50" charset="-128"/>
              </a:rPr>
              <a:t>作業工数削減</a:t>
            </a:r>
            <a:endParaRPr kumimoji="1" lang="en-US" altLang="ja-JP" sz="1600" b="1" kern="1200" dirty="0">
              <a:solidFill>
                <a:schemeClr val="tx1"/>
              </a:solidFill>
              <a:latin typeface="Meiryo UI" panose="020B0604030504040204" pitchFamily="50" charset="-128"/>
              <a:ea typeface="Meiryo UI" panose="020B0604030504040204" pitchFamily="50" charset="-128"/>
            </a:endParaRPr>
          </a:p>
          <a:p>
            <a:pPr marL="342900" lvl="1" indent="-342900" defTabSz="666750">
              <a:spcBef>
                <a:spcPct val="0"/>
              </a:spcBef>
              <a:spcAft>
                <a:spcPct val="15000"/>
              </a:spcAft>
              <a:buFont typeface="Wingdings" panose="05000000000000000000" pitchFamily="2" charset="2"/>
              <a:buChar char="n"/>
            </a:pPr>
            <a:r>
              <a:rPr kumimoji="1" lang="ja-JP" altLang="en-US" sz="1600" b="1" dirty="0">
                <a:solidFill>
                  <a:schemeClr val="tx1"/>
                </a:solidFill>
                <a:latin typeface="Meiryo UI" panose="020B0604030504040204" pitchFamily="50" charset="-128"/>
                <a:ea typeface="Meiryo UI" panose="020B0604030504040204" pitchFamily="50" charset="-128"/>
              </a:rPr>
              <a:t>作業自動化</a:t>
            </a:r>
            <a:endParaRPr kumimoji="1" lang="en-US" altLang="ja-JP" sz="1600" b="1" dirty="0">
              <a:solidFill>
                <a:schemeClr val="tx1"/>
              </a:solidFill>
              <a:latin typeface="Meiryo UI" panose="020B0604030504040204" pitchFamily="50" charset="-128"/>
              <a:ea typeface="Meiryo UI" panose="020B0604030504040204" pitchFamily="50" charset="-128"/>
            </a:endParaRPr>
          </a:p>
        </p:txBody>
      </p:sp>
      <p:sp>
        <p:nvSpPr>
          <p:cNvPr id="28" name="フリーフォーム 42">
            <a:extLst>
              <a:ext uri="{FF2B5EF4-FFF2-40B4-BE49-F238E27FC236}">
                <a16:creationId xmlns:a16="http://schemas.microsoft.com/office/drawing/2014/main" id="{4A6BE89C-13AC-7F0F-2AEA-A621207FD387}"/>
              </a:ext>
            </a:extLst>
          </p:cNvPr>
          <p:cNvSpPr/>
          <p:nvPr/>
        </p:nvSpPr>
        <p:spPr>
          <a:xfrm>
            <a:off x="2272401" y="2557985"/>
            <a:ext cx="2733317" cy="817301"/>
          </a:xfrm>
          <a:custGeom>
            <a:avLst/>
            <a:gdLst>
              <a:gd name="connsiteX0" fmla="*/ 0 w 2017233"/>
              <a:gd name="connsiteY0" fmla="*/ 0 h 823500"/>
              <a:gd name="connsiteX1" fmla="*/ 2017233 w 2017233"/>
              <a:gd name="connsiteY1" fmla="*/ 0 h 823500"/>
              <a:gd name="connsiteX2" fmla="*/ 2017233 w 2017233"/>
              <a:gd name="connsiteY2" fmla="*/ 823500 h 823500"/>
              <a:gd name="connsiteX3" fmla="*/ 0 w 2017233"/>
              <a:gd name="connsiteY3" fmla="*/ 823500 h 823500"/>
              <a:gd name="connsiteX4" fmla="*/ 0 w 2017233"/>
              <a:gd name="connsiteY4" fmla="*/ 0 h 82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7233" h="823500">
                <a:moveTo>
                  <a:pt x="0" y="0"/>
                </a:moveTo>
                <a:lnTo>
                  <a:pt x="2017233" y="0"/>
                </a:lnTo>
                <a:lnTo>
                  <a:pt x="2017233" y="823500"/>
                </a:lnTo>
                <a:lnTo>
                  <a:pt x="0" y="823500"/>
                </a:lnTo>
                <a:lnTo>
                  <a:pt x="0" y="0"/>
                </a:lnTo>
                <a:close/>
              </a:path>
            </a:pathLst>
          </a:custGeom>
          <a:no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0010" tIns="80010" rIns="106680" bIns="120015" numCol="1" spcCol="1270" anchor="t" anchorCtr="0">
            <a:noAutofit/>
          </a:bodyPr>
          <a:lstStyle/>
          <a:p>
            <a:pPr marL="342900" lvl="1" indent="-342900" algn="l" defTabSz="666750">
              <a:spcBef>
                <a:spcPct val="0"/>
              </a:spcBef>
              <a:spcAft>
                <a:spcPct val="15000"/>
              </a:spcAft>
              <a:buFont typeface="Wingdings" panose="05000000000000000000" pitchFamily="2" charset="2"/>
              <a:buChar char="n"/>
            </a:pPr>
            <a:r>
              <a:rPr kumimoji="1" lang="ja-JP" altLang="en-US" sz="1600" b="1" kern="1200" dirty="0">
                <a:solidFill>
                  <a:schemeClr val="tx1"/>
                </a:solidFill>
                <a:latin typeface="Meiryo UI" panose="020B0604030504040204" pitchFamily="50" charset="-128"/>
                <a:ea typeface="Meiryo UI" panose="020B0604030504040204" pitchFamily="50" charset="-128"/>
              </a:rPr>
              <a:t>材料費削減</a:t>
            </a:r>
            <a:endParaRPr kumimoji="1" lang="en-US" altLang="ja-JP" sz="1600" b="1" kern="1200" dirty="0">
              <a:solidFill>
                <a:schemeClr val="tx1"/>
              </a:solidFill>
              <a:latin typeface="Meiryo UI" panose="020B0604030504040204" pitchFamily="50" charset="-128"/>
              <a:ea typeface="Meiryo UI" panose="020B0604030504040204" pitchFamily="50" charset="-128"/>
            </a:endParaRPr>
          </a:p>
          <a:p>
            <a:pPr marL="342900" lvl="1" indent="-342900" algn="l" defTabSz="666750">
              <a:spcBef>
                <a:spcPct val="0"/>
              </a:spcBef>
              <a:spcAft>
                <a:spcPct val="15000"/>
              </a:spcAft>
              <a:buFont typeface="Wingdings" panose="05000000000000000000" pitchFamily="2" charset="2"/>
              <a:buChar char="n"/>
            </a:pPr>
            <a:r>
              <a:rPr kumimoji="1" lang="ja-JP" altLang="en-US" sz="1600" b="1" dirty="0">
                <a:solidFill>
                  <a:schemeClr val="tx1"/>
                </a:solidFill>
                <a:latin typeface="Meiryo UI" panose="020B0604030504040204" pitchFamily="50" charset="-128"/>
                <a:ea typeface="Meiryo UI" panose="020B0604030504040204" pitchFamily="50" charset="-128"/>
              </a:rPr>
              <a:t>組立加工費</a:t>
            </a:r>
            <a:r>
              <a:rPr kumimoji="1" lang="ja-JP" altLang="en-US" sz="1600" b="1" kern="1200" dirty="0">
                <a:solidFill>
                  <a:schemeClr val="tx1"/>
                </a:solidFill>
                <a:latin typeface="Meiryo UI" panose="020B0604030504040204" pitchFamily="50" charset="-128"/>
                <a:ea typeface="Meiryo UI" panose="020B0604030504040204" pitchFamily="50" charset="-128"/>
              </a:rPr>
              <a:t>削減</a:t>
            </a:r>
          </a:p>
        </p:txBody>
      </p:sp>
      <p:grpSp>
        <p:nvGrpSpPr>
          <p:cNvPr id="29" name="グループ化 28">
            <a:extLst>
              <a:ext uri="{FF2B5EF4-FFF2-40B4-BE49-F238E27FC236}">
                <a16:creationId xmlns:a16="http://schemas.microsoft.com/office/drawing/2014/main" id="{60CC2C5B-ED1A-74B5-BD88-DA9EBE2231A7}"/>
              </a:ext>
            </a:extLst>
          </p:cNvPr>
          <p:cNvGrpSpPr/>
          <p:nvPr/>
        </p:nvGrpSpPr>
        <p:grpSpPr>
          <a:xfrm>
            <a:off x="4527147" y="1623556"/>
            <a:ext cx="2733318" cy="1044586"/>
            <a:chOff x="903122" y="1359888"/>
            <a:chExt cx="2376000" cy="2376000"/>
          </a:xfrm>
        </p:grpSpPr>
        <p:sp>
          <p:nvSpPr>
            <p:cNvPr id="32" name="楕円 31">
              <a:extLst>
                <a:ext uri="{FF2B5EF4-FFF2-40B4-BE49-F238E27FC236}">
                  <a16:creationId xmlns:a16="http://schemas.microsoft.com/office/drawing/2014/main" id="{C462287E-B841-FD21-74DD-A96DADEC208C}"/>
                </a:ext>
              </a:extLst>
            </p:cNvPr>
            <p:cNvSpPr>
              <a:spLocks noChangeAspect="1"/>
            </p:cNvSpPr>
            <p:nvPr/>
          </p:nvSpPr>
          <p:spPr>
            <a:xfrm>
              <a:off x="903122" y="1359888"/>
              <a:ext cx="2376000" cy="2376000"/>
            </a:xfrm>
            <a:prstGeom prst="ellipse">
              <a:avLst/>
            </a:prstGeom>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楕円 32">
              <a:extLst>
                <a:ext uri="{FF2B5EF4-FFF2-40B4-BE49-F238E27FC236}">
                  <a16:creationId xmlns:a16="http://schemas.microsoft.com/office/drawing/2014/main" id="{24A5453E-C1D3-1270-8577-E6A9BB0F163A}"/>
                </a:ext>
              </a:extLst>
            </p:cNvPr>
            <p:cNvSpPr>
              <a:spLocks noChangeAspect="1"/>
            </p:cNvSpPr>
            <p:nvPr/>
          </p:nvSpPr>
          <p:spPr>
            <a:xfrm>
              <a:off x="1102171" y="1558937"/>
              <a:ext cx="1977902" cy="1977902"/>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楕円 33">
              <a:extLst>
                <a:ext uri="{FF2B5EF4-FFF2-40B4-BE49-F238E27FC236}">
                  <a16:creationId xmlns:a16="http://schemas.microsoft.com/office/drawing/2014/main" id="{13770B7E-4680-EBFE-3FBF-9B9EB364D9EE}"/>
                </a:ext>
              </a:extLst>
            </p:cNvPr>
            <p:cNvSpPr>
              <a:spLocks noChangeAspect="1"/>
            </p:cNvSpPr>
            <p:nvPr/>
          </p:nvSpPr>
          <p:spPr>
            <a:xfrm>
              <a:off x="1314090" y="1770855"/>
              <a:ext cx="1554065" cy="15540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accent3"/>
                </a:solidFill>
              </a:endParaRPr>
            </a:p>
          </p:txBody>
        </p:sp>
      </p:grpSp>
      <p:sp>
        <p:nvSpPr>
          <p:cNvPr id="35" name="テキスト ボックス 34">
            <a:extLst>
              <a:ext uri="{FF2B5EF4-FFF2-40B4-BE49-F238E27FC236}">
                <a16:creationId xmlns:a16="http://schemas.microsoft.com/office/drawing/2014/main" id="{34C303C9-E8DC-8221-B526-4B903C792A73}"/>
              </a:ext>
            </a:extLst>
          </p:cNvPr>
          <p:cNvSpPr txBox="1"/>
          <p:nvPr/>
        </p:nvSpPr>
        <p:spPr>
          <a:xfrm>
            <a:off x="5182998" y="2027391"/>
            <a:ext cx="1467068" cy="310341"/>
          </a:xfrm>
          <a:prstGeom prst="rect">
            <a:avLst/>
          </a:prstGeom>
          <a:noFill/>
        </p:spPr>
        <p:txBody>
          <a:bodyPr wrap="none" rtlCol="0">
            <a:spAutoFit/>
          </a:bodyPr>
          <a:lstStyle/>
          <a:p>
            <a:pPr lvl="0" algn="ctr" defTabSz="666750">
              <a:lnSpc>
                <a:spcPts val="1700"/>
              </a:lnSpc>
              <a:spcBef>
                <a:spcPct val="0"/>
              </a:spcBef>
              <a:spcAft>
                <a:spcPct val="35000"/>
              </a:spcAft>
            </a:pPr>
            <a:r>
              <a:rPr kumimoji="1" lang="ja-JP" altLang="en-US" sz="2000" b="1" dirty="0">
                <a:solidFill>
                  <a:schemeClr val="bg1"/>
                </a:solidFill>
                <a:effectLst>
                  <a:outerShdw blurRad="38100" dist="38100" dir="2700000" algn="tl">
                    <a:srgbClr val="000000">
                      <a:alpha val="43137"/>
                    </a:srgbClr>
                  </a:outerShdw>
                </a:effectLst>
              </a:rPr>
              <a:t>生産性倍増</a:t>
            </a:r>
          </a:p>
        </p:txBody>
      </p:sp>
      <p:grpSp>
        <p:nvGrpSpPr>
          <p:cNvPr id="36" name="Group 59">
            <a:extLst>
              <a:ext uri="{FF2B5EF4-FFF2-40B4-BE49-F238E27FC236}">
                <a16:creationId xmlns:a16="http://schemas.microsoft.com/office/drawing/2014/main" id="{A0F907C1-EB9C-2D2B-19F8-351697C3E7C6}"/>
              </a:ext>
            </a:extLst>
          </p:cNvPr>
          <p:cNvGrpSpPr>
            <a:grpSpLocks noChangeAspect="1"/>
          </p:cNvGrpSpPr>
          <p:nvPr/>
        </p:nvGrpSpPr>
        <p:grpSpPr bwMode="auto">
          <a:xfrm>
            <a:off x="4731796" y="1969655"/>
            <a:ext cx="450236" cy="368563"/>
            <a:chOff x="1237" y="32"/>
            <a:chExt cx="5204" cy="4260"/>
          </a:xfrm>
          <a:solidFill>
            <a:schemeClr val="bg2"/>
          </a:solidFill>
        </p:grpSpPr>
        <p:sp>
          <p:nvSpPr>
            <p:cNvPr id="37" name="Freeform 60">
              <a:extLst>
                <a:ext uri="{FF2B5EF4-FFF2-40B4-BE49-F238E27FC236}">
                  <a16:creationId xmlns:a16="http://schemas.microsoft.com/office/drawing/2014/main" id="{0BED77F3-6B3C-59B6-623F-DFBE7D7613EC}"/>
                </a:ext>
              </a:extLst>
            </p:cNvPr>
            <p:cNvSpPr>
              <a:spLocks/>
            </p:cNvSpPr>
            <p:nvPr/>
          </p:nvSpPr>
          <p:spPr bwMode="auto">
            <a:xfrm>
              <a:off x="3129" y="979"/>
              <a:ext cx="2366" cy="2367"/>
            </a:xfrm>
            <a:custGeom>
              <a:avLst/>
              <a:gdLst>
                <a:gd name="T0" fmla="*/ 331 w 2366"/>
                <a:gd name="T1" fmla="*/ 2367 h 2367"/>
                <a:gd name="T2" fmla="*/ 1893 w 2366"/>
                <a:gd name="T3" fmla="*/ 805 h 2367"/>
                <a:gd name="T4" fmla="*/ 1893 w 2366"/>
                <a:gd name="T5" fmla="*/ 1893 h 2367"/>
                <a:gd name="T6" fmla="*/ 2366 w 2366"/>
                <a:gd name="T7" fmla="*/ 1893 h 2367"/>
                <a:gd name="T8" fmla="*/ 2366 w 2366"/>
                <a:gd name="T9" fmla="*/ 0 h 2367"/>
                <a:gd name="T10" fmla="*/ 473 w 2366"/>
                <a:gd name="T11" fmla="*/ 0 h 2367"/>
                <a:gd name="T12" fmla="*/ 473 w 2366"/>
                <a:gd name="T13" fmla="*/ 473 h 2367"/>
                <a:gd name="T14" fmla="*/ 1552 w 2366"/>
                <a:gd name="T15" fmla="*/ 473 h 2367"/>
                <a:gd name="T16" fmla="*/ 0 w 2366"/>
                <a:gd name="T17" fmla="*/ 2026 h 2367"/>
                <a:gd name="T18" fmla="*/ 331 w 2366"/>
                <a:gd name="T19" fmla="*/ 2367 h 2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66" h="2367">
                  <a:moveTo>
                    <a:pt x="331" y="2367"/>
                  </a:moveTo>
                  <a:lnTo>
                    <a:pt x="1893" y="805"/>
                  </a:lnTo>
                  <a:lnTo>
                    <a:pt x="1893" y="1893"/>
                  </a:lnTo>
                  <a:lnTo>
                    <a:pt x="2366" y="1893"/>
                  </a:lnTo>
                  <a:lnTo>
                    <a:pt x="2366" y="0"/>
                  </a:lnTo>
                  <a:lnTo>
                    <a:pt x="473" y="0"/>
                  </a:lnTo>
                  <a:lnTo>
                    <a:pt x="473" y="473"/>
                  </a:lnTo>
                  <a:lnTo>
                    <a:pt x="1552" y="473"/>
                  </a:lnTo>
                  <a:lnTo>
                    <a:pt x="0" y="2026"/>
                  </a:lnTo>
                  <a:lnTo>
                    <a:pt x="331" y="2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GB" sz="1013" dirty="0"/>
            </a:p>
          </p:txBody>
        </p:sp>
        <p:sp>
          <p:nvSpPr>
            <p:cNvPr id="39" name="Freeform 61">
              <a:extLst>
                <a:ext uri="{FF2B5EF4-FFF2-40B4-BE49-F238E27FC236}">
                  <a16:creationId xmlns:a16="http://schemas.microsoft.com/office/drawing/2014/main" id="{3E45CBFD-094D-F187-EC28-F493746C0BF2}"/>
                </a:ext>
              </a:extLst>
            </p:cNvPr>
            <p:cNvSpPr>
              <a:spLocks/>
            </p:cNvSpPr>
            <p:nvPr/>
          </p:nvSpPr>
          <p:spPr bwMode="auto">
            <a:xfrm>
              <a:off x="1237" y="32"/>
              <a:ext cx="5204" cy="4260"/>
            </a:xfrm>
            <a:custGeom>
              <a:avLst/>
              <a:gdLst>
                <a:gd name="T0" fmla="*/ 5204 w 5204"/>
                <a:gd name="T1" fmla="*/ 0 h 4260"/>
                <a:gd name="T2" fmla="*/ 946 w 5204"/>
                <a:gd name="T3" fmla="*/ 0 h 4260"/>
                <a:gd name="T4" fmla="*/ 473 w 5204"/>
                <a:gd name="T5" fmla="*/ 474 h 4260"/>
                <a:gd name="T6" fmla="*/ 4731 w 5204"/>
                <a:gd name="T7" fmla="*/ 474 h 4260"/>
                <a:gd name="T8" fmla="*/ 4731 w 5204"/>
                <a:gd name="T9" fmla="*/ 3787 h 4260"/>
                <a:gd name="T10" fmla="*/ 473 w 5204"/>
                <a:gd name="T11" fmla="*/ 3787 h 4260"/>
                <a:gd name="T12" fmla="*/ 473 w 5204"/>
                <a:gd name="T13" fmla="*/ 474 h 4260"/>
                <a:gd name="T14" fmla="*/ 0 w 5204"/>
                <a:gd name="T15" fmla="*/ 947 h 4260"/>
                <a:gd name="T16" fmla="*/ 0 w 5204"/>
                <a:gd name="T17" fmla="*/ 4260 h 4260"/>
                <a:gd name="T18" fmla="*/ 5204 w 5204"/>
                <a:gd name="T19" fmla="*/ 4260 h 4260"/>
                <a:gd name="T20" fmla="*/ 5204 w 5204"/>
                <a:gd name="T21" fmla="*/ 0 h 4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04" h="4260">
                  <a:moveTo>
                    <a:pt x="5204" y="0"/>
                  </a:moveTo>
                  <a:lnTo>
                    <a:pt x="946" y="0"/>
                  </a:lnTo>
                  <a:lnTo>
                    <a:pt x="473" y="474"/>
                  </a:lnTo>
                  <a:lnTo>
                    <a:pt x="4731" y="474"/>
                  </a:lnTo>
                  <a:lnTo>
                    <a:pt x="4731" y="3787"/>
                  </a:lnTo>
                  <a:lnTo>
                    <a:pt x="473" y="3787"/>
                  </a:lnTo>
                  <a:lnTo>
                    <a:pt x="473" y="474"/>
                  </a:lnTo>
                  <a:lnTo>
                    <a:pt x="0" y="947"/>
                  </a:lnTo>
                  <a:lnTo>
                    <a:pt x="0" y="4260"/>
                  </a:lnTo>
                  <a:lnTo>
                    <a:pt x="5204" y="4260"/>
                  </a:lnTo>
                  <a:lnTo>
                    <a:pt x="520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n-GB" sz="1013" dirty="0"/>
            </a:p>
          </p:txBody>
        </p:sp>
      </p:grpSp>
      <p:sp>
        <p:nvSpPr>
          <p:cNvPr id="40" name="矢印: 右 39">
            <a:extLst>
              <a:ext uri="{FF2B5EF4-FFF2-40B4-BE49-F238E27FC236}">
                <a16:creationId xmlns:a16="http://schemas.microsoft.com/office/drawing/2014/main" id="{7D9C6599-52F4-50CE-00FA-202AB8E72E44}"/>
              </a:ext>
            </a:extLst>
          </p:cNvPr>
          <p:cNvSpPr/>
          <p:nvPr/>
        </p:nvSpPr>
        <p:spPr>
          <a:xfrm>
            <a:off x="4760762" y="3810185"/>
            <a:ext cx="474150" cy="324923"/>
          </a:xfrm>
          <a:prstGeom prst="rightArrow">
            <a:avLst/>
          </a:prstGeom>
          <a:solidFill>
            <a:schemeClr val="accent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3774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F9821-19A8-9A96-B858-782DDE13994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71956C05-6095-4DC2-713E-4D7CD758622F}"/>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b="1" dirty="0">
                <a:solidFill>
                  <a:schemeClr val="tx1"/>
                </a:solidFill>
              </a:rPr>
              <a:t>現状把握 </a:t>
            </a:r>
            <a:r>
              <a:rPr kumimoji="1" lang="en-US" altLang="ja-JP" b="1" dirty="0">
                <a:solidFill>
                  <a:schemeClr val="tx1"/>
                </a:solidFill>
              </a:rPr>
              <a:t>-</a:t>
            </a:r>
            <a:r>
              <a:rPr kumimoji="1" lang="ja-JP" altLang="en-US" b="1" dirty="0">
                <a:solidFill>
                  <a:schemeClr val="tx1"/>
                </a:solidFill>
              </a:rPr>
              <a:t>調整工程での課題</a:t>
            </a:r>
            <a:r>
              <a:rPr kumimoji="1" lang="en-US" altLang="ja-JP" b="1" dirty="0">
                <a:solidFill>
                  <a:schemeClr val="tx1"/>
                </a:solidFill>
              </a:rPr>
              <a:t>-</a:t>
            </a:r>
            <a:endParaRPr kumimoji="1" lang="ja-JP" altLang="en-US" b="1" dirty="0">
              <a:solidFill>
                <a:schemeClr val="tx1"/>
              </a:solidFill>
            </a:endParaRPr>
          </a:p>
        </p:txBody>
      </p:sp>
      <p:pic>
        <p:nvPicPr>
          <p:cNvPr id="8" name="図 7">
            <a:extLst>
              <a:ext uri="{FF2B5EF4-FFF2-40B4-BE49-F238E27FC236}">
                <a16:creationId xmlns:a16="http://schemas.microsoft.com/office/drawing/2014/main" id="{855EF00A-EA60-32E4-C56C-5998C9CD656E}"/>
              </a:ext>
            </a:extLst>
          </p:cNvPr>
          <p:cNvPicPr>
            <a:picLocks noChangeAspect="1"/>
          </p:cNvPicPr>
          <p:nvPr/>
        </p:nvPicPr>
        <p:blipFill>
          <a:blip r:embed="rId2"/>
          <a:stretch>
            <a:fillRect/>
          </a:stretch>
        </p:blipFill>
        <p:spPr>
          <a:xfrm>
            <a:off x="1721600" y="1888233"/>
            <a:ext cx="5700800" cy="1874730"/>
          </a:xfrm>
          <a:prstGeom prst="rect">
            <a:avLst/>
          </a:prstGeom>
        </p:spPr>
      </p:pic>
      <p:sp>
        <p:nvSpPr>
          <p:cNvPr id="10" name="吹き出し: 角を丸めた四角形 9">
            <a:extLst>
              <a:ext uri="{FF2B5EF4-FFF2-40B4-BE49-F238E27FC236}">
                <a16:creationId xmlns:a16="http://schemas.microsoft.com/office/drawing/2014/main" id="{669919CC-E692-BFF5-D074-EDAC2D9E9904}"/>
              </a:ext>
            </a:extLst>
          </p:cNvPr>
          <p:cNvSpPr/>
          <p:nvPr/>
        </p:nvSpPr>
        <p:spPr>
          <a:xfrm>
            <a:off x="5213207" y="3882465"/>
            <a:ext cx="1478756" cy="460425"/>
          </a:xfrm>
          <a:prstGeom prst="wedgeRoundRectCallout">
            <a:avLst>
              <a:gd name="adj1" fmla="val -38737"/>
              <a:gd name="adj2" fmla="val -118635"/>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制御</a:t>
            </a:r>
            <a:r>
              <a:rPr kumimoji="1" lang="en-US" altLang="ja-JP" sz="1200" dirty="0">
                <a:solidFill>
                  <a:schemeClr val="tx1"/>
                </a:solidFill>
              </a:rPr>
              <a:t>PC</a:t>
            </a:r>
            <a:r>
              <a:rPr kumimoji="1" lang="ja-JP" altLang="en-US" sz="1200" dirty="0">
                <a:solidFill>
                  <a:schemeClr val="tx1"/>
                </a:solidFill>
              </a:rPr>
              <a:t>と作業者は</a:t>
            </a:r>
            <a:endParaRPr kumimoji="1" lang="en-US" altLang="ja-JP" sz="1200" dirty="0">
              <a:solidFill>
                <a:schemeClr val="tx1"/>
              </a:solidFill>
            </a:endParaRPr>
          </a:p>
          <a:p>
            <a:pPr algn="ctr"/>
            <a:r>
              <a:rPr kumimoji="1" lang="ja-JP" altLang="en-US" sz="1200" b="1" dirty="0">
                <a:solidFill>
                  <a:schemeClr val="accent4"/>
                </a:solidFill>
              </a:rPr>
              <a:t>工程ごとに必要</a:t>
            </a:r>
            <a:endParaRPr kumimoji="1" lang="en-US" altLang="ja-JP" sz="1200" b="1" dirty="0">
              <a:solidFill>
                <a:schemeClr val="tx1"/>
              </a:solidFill>
              <a:latin typeface="Meiryo UI" panose="020B0604030504040204" pitchFamily="50" charset="-128"/>
              <a:ea typeface="Meiryo UI" panose="020B0604030504040204" pitchFamily="50" charset="-128"/>
            </a:endParaRPr>
          </a:p>
        </p:txBody>
      </p:sp>
      <p:sp>
        <p:nvSpPr>
          <p:cNvPr id="11" name="吹き出し: 角を丸めた四角形 10">
            <a:extLst>
              <a:ext uri="{FF2B5EF4-FFF2-40B4-BE49-F238E27FC236}">
                <a16:creationId xmlns:a16="http://schemas.microsoft.com/office/drawing/2014/main" id="{9EA21758-12AA-5A87-C01B-371D2DFF1559}"/>
              </a:ext>
            </a:extLst>
          </p:cNvPr>
          <p:cNvSpPr/>
          <p:nvPr/>
        </p:nvSpPr>
        <p:spPr>
          <a:xfrm>
            <a:off x="2298865" y="3804378"/>
            <a:ext cx="2066397" cy="571526"/>
          </a:xfrm>
          <a:prstGeom prst="wedgeRoundRectCallout">
            <a:avLst>
              <a:gd name="adj1" fmla="val 25404"/>
              <a:gd name="adj2" fmla="val -7132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作業者が</a:t>
            </a:r>
            <a:r>
              <a:rPr kumimoji="1" lang="ja-JP" altLang="en-US" sz="1200" b="1" dirty="0">
                <a:solidFill>
                  <a:schemeClr val="accent4"/>
                </a:solidFill>
                <a:latin typeface="Meiryo UI" panose="020B0604030504040204" pitchFamily="50" charset="-128"/>
                <a:ea typeface="Meiryo UI" panose="020B0604030504040204" pitchFamily="50" charset="-128"/>
              </a:rPr>
              <a:t>制御</a:t>
            </a:r>
            <a:r>
              <a:rPr kumimoji="1" lang="en-US" altLang="ja-JP" sz="1200" b="1" dirty="0">
                <a:solidFill>
                  <a:schemeClr val="accent4"/>
                </a:solidFill>
                <a:latin typeface="Meiryo UI" panose="020B0604030504040204" pitchFamily="50" charset="-128"/>
                <a:ea typeface="Meiryo UI" panose="020B0604030504040204" pitchFamily="50" charset="-128"/>
              </a:rPr>
              <a:t>PC</a:t>
            </a:r>
            <a:r>
              <a:rPr kumimoji="1" lang="ja-JP" altLang="en-US" sz="1200" b="1" dirty="0">
                <a:solidFill>
                  <a:schemeClr val="accent4"/>
                </a:solidFill>
                <a:latin typeface="Meiryo UI" panose="020B0604030504040204" pitchFamily="50" charset="-128"/>
                <a:ea typeface="Meiryo UI" panose="020B0604030504040204" pitchFamily="50" charset="-128"/>
              </a:rPr>
              <a:t>の画面を</a:t>
            </a:r>
            <a:endParaRPr kumimoji="1" lang="en-US" altLang="ja-JP" sz="1200" b="1" dirty="0">
              <a:solidFill>
                <a:schemeClr val="accent4"/>
              </a:solidFill>
              <a:latin typeface="Meiryo UI" panose="020B0604030504040204" pitchFamily="50" charset="-128"/>
              <a:ea typeface="Meiryo UI" panose="020B0604030504040204" pitchFamily="50" charset="-128"/>
            </a:endParaRPr>
          </a:p>
          <a:p>
            <a:pPr algn="ctr"/>
            <a:r>
              <a:rPr kumimoji="1" lang="ja-JP" altLang="en-US" sz="1200" b="1" dirty="0">
                <a:solidFill>
                  <a:schemeClr val="accent4"/>
                </a:solidFill>
                <a:latin typeface="Meiryo UI" panose="020B0604030504040204" pitchFamily="50" charset="-128"/>
                <a:ea typeface="Meiryo UI" panose="020B0604030504040204" pitchFamily="50" charset="-128"/>
              </a:rPr>
              <a:t>見ながら検査を実施</a:t>
            </a:r>
            <a:endParaRPr kumimoji="1" lang="en-US" altLang="ja-JP" sz="1200" b="1" dirty="0">
              <a:solidFill>
                <a:schemeClr val="accent4"/>
              </a:solidFill>
              <a:latin typeface="Meiryo UI" panose="020B0604030504040204" pitchFamily="50" charset="-128"/>
              <a:ea typeface="Meiryo UI" panose="020B0604030504040204" pitchFamily="50" charset="-128"/>
            </a:endParaRPr>
          </a:p>
        </p:txBody>
      </p:sp>
      <p:sp>
        <p:nvSpPr>
          <p:cNvPr id="12" name="吹き出し: 角を丸めた四角形 11">
            <a:extLst>
              <a:ext uri="{FF2B5EF4-FFF2-40B4-BE49-F238E27FC236}">
                <a16:creationId xmlns:a16="http://schemas.microsoft.com/office/drawing/2014/main" id="{64E50C8E-995F-3D89-C23B-BCC331B4D321}"/>
              </a:ext>
            </a:extLst>
          </p:cNvPr>
          <p:cNvSpPr/>
          <p:nvPr/>
        </p:nvSpPr>
        <p:spPr>
          <a:xfrm>
            <a:off x="2711446" y="1595295"/>
            <a:ext cx="2300287" cy="460425"/>
          </a:xfrm>
          <a:prstGeom prst="wedgeRoundRectCallout">
            <a:avLst>
              <a:gd name="adj1" fmla="val -11989"/>
              <a:gd name="adj2" fmla="val 10190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1200" dirty="0">
                <a:solidFill>
                  <a:schemeClr val="tx1"/>
                </a:solidFill>
              </a:rPr>
              <a:t>制御</a:t>
            </a:r>
            <a:r>
              <a:rPr kumimoji="1" lang="en-US" altLang="ja-JP" sz="1200" dirty="0">
                <a:solidFill>
                  <a:schemeClr val="tx1"/>
                </a:solidFill>
              </a:rPr>
              <a:t>PC</a:t>
            </a:r>
            <a:r>
              <a:rPr kumimoji="1" lang="ja-JP" altLang="en-US" sz="1200" dirty="0">
                <a:solidFill>
                  <a:schemeClr val="tx1"/>
                </a:solidFill>
              </a:rPr>
              <a:t>と製品は</a:t>
            </a:r>
            <a:endParaRPr kumimoji="1" lang="en-US" altLang="ja-JP" sz="1200" dirty="0">
              <a:solidFill>
                <a:schemeClr val="tx1"/>
              </a:solidFill>
            </a:endParaRPr>
          </a:p>
          <a:p>
            <a:r>
              <a:rPr kumimoji="1" lang="ja-JP" altLang="en-US" sz="1200" b="1" dirty="0">
                <a:solidFill>
                  <a:schemeClr val="accent4"/>
                </a:solidFill>
              </a:rPr>
              <a:t>有線接続</a:t>
            </a:r>
            <a:r>
              <a:rPr kumimoji="1" lang="ja-JP" altLang="en-US" sz="1200" dirty="0">
                <a:solidFill>
                  <a:schemeClr val="tx1"/>
                </a:solidFill>
              </a:rPr>
              <a:t>、</a:t>
            </a:r>
            <a:r>
              <a:rPr kumimoji="1" lang="en-US" altLang="ja-JP" sz="1200" b="1" dirty="0">
                <a:solidFill>
                  <a:schemeClr val="accent4"/>
                </a:solidFill>
              </a:rPr>
              <a:t>1</a:t>
            </a:r>
            <a:r>
              <a:rPr kumimoji="1" lang="ja-JP" altLang="en-US" sz="1200" b="1" dirty="0">
                <a:solidFill>
                  <a:schemeClr val="accent4"/>
                </a:solidFill>
              </a:rPr>
              <a:t>対</a:t>
            </a:r>
            <a:r>
              <a:rPr kumimoji="1" lang="en-US" altLang="ja-JP" sz="1200" b="1" dirty="0">
                <a:solidFill>
                  <a:schemeClr val="accent4"/>
                </a:solidFill>
              </a:rPr>
              <a:t>1</a:t>
            </a:r>
            <a:r>
              <a:rPr kumimoji="1" lang="ja-JP" altLang="en-US" sz="1200" b="1" dirty="0">
                <a:solidFill>
                  <a:schemeClr val="accent4"/>
                </a:solidFill>
              </a:rPr>
              <a:t>の通信</a:t>
            </a:r>
            <a:r>
              <a:rPr kumimoji="1" lang="ja-JP" altLang="en-US" sz="1200" dirty="0">
                <a:solidFill>
                  <a:schemeClr val="tx1"/>
                </a:solidFill>
              </a:rPr>
              <a:t>で実施</a:t>
            </a:r>
            <a:endParaRPr kumimoji="1" lang="en-US" altLang="ja-JP" sz="1200" b="1" dirty="0">
              <a:solidFill>
                <a:schemeClr val="tx1"/>
              </a:solidFill>
              <a:latin typeface="Meiryo UI" panose="020B0604030504040204" pitchFamily="50" charset="-128"/>
              <a:ea typeface="Meiryo UI" panose="020B0604030504040204" pitchFamily="50" charset="-128"/>
            </a:endParaRPr>
          </a:p>
        </p:txBody>
      </p:sp>
      <p:sp>
        <p:nvSpPr>
          <p:cNvPr id="3" name="吹き出し: 角を丸めた四角形 2">
            <a:extLst>
              <a:ext uri="{FF2B5EF4-FFF2-40B4-BE49-F238E27FC236}">
                <a16:creationId xmlns:a16="http://schemas.microsoft.com/office/drawing/2014/main" id="{6AAFB41A-9BC7-A4BD-AD01-C8266BC34F4B}"/>
              </a:ext>
            </a:extLst>
          </p:cNvPr>
          <p:cNvSpPr/>
          <p:nvPr/>
        </p:nvSpPr>
        <p:spPr>
          <a:xfrm>
            <a:off x="1721600" y="2539835"/>
            <a:ext cx="1154531" cy="571526"/>
          </a:xfrm>
          <a:prstGeom prst="wedgeRoundRectCallout">
            <a:avLst>
              <a:gd name="adj1" fmla="val 61592"/>
              <a:gd name="adj2" fmla="val -729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工程のたびに</a:t>
            </a:r>
            <a:r>
              <a:rPr kumimoji="1" lang="ja-JP" altLang="en-US" sz="1200" b="1" dirty="0">
                <a:solidFill>
                  <a:schemeClr val="accent4"/>
                </a:solidFill>
                <a:latin typeface="Meiryo UI" panose="020B0604030504040204" pitchFamily="50" charset="-128"/>
                <a:ea typeface="Meiryo UI" panose="020B0604030504040204" pitchFamily="50" charset="-128"/>
              </a:rPr>
              <a:t>結線が必要</a:t>
            </a:r>
            <a:endParaRPr kumimoji="1" lang="en-US" altLang="ja-JP" sz="1200" b="1" dirty="0">
              <a:solidFill>
                <a:schemeClr val="accent4"/>
              </a:solidFill>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40EC64BB-8A57-2E93-D3D5-3F8ADA40BF14}"/>
              </a:ext>
            </a:extLst>
          </p:cNvPr>
          <p:cNvSpPr txBox="1"/>
          <p:nvPr/>
        </p:nvSpPr>
        <p:spPr>
          <a:xfrm>
            <a:off x="281207" y="728559"/>
            <a:ext cx="8299824" cy="369332"/>
          </a:xfrm>
          <a:prstGeom prst="rect">
            <a:avLst/>
          </a:prstGeom>
          <a:noFill/>
        </p:spPr>
        <p:txBody>
          <a:bodyPr wrap="square" rtlCol="0">
            <a:spAutoFit/>
          </a:bodyPr>
          <a:lstStyle/>
          <a:p>
            <a:r>
              <a:rPr kumimoji="1" lang="ja-JP" altLang="en-US" sz="1800" dirty="0">
                <a:solidFill>
                  <a:schemeClr val="tx1"/>
                </a:solidFill>
                <a:latin typeface="Meiryo UI" panose="020B0604030504040204" pitchFamily="50" charset="-128"/>
                <a:ea typeface="Meiryo UI" panose="020B0604030504040204" pitchFamily="50" charset="-128"/>
              </a:rPr>
              <a:t>現在の調整工程から課題を整理</a:t>
            </a:r>
            <a:endParaRPr kumimoji="1" lang="en-US" altLang="ja-JP" dirty="0"/>
          </a:p>
        </p:txBody>
      </p:sp>
      <p:sp>
        <p:nvSpPr>
          <p:cNvPr id="13" name="四角形: 角を丸くする 12">
            <a:extLst>
              <a:ext uri="{FF2B5EF4-FFF2-40B4-BE49-F238E27FC236}">
                <a16:creationId xmlns:a16="http://schemas.microsoft.com/office/drawing/2014/main" id="{2697F128-E84A-C472-6B26-947091FFA9D1}"/>
              </a:ext>
            </a:extLst>
          </p:cNvPr>
          <p:cNvSpPr/>
          <p:nvPr/>
        </p:nvSpPr>
        <p:spPr>
          <a:xfrm>
            <a:off x="281207" y="2386474"/>
            <a:ext cx="810993" cy="88900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組立</a:t>
            </a:r>
          </a:p>
        </p:txBody>
      </p:sp>
      <p:sp>
        <p:nvSpPr>
          <p:cNvPr id="14" name="矢印: 下 13">
            <a:extLst>
              <a:ext uri="{FF2B5EF4-FFF2-40B4-BE49-F238E27FC236}">
                <a16:creationId xmlns:a16="http://schemas.microsoft.com/office/drawing/2014/main" id="{7467A4DD-8EF4-6D72-C573-08F00293961A}"/>
              </a:ext>
            </a:extLst>
          </p:cNvPr>
          <p:cNvSpPr/>
          <p:nvPr/>
        </p:nvSpPr>
        <p:spPr>
          <a:xfrm rot="16200000">
            <a:off x="1268402" y="2608711"/>
            <a:ext cx="276996" cy="433774"/>
          </a:xfrm>
          <a:prstGeom prst="down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076288FC-57CC-8604-E921-F2D95939B1A2}"/>
              </a:ext>
            </a:extLst>
          </p:cNvPr>
          <p:cNvSpPr/>
          <p:nvPr/>
        </p:nvSpPr>
        <p:spPr>
          <a:xfrm>
            <a:off x="8051800" y="2386474"/>
            <a:ext cx="810993" cy="88900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梱包</a:t>
            </a:r>
          </a:p>
        </p:txBody>
      </p:sp>
      <p:sp>
        <p:nvSpPr>
          <p:cNvPr id="16" name="矢印: 下 15">
            <a:extLst>
              <a:ext uri="{FF2B5EF4-FFF2-40B4-BE49-F238E27FC236}">
                <a16:creationId xmlns:a16="http://schemas.microsoft.com/office/drawing/2014/main" id="{FDAEE955-297F-A020-E374-2DAF755646C3}"/>
              </a:ext>
            </a:extLst>
          </p:cNvPr>
          <p:cNvSpPr/>
          <p:nvPr/>
        </p:nvSpPr>
        <p:spPr>
          <a:xfrm rot="16200000">
            <a:off x="7588322" y="2616758"/>
            <a:ext cx="276996" cy="433774"/>
          </a:xfrm>
          <a:prstGeom prst="downArrow">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6447E250-C47C-4282-7457-2C53EE5072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69" t="10031" r="28122" b="42828"/>
          <a:stretch/>
        </p:blipFill>
        <p:spPr bwMode="auto">
          <a:xfrm>
            <a:off x="7010582" y="2421284"/>
            <a:ext cx="296870" cy="289306"/>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76650D31-D4A6-1881-1402-1BD6189D5A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991" t="8206" r="28472" b="51267"/>
          <a:stretch/>
        </p:blipFill>
        <p:spPr bwMode="auto">
          <a:xfrm>
            <a:off x="5436086" y="2422383"/>
            <a:ext cx="296870" cy="287108"/>
          </a:xfrm>
          <a:prstGeom prst="rect">
            <a:avLst/>
          </a:prstGeom>
          <a:noFill/>
          <a:extLst>
            <a:ext uri="{909E8E84-426E-40DD-AFC4-6F175D3DCCD1}">
              <a14:hiddenFill xmlns:a14="http://schemas.microsoft.com/office/drawing/2010/main">
                <a:solidFill>
                  <a:srgbClr val="FFFFFF"/>
                </a:solidFill>
              </a14:hiddenFill>
            </a:ext>
          </a:extLst>
        </p:spPr>
      </p:pic>
      <p:pic>
        <p:nvPicPr>
          <p:cNvPr id="18" name="図 17">
            <a:extLst>
              <a:ext uri="{FF2B5EF4-FFF2-40B4-BE49-F238E27FC236}">
                <a16:creationId xmlns:a16="http://schemas.microsoft.com/office/drawing/2014/main" id="{6EE1EA93-778C-BB3C-53B9-BDE6854B05E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69" t="10031" r="28122" b="42828"/>
          <a:stretch/>
        </p:blipFill>
        <p:spPr bwMode="auto">
          <a:xfrm>
            <a:off x="3861590" y="2421284"/>
            <a:ext cx="296870" cy="289306"/>
          </a:xfrm>
          <a:prstGeom prst="rect">
            <a:avLst/>
          </a:prstGeom>
          <a:noFill/>
          <a:extLst>
            <a:ext uri="{909E8E84-426E-40DD-AFC4-6F175D3DCCD1}">
              <a14:hiddenFill xmlns:a14="http://schemas.microsoft.com/office/drawing/2010/main">
                <a:solidFill>
                  <a:srgbClr val="FFFFFF"/>
                </a:solidFill>
              </a14:hiddenFill>
            </a:ext>
          </a:extLst>
        </p:spPr>
      </p:pic>
      <p:sp>
        <p:nvSpPr>
          <p:cNvPr id="21" name="スライド番号プレースホルダー 1">
            <a:extLst>
              <a:ext uri="{FF2B5EF4-FFF2-40B4-BE49-F238E27FC236}">
                <a16:creationId xmlns:a16="http://schemas.microsoft.com/office/drawing/2014/main" id="{A8B107B0-0A03-4467-0605-75FB6F643D91}"/>
              </a:ext>
            </a:extLst>
          </p:cNvPr>
          <p:cNvSpPr txBox="1">
            <a:spLocks/>
          </p:cNvSpPr>
          <p:nvPr/>
        </p:nvSpPr>
        <p:spPr>
          <a:xfrm>
            <a:off x="7530413" y="4665373"/>
            <a:ext cx="1236216" cy="28123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CAF52D-4F9C-4C98-97E5-368871F90D31}" type="slidenum">
              <a:rPr kumimoji="1" lang="ja-JP" altLang="en-US" smtClean="0"/>
              <a:pPr algn="r"/>
              <a:t>7</a:t>
            </a:fld>
            <a:endParaRPr kumimoji="1" lang="ja-JP" altLang="en-US" dirty="0"/>
          </a:p>
        </p:txBody>
      </p:sp>
    </p:spTree>
    <p:extLst>
      <p:ext uri="{BB962C8B-B14F-4D97-AF65-F5344CB8AC3E}">
        <p14:creationId xmlns:p14="http://schemas.microsoft.com/office/powerpoint/2010/main" val="955172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線コネクタ 12">
            <a:extLst>
              <a:ext uri="{FF2B5EF4-FFF2-40B4-BE49-F238E27FC236}">
                <a16:creationId xmlns:a16="http://schemas.microsoft.com/office/drawing/2014/main" id="{B7CF2668-FA72-100D-F4A8-5556E2B523E9}"/>
              </a:ext>
            </a:extLst>
          </p:cNvPr>
          <p:cNvCxnSpPr>
            <a:cxnSpLocks/>
            <a:stCxn id="1130" idx="0"/>
            <a:endCxn id="3" idx="3"/>
          </p:cNvCxnSpPr>
          <p:nvPr/>
        </p:nvCxnSpPr>
        <p:spPr>
          <a:xfrm flipH="1">
            <a:off x="2137226" y="2441628"/>
            <a:ext cx="3347911" cy="205438"/>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148" name="タイトル 1">
            <a:extLst>
              <a:ext uri="{FF2B5EF4-FFF2-40B4-BE49-F238E27FC236}">
                <a16:creationId xmlns:a16="http://schemas.microsoft.com/office/drawing/2014/main" id="{50C58E16-9E60-7FD8-E8D3-554D4D17A7FE}"/>
              </a:ext>
            </a:extLst>
          </p:cNvPr>
          <p:cNvSpPr txBox="1">
            <a:spLocks/>
          </p:cNvSpPr>
          <p:nvPr/>
        </p:nvSpPr>
        <p:spPr>
          <a:xfrm>
            <a:off x="1440872" y="211931"/>
            <a:ext cx="6265069" cy="23812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ja-JP" altLang="en-US" sz="1800" dirty="0">
                <a:latin typeface="Meiryo UI" panose="020B0604030504040204" pitchFamily="50" charset="-128"/>
                <a:ea typeface="Meiryo UI" panose="020B0604030504040204" pitchFamily="50" charset="-128"/>
                <a:cs typeface="Meiryo UI" panose="020B0604030504040204" pitchFamily="50" charset="-128"/>
              </a:rPr>
              <a:t>システムについて </a:t>
            </a:r>
            <a:r>
              <a:rPr lang="en-US" altLang="ja-JP" sz="18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800" dirty="0">
                <a:latin typeface="Meiryo UI" panose="020B0604030504040204" pitchFamily="50" charset="-128"/>
                <a:ea typeface="Meiryo UI" panose="020B0604030504040204" pitchFamily="50" charset="-128"/>
                <a:cs typeface="Meiryo UI" panose="020B0604030504040204" pitchFamily="50" charset="-128"/>
              </a:rPr>
              <a:t>開発・投入状況</a:t>
            </a:r>
            <a:r>
              <a:rPr lang="en-US" altLang="ja-JP" sz="1800" dirty="0">
                <a:latin typeface="Meiryo UI" panose="020B0604030504040204" pitchFamily="50" charset="-128"/>
                <a:ea typeface="Meiryo UI" panose="020B0604030504040204" pitchFamily="50" charset="-128"/>
                <a:cs typeface="Meiryo UI" panose="020B0604030504040204" pitchFamily="50" charset="-128"/>
              </a:rPr>
              <a:t>-</a:t>
            </a:r>
          </a:p>
        </p:txBody>
      </p:sp>
      <p:grpSp>
        <p:nvGrpSpPr>
          <p:cNvPr id="1146" name="グループ化 1145">
            <a:extLst>
              <a:ext uri="{FF2B5EF4-FFF2-40B4-BE49-F238E27FC236}">
                <a16:creationId xmlns:a16="http://schemas.microsoft.com/office/drawing/2014/main" id="{DBFA6CD6-A9CD-4B53-B85A-B93381EB8D5A}"/>
              </a:ext>
            </a:extLst>
          </p:cNvPr>
          <p:cNvGrpSpPr/>
          <p:nvPr/>
        </p:nvGrpSpPr>
        <p:grpSpPr>
          <a:xfrm>
            <a:off x="4106705" y="2977398"/>
            <a:ext cx="685727" cy="497677"/>
            <a:chOff x="3635420" y="1796499"/>
            <a:chExt cx="685727" cy="497677"/>
          </a:xfrm>
        </p:grpSpPr>
        <p:pic>
          <p:nvPicPr>
            <p:cNvPr id="1030" name="Picture 2" descr="本 icon">
              <a:extLst>
                <a:ext uri="{FF2B5EF4-FFF2-40B4-BE49-F238E27FC236}">
                  <a16:creationId xmlns:a16="http://schemas.microsoft.com/office/drawing/2014/main" id="{15FC6307-ECAF-9F46-D5D1-6342587BD7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5420" y="1796499"/>
              <a:ext cx="497587" cy="497677"/>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4" descr="タブレット icon">
              <a:extLst>
                <a:ext uri="{FF2B5EF4-FFF2-40B4-BE49-F238E27FC236}">
                  <a16:creationId xmlns:a16="http://schemas.microsoft.com/office/drawing/2014/main" id="{84828697-2F85-490B-216E-1803777EDA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9427" y="1969231"/>
              <a:ext cx="321720" cy="321720"/>
            </a:xfrm>
            <a:prstGeom prst="rect">
              <a:avLst/>
            </a:prstGeom>
            <a:noFill/>
            <a:extLst>
              <a:ext uri="{909E8E84-426E-40DD-AFC4-6F175D3DCCD1}">
                <a14:hiddenFill xmlns:a14="http://schemas.microsoft.com/office/drawing/2010/main">
                  <a:solidFill>
                    <a:srgbClr val="FFFFFF"/>
                  </a:solidFill>
                </a14:hiddenFill>
              </a:ext>
            </a:extLst>
          </p:spPr>
        </p:pic>
      </p:grpSp>
      <p:pic>
        <p:nvPicPr>
          <p:cNvPr id="37" name="図 36">
            <a:extLst>
              <a:ext uri="{FF2B5EF4-FFF2-40B4-BE49-F238E27FC236}">
                <a16:creationId xmlns:a16="http://schemas.microsoft.com/office/drawing/2014/main" id="{B26C15B5-006E-128D-65D4-E48D454008CF}"/>
              </a:ext>
            </a:extLst>
          </p:cNvPr>
          <p:cNvPicPr>
            <a:picLocks noChangeAspect="1"/>
          </p:cNvPicPr>
          <p:nvPr/>
        </p:nvPicPr>
        <p:blipFill>
          <a:blip r:embed="rId4"/>
          <a:stretch>
            <a:fillRect/>
          </a:stretch>
        </p:blipFill>
        <p:spPr>
          <a:xfrm>
            <a:off x="6087288" y="3748913"/>
            <a:ext cx="445330" cy="445330"/>
          </a:xfrm>
          <a:prstGeom prst="rect">
            <a:avLst/>
          </a:prstGeom>
        </p:spPr>
      </p:pic>
      <p:grpSp>
        <p:nvGrpSpPr>
          <p:cNvPr id="29" name="グループ化 28">
            <a:extLst>
              <a:ext uri="{FF2B5EF4-FFF2-40B4-BE49-F238E27FC236}">
                <a16:creationId xmlns:a16="http://schemas.microsoft.com/office/drawing/2014/main" id="{79438EB7-D9F1-6537-E670-48AA818413A6}"/>
              </a:ext>
            </a:extLst>
          </p:cNvPr>
          <p:cNvGrpSpPr/>
          <p:nvPr/>
        </p:nvGrpSpPr>
        <p:grpSpPr>
          <a:xfrm>
            <a:off x="2309946" y="3041370"/>
            <a:ext cx="780737" cy="875704"/>
            <a:chOff x="2495451" y="2115383"/>
            <a:chExt cx="780737" cy="875704"/>
          </a:xfrm>
        </p:grpSpPr>
        <p:pic>
          <p:nvPicPr>
            <p:cNvPr id="1135" name="図 1134">
              <a:extLst>
                <a:ext uri="{FF2B5EF4-FFF2-40B4-BE49-F238E27FC236}">
                  <a16:creationId xmlns:a16="http://schemas.microsoft.com/office/drawing/2014/main" id="{E6E7D9FF-05F1-FD93-356D-FF66A88E7DC5}"/>
                </a:ext>
              </a:extLst>
            </p:cNvPr>
            <p:cNvPicPr>
              <a:picLocks noChangeAspect="1"/>
            </p:cNvPicPr>
            <p:nvPr/>
          </p:nvPicPr>
          <p:blipFill>
            <a:blip r:embed="rId5"/>
            <a:stretch>
              <a:fillRect/>
            </a:stretch>
          </p:blipFill>
          <p:spPr>
            <a:xfrm>
              <a:off x="2495451" y="2608140"/>
              <a:ext cx="672065" cy="382947"/>
            </a:xfrm>
            <a:prstGeom prst="rect">
              <a:avLst/>
            </a:prstGeom>
          </p:spPr>
        </p:pic>
        <p:grpSp>
          <p:nvGrpSpPr>
            <p:cNvPr id="1027" name="グループ化 1026">
              <a:extLst>
                <a:ext uri="{FF2B5EF4-FFF2-40B4-BE49-F238E27FC236}">
                  <a16:creationId xmlns:a16="http://schemas.microsoft.com/office/drawing/2014/main" id="{6153762B-7205-47EC-3126-F23EBA114048}"/>
                </a:ext>
              </a:extLst>
            </p:cNvPr>
            <p:cNvGrpSpPr/>
            <p:nvPr/>
          </p:nvGrpSpPr>
          <p:grpSpPr>
            <a:xfrm>
              <a:off x="2656785" y="2115383"/>
              <a:ext cx="619403" cy="548075"/>
              <a:chOff x="5052869" y="1061229"/>
              <a:chExt cx="697168" cy="624901"/>
            </a:xfrm>
          </p:grpSpPr>
          <p:pic>
            <p:nvPicPr>
              <p:cNvPr id="1028" name="図 1027">
                <a:extLst>
                  <a:ext uri="{FF2B5EF4-FFF2-40B4-BE49-F238E27FC236}">
                    <a16:creationId xmlns:a16="http://schemas.microsoft.com/office/drawing/2014/main" id="{1557F96D-28AF-1EF7-13A7-75465E8ED586}"/>
                  </a:ext>
                </a:extLst>
              </p:cNvPr>
              <p:cNvPicPr>
                <a:picLocks noChangeAspect="1"/>
              </p:cNvPicPr>
              <p:nvPr/>
            </p:nvPicPr>
            <p:blipFill>
              <a:blip r:embed="rId6"/>
              <a:stretch>
                <a:fillRect/>
              </a:stretch>
            </p:blipFill>
            <p:spPr>
              <a:xfrm>
                <a:off x="5052869" y="1061229"/>
                <a:ext cx="410842" cy="624901"/>
              </a:xfrm>
              <a:prstGeom prst="rect">
                <a:avLst/>
              </a:prstGeom>
            </p:spPr>
          </p:pic>
          <p:pic>
            <p:nvPicPr>
              <p:cNvPr id="1029" name="図 1028" descr="シングルボードコンピュータのイラスト | かわいいフリー素材集 いらすとや">
                <a:extLst>
                  <a:ext uri="{FF2B5EF4-FFF2-40B4-BE49-F238E27FC236}">
                    <a16:creationId xmlns:a16="http://schemas.microsoft.com/office/drawing/2014/main" id="{F41FAFF7-00E8-13D9-2EC6-C891ACC7892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86469" y="1218646"/>
                <a:ext cx="463568" cy="418167"/>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1130" name="図 1129">
            <a:extLst>
              <a:ext uri="{FF2B5EF4-FFF2-40B4-BE49-F238E27FC236}">
                <a16:creationId xmlns:a16="http://schemas.microsoft.com/office/drawing/2014/main" id="{3A265AB1-5BD3-CB38-8DE2-9259CCAFDC37}"/>
              </a:ext>
            </a:extLst>
          </p:cNvPr>
          <p:cNvPicPr>
            <a:picLocks noChangeAspect="1"/>
          </p:cNvPicPr>
          <p:nvPr/>
        </p:nvPicPr>
        <p:blipFill>
          <a:blip r:embed="rId8">
            <a:duotone>
              <a:schemeClr val="accent1">
                <a:shade val="45000"/>
                <a:satMod val="135000"/>
              </a:schemeClr>
              <a:prstClr val="white"/>
            </a:duotone>
          </a:blip>
          <a:stretch>
            <a:fillRect/>
          </a:stretch>
        </p:blipFill>
        <p:spPr>
          <a:xfrm rot="13229081">
            <a:off x="5420241" y="2270663"/>
            <a:ext cx="255885" cy="194215"/>
          </a:xfrm>
          <a:prstGeom prst="rect">
            <a:avLst/>
          </a:prstGeom>
        </p:spPr>
      </p:pic>
      <p:pic>
        <p:nvPicPr>
          <p:cNvPr id="1026" name="Picture 2" descr="モニター icon">
            <a:extLst>
              <a:ext uri="{FF2B5EF4-FFF2-40B4-BE49-F238E27FC236}">
                <a16:creationId xmlns:a16="http://schemas.microsoft.com/office/drawing/2014/main" id="{CAEAC56D-34B5-8CB6-10E5-8D9E538C22E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123380" y="2993338"/>
            <a:ext cx="445330" cy="390715"/>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線コネクタ 11">
            <a:extLst>
              <a:ext uri="{FF2B5EF4-FFF2-40B4-BE49-F238E27FC236}">
                <a16:creationId xmlns:a16="http://schemas.microsoft.com/office/drawing/2014/main" id="{76382541-0046-911C-8C2D-51C749B58EB4}"/>
              </a:ext>
            </a:extLst>
          </p:cNvPr>
          <p:cNvCxnSpPr>
            <a:cxnSpLocks/>
            <a:stCxn id="1130" idx="0"/>
            <a:endCxn id="1029" idx="0"/>
          </p:cNvCxnSpPr>
          <p:nvPr/>
        </p:nvCxnSpPr>
        <p:spPr>
          <a:xfrm flipH="1">
            <a:off x="2884753" y="2441628"/>
            <a:ext cx="2600384" cy="73780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69EFD219-3823-801F-126A-9A4AE973B6E2}"/>
              </a:ext>
            </a:extLst>
          </p:cNvPr>
          <p:cNvCxnSpPr>
            <a:cxnSpLocks/>
            <a:stCxn id="1130" idx="0"/>
            <a:endCxn id="1123" idx="0"/>
          </p:cNvCxnSpPr>
          <p:nvPr/>
        </p:nvCxnSpPr>
        <p:spPr>
          <a:xfrm flipH="1">
            <a:off x="4379806" y="2441628"/>
            <a:ext cx="1105331" cy="132676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nvGrpSpPr>
          <p:cNvPr id="30" name="グループ化 29">
            <a:extLst>
              <a:ext uri="{FF2B5EF4-FFF2-40B4-BE49-F238E27FC236}">
                <a16:creationId xmlns:a16="http://schemas.microsoft.com/office/drawing/2014/main" id="{77A60A55-901F-B293-84E0-2A23B98EEB9A}"/>
              </a:ext>
            </a:extLst>
          </p:cNvPr>
          <p:cNvGrpSpPr/>
          <p:nvPr/>
        </p:nvGrpSpPr>
        <p:grpSpPr>
          <a:xfrm>
            <a:off x="3804999" y="3630327"/>
            <a:ext cx="780737" cy="875704"/>
            <a:chOff x="2495451" y="2115383"/>
            <a:chExt cx="780737" cy="875704"/>
          </a:xfrm>
        </p:grpSpPr>
        <p:pic>
          <p:nvPicPr>
            <p:cNvPr id="31" name="図 30">
              <a:extLst>
                <a:ext uri="{FF2B5EF4-FFF2-40B4-BE49-F238E27FC236}">
                  <a16:creationId xmlns:a16="http://schemas.microsoft.com/office/drawing/2014/main" id="{B5FC1D54-DAA8-3938-F74A-9E3766FCA27F}"/>
                </a:ext>
              </a:extLst>
            </p:cNvPr>
            <p:cNvPicPr>
              <a:picLocks noChangeAspect="1"/>
            </p:cNvPicPr>
            <p:nvPr/>
          </p:nvPicPr>
          <p:blipFill>
            <a:blip r:embed="rId5"/>
            <a:stretch>
              <a:fillRect/>
            </a:stretch>
          </p:blipFill>
          <p:spPr>
            <a:xfrm>
              <a:off x="2495451" y="2608140"/>
              <a:ext cx="672065" cy="382947"/>
            </a:xfrm>
            <a:prstGeom prst="rect">
              <a:avLst/>
            </a:prstGeom>
          </p:spPr>
        </p:pic>
        <p:grpSp>
          <p:nvGrpSpPr>
            <p:cNvPr id="1121" name="グループ化 1120">
              <a:extLst>
                <a:ext uri="{FF2B5EF4-FFF2-40B4-BE49-F238E27FC236}">
                  <a16:creationId xmlns:a16="http://schemas.microsoft.com/office/drawing/2014/main" id="{7623DA78-0B58-1C6B-5ACC-153AB99D47F5}"/>
                </a:ext>
              </a:extLst>
            </p:cNvPr>
            <p:cNvGrpSpPr/>
            <p:nvPr/>
          </p:nvGrpSpPr>
          <p:grpSpPr>
            <a:xfrm>
              <a:off x="2656785" y="2115383"/>
              <a:ext cx="619403" cy="548075"/>
              <a:chOff x="5052869" y="1061229"/>
              <a:chExt cx="697168" cy="624901"/>
            </a:xfrm>
          </p:grpSpPr>
          <p:pic>
            <p:nvPicPr>
              <p:cNvPr id="1122" name="図 1121">
                <a:extLst>
                  <a:ext uri="{FF2B5EF4-FFF2-40B4-BE49-F238E27FC236}">
                    <a16:creationId xmlns:a16="http://schemas.microsoft.com/office/drawing/2014/main" id="{47B6509E-8F90-1463-7B18-803ED1BAEE46}"/>
                  </a:ext>
                </a:extLst>
              </p:cNvPr>
              <p:cNvPicPr>
                <a:picLocks noChangeAspect="1"/>
              </p:cNvPicPr>
              <p:nvPr/>
            </p:nvPicPr>
            <p:blipFill>
              <a:blip r:embed="rId6"/>
              <a:stretch>
                <a:fillRect/>
              </a:stretch>
            </p:blipFill>
            <p:spPr>
              <a:xfrm>
                <a:off x="5052869" y="1061229"/>
                <a:ext cx="410842" cy="624901"/>
              </a:xfrm>
              <a:prstGeom prst="rect">
                <a:avLst/>
              </a:prstGeom>
            </p:spPr>
          </p:pic>
          <p:pic>
            <p:nvPicPr>
              <p:cNvPr id="1123" name="図 1122" descr="シングルボードコンピュータのイラスト | かわいいフリー素材集 いらすとや">
                <a:extLst>
                  <a:ext uri="{FF2B5EF4-FFF2-40B4-BE49-F238E27FC236}">
                    <a16:creationId xmlns:a16="http://schemas.microsoft.com/office/drawing/2014/main" id="{4A0B6DB4-E7C1-4243-1893-B5B962392C7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86469" y="1218646"/>
                <a:ext cx="463568" cy="41816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129" name="フリーフォーム 119">
            <a:extLst>
              <a:ext uri="{FF2B5EF4-FFF2-40B4-BE49-F238E27FC236}">
                <a16:creationId xmlns:a16="http://schemas.microsoft.com/office/drawing/2014/main" id="{EC955DF7-CAE5-4B8F-9AD7-6AEDC70D1512}"/>
              </a:ext>
            </a:extLst>
          </p:cNvPr>
          <p:cNvSpPr/>
          <p:nvPr/>
        </p:nvSpPr>
        <p:spPr>
          <a:xfrm rot="11096976" flipH="1" flipV="1">
            <a:off x="6323186" y="3299364"/>
            <a:ext cx="45719" cy="471785"/>
          </a:xfrm>
          <a:custGeom>
            <a:avLst/>
            <a:gdLst>
              <a:gd name="connsiteX0" fmla="*/ 37338 w 386413"/>
              <a:gd name="connsiteY0" fmla="*/ 0 h 952500"/>
              <a:gd name="connsiteX1" fmla="*/ 30988 w 386413"/>
              <a:gd name="connsiteY1" fmla="*/ 514350 h 952500"/>
              <a:gd name="connsiteX2" fmla="*/ 373888 w 386413"/>
              <a:gd name="connsiteY2" fmla="*/ 400050 h 952500"/>
              <a:gd name="connsiteX3" fmla="*/ 278638 w 386413"/>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386413" h="952500">
                <a:moveTo>
                  <a:pt x="37338" y="0"/>
                </a:moveTo>
                <a:cubicBezTo>
                  <a:pt x="6117" y="223837"/>
                  <a:pt x="-25104" y="447675"/>
                  <a:pt x="30988" y="514350"/>
                </a:cubicBezTo>
                <a:cubicBezTo>
                  <a:pt x="87080" y="581025"/>
                  <a:pt x="332613" y="327025"/>
                  <a:pt x="373888" y="400050"/>
                </a:cubicBezTo>
                <a:cubicBezTo>
                  <a:pt x="415163" y="473075"/>
                  <a:pt x="346900" y="712787"/>
                  <a:pt x="278638" y="9525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1137" name="直線コネクタ 1136">
            <a:extLst>
              <a:ext uri="{FF2B5EF4-FFF2-40B4-BE49-F238E27FC236}">
                <a16:creationId xmlns:a16="http://schemas.microsoft.com/office/drawing/2014/main" id="{AE56D53A-AA44-7797-FCEA-030416D0D9C0}"/>
              </a:ext>
            </a:extLst>
          </p:cNvPr>
          <p:cNvCxnSpPr>
            <a:cxnSpLocks/>
            <a:stCxn id="1130" idx="0"/>
            <a:endCxn id="1026" idx="1"/>
          </p:cNvCxnSpPr>
          <p:nvPr/>
        </p:nvCxnSpPr>
        <p:spPr>
          <a:xfrm>
            <a:off x="5485137" y="2441628"/>
            <a:ext cx="638243" cy="747068"/>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149" name="直線コネクタ 1148">
            <a:extLst>
              <a:ext uri="{FF2B5EF4-FFF2-40B4-BE49-F238E27FC236}">
                <a16:creationId xmlns:a16="http://schemas.microsoft.com/office/drawing/2014/main" id="{33F4FF9B-72AF-0706-36DC-4AA38C0C7494}"/>
              </a:ext>
            </a:extLst>
          </p:cNvPr>
          <p:cNvCxnSpPr>
            <a:cxnSpLocks/>
            <a:stCxn id="1130" idx="0"/>
            <a:endCxn id="1031" idx="0"/>
          </p:cNvCxnSpPr>
          <p:nvPr/>
        </p:nvCxnSpPr>
        <p:spPr>
          <a:xfrm flipH="1">
            <a:off x="4631572" y="2441628"/>
            <a:ext cx="853565" cy="708502"/>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49" name="吹き出し: 四角形 48">
            <a:extLst>
              <a:ext uri="{FF2B5EF4-FFF2-40B4-BE49-F238E27FC236}">
                <a16:creationId xmlns:a16="http://schemas.microsoft.com/office/drawing/2014/main" id="{AFE678C0-D439-8C73-B57B-826E93C5FEF3}"/>
              </a:ext>
            </a:extLst>
          </p:cNvPr>
          <p:cNvSpPr/>
          <p:nvPr/>
        </p:nvSpPr>
        <p:spPr>
          <a:xfrm>
            <a:off x="1245369" y="3988249"/>
            <a:ext cx="2466576" cy="579265"/>
          </a:xfrm>
          <a:prstGeom prst="wedgeRectCallout">
            <a:avLst>
              <a:gd name="adj1" fmla="val 11106"/>
              <a:gd name="adj2" fmla="val -85753"/>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900" b="1" dirty="0">
                <a:solidFill>
                  <a:schemeClr val="tx1"/>
                </a:solidFill>
                <a:latin typeface="+mn-ea"/>
              </a:rPr>
              <a:t>Raspberry Pi</a:t>
            </a:r>
            <a:endParaRPr lang="en-US" altLang="ja-JP" sz="900" dirty="0">
              <a:solidFill>
                <a:schemeClr val="tx1"/>
              </a:solidFill>
              <a:latin typeface="+mn-ea"/>
            </a:endParaRPr>
          </a:p>
          <a:p>
            <a:r>
              <a:rPr lang="ja-JP" altLang="en-US" sz="900" dirty="0">
                <a:solidFill>
                  <a:schemeClr val="tx1"/>
                </a:solidFill>
                <a:latin typeface="+mn-ea"/>
              </a:rPr>
              <a:t>・</a:t>
            </a:r>
            <a:r>
              <a:rPr lang="en-US" altLang="ja-JP" sz="900" dirty="0" err="1">
                <a:solidFill>
                  <a:schemeClr val="tx1"/>
                </a:solidFill>
                <a:latin typeface="+mn-ea"/>
              </a:rPr>
              <a:t>HostPC</a:t>
            </a:r>
            <a:r>
              <a:rPr lang="ja-JP" altLang="en-US" sz="900" dirty="0">
                <a:solidFill>
                  <a:schemeClr val="tx1"/>
                </a:solidFill>
                <a:latin typeface="+mn-ea"/>
              </a:rPr>
              <a:t>からの工程ファイルを解析・コマンド生成</a:t>
            </a:r>
            <a:endParaRPr lang="en-US" altLang="ja-JP" sz="900" dirty="0">
              <a:solidFill>
                <a:schemeClr val="tx1"/>
              </a:solidFill>
              <a:latin typeface="+mn-ea"/>
            </a:endParaRPr>
          </a:p>
          <a:p>
            <a:r>
              <a:rPr lang="ja-JP" altLang="en-US" sz="900" dirty="0">
                <a:solidFill>
                  <a:schemeClr val="tx1"/>
                </a:solidFill>
                <a:latin typeface="+mn-ea"/>
              </a:rPr>
              <a:t>・製品に設定</a:t>
            </a:r>
            <a:r>
              <a:rPr lang="en-US" altLang="ja-JP" sz="900" dirty="0">
                <a:solidFill>
                  <a:schemeClr val="tx1"/>
                </a:solidFill>
                <a:latin typeface="+mn-ea"/>
              </a:rPr>
              <a:t>/</a:t>
            </a:r>
            <a:r>
              <a:rPr lang="ja-JP" altLang="en-US" sz="900" dirty="0">
                <a:solidFill>
                  <a:schemeClr val="tx1"/>
                </a:solidFill>
                <a:latin typeface="+mn-ea"/>
              </a:rPr>
              <a:t>照合コマンド送受信</a:t>
            </a:r>
            <a:endParaRPr lang="en-US" altLang="ja-JP" sz="900" dirty="0">
              <a:solidFill>
                <a:schemeClr val="tx1"/>
              </a:solidFill>
              <a:latin typeface="+mn-ea"/>
            </a:endParaRPr>
          </a:p>
        </p:txBody>
      </p:sp>
      <p:sp>
        <p:nvSpPr>
          <p:cNvPr id="50" name="吹き出し: 四角形 49">
            <a:extLst>
              <a:ext uri="{FF2B5EF4-FFF2-40B4-BE49-F238E27FC236}">
                <a16:creationId xmlns:a16="http://schemas.microsoft.com/office/drawing/2014/main" id="{ECE27A9A-6429-5EA6-8C4B-4AA3C3BDA040}"/>
              </a:ext>
            </a:extLst>
          </p:cNvPr>
          <p:cNvSpPr/>
          <p:nvPr/>
        </p:nvSpPr>
        <p:spPr>
          <a:xfrm>
            <a:off x="4631572" y="3988249"/>
            <a:ext cx="1132696" cy="385062"/>
          </a:xfrm>
          <a:prstGeom prst="wedgeRectCallout">
            <a:avLst>
              <a:gd name="adj1" fmla="val -62914"/>
              <a:gd name="adj2" fmla="val 3132"/>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900" b="1" dirty="0">
                <a:solidFill>
                  <a:schemeClr val="tx1"/>
                </a:solidFill>
                <a:latin typeface="+mn-ea"/>
              </a:rPr>
              <a:t>AGV Controller</a:t>
            </a:r>
          </a:p>
          <a:p>
            <a:r>
              <a:rPr lang="ja-JP" altLang="en-US" sz="900" dirty="0">
                <a:solidFill>
                  <a:schemeClr val="tx1"/>
                </a:solidFill>
                <a:latin typeface="+mn-ea"/>
              </a:rPr>
              <a:t>・製品への移動指示</a:t>
            </a:r>
          </a:p>
        </p:txBody>
      </p:sp>
      <p:sp>
        <p:nvSpPr>
          <p:cNvPr id="52" name="吹き出し: 四角形 51">
            <a:extLst>
              <a:ext uri="{FF2B5EF4-FFF2-40B4-BE49-F238E27FC236}">
                <a16:creationId xmlns:a16="http://schemas.microsoft.com/office/drawing/2014/main" id="{8288FAB1-3FFB-8FD1-1DF7-B6B8884216EE}"/>
              </a:ext>
            </a:extLst>
          </p:cNvPr>
          <p:cNvSpPr/>
          <p:nvPr/>
        </p:nvSpPr>
        <p:spPr>
          <a:xfrm>
            <a:off x="5893415" y="4237034"/>
            <a:ext cx="1189549" cy="385062"/>
          </a:xfrm>
          <a:prstGeom prst="wedgeRectCallout">
            <a:avLst>
              <a:gd name="adj1" fmla="val -23297"/>
              <a:gd name="adj2" fmla="val -60802"/>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900" b="1" dirty="0">
                <a:solidFill>
                  <a:schemeClr val="tx1"/>
                </a:solidFill>
                <a:latin typeface="+mn-ea"/>
              </a:rPr>
              <a:t>解析スキャナー</a:t>
            </a:r>
            <a:endParaRPr lang="en-US" altLang="ja-JP" sz="900" b="1" dirty="0">
              <a:solidFill>
                <a:schemeClr val="tx1"/>
              </a:solidFill>
              <a:latin typeface="+mn-ea"/>
            </a:endParaRPr>
          </a:p>
          <a:p>
            <a:r>
              <a:rPr lang="ja-JP" altLang="en-US" sz="900" dirty="0">
                <a:solidFill>
                  <a:schemeClr val="tx1"/>
                </a:solidFill>
                <a:latin typeface="+mn-ea"/>
              </a:rPr>
              <a:t>・公正されたスキャナー</a:t>
            </a:r>
            <a:endParaRPr lang="en-US" altLang="ja-JP" sz="900" dirty="0">
              <a:solidFill>
                <a:schemeClr val="tx1"/>
              </a:solidFill>
              <a:latin typeface="+mn-ea"/>
            </a:endParaRPr>
          </a:p>
        </p:txBody>
      </p:sp>
      <p:sp>
        <p:nvSpPr>
          <p:cNvPr id="53" name="吹き出し: 四角形 52">
            <a:extLst>
              <a:ext uri="{FF2B5EF4-FFF2-40B4-BE49-F238E27FC236}">
                <a16:creationId xmlns:a16="http://schemas.microsoft.com/office/drawing/2014/main" id="{D9218144-0537-4E87-E36B-CED6D6561ACA}"/>
              </a:ext>
            </a:extLst>
          </p:cNvPr>
          <p:cNvSpPr/>
          <p:nvPr/>
        </p:nvSpPr>
        <p:spPr>
          <a:xfrm>
            <a:off x="5838461" y="2455685"/>
            <a:ext cx="1573491" cy="385062"/>
          </a:xfrm>
          <a:prstGeom prst="wedgeRectCallout">
            <a:avLst>
              <a:gd name="adj1" fmla="val -14838"/>
              <a:gd name="adj2" fmla="val 81079"/>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900" b="1" dirty="0">
                <a:solidFill>
                  <a:schemeClr val="tx1"/>
                </a:solidFill>
                <a:latin typeface="+mn-ea"/>
              </a:rPr>
              <a:t>画像解析用</a:t>
            </a:r>
            <a:r>
              <a:rPr lang="en-US" altLang="ja-JP" sz="900" b="1" dirty="0">
                <a:solidFill>
                  <a:schemeClr val="tx1"/>
                </a:solidFill>
                <a:latin typeface="+mn-ea"/>
              </a:rPr>
              <a:t>PC</a:t>
            </a:r>
          </a:p>
          <a:p>
            <a:r>
              <a:rPr lang="ja-JP" altLang="en-US" sz="900" dirty="0">
                <a:solidFill>
                  <a:schemeClr val="tx1"/>
                </a:solidFill>
                <a:latin typeface="+mn-ea"/>
              </a:rPr>
              <a:t>・出力された画像の検査を行う</a:t>
            </a:r>
            <a:endParaRPr lang="en-US" altLang="ja-JP" sz="900" dirty="0">
              <a:solidFill>
                <a:schemeClr val="tx1"/>
              </a:solidFill>
              <a:latin typeface="+mn-ea"/>
            </a:endParaRPr>
          </a:p>
        </p:txBody>
      </p:sp>
      <p:sp>
        <p:nvSpPr>
          <p:cNvPr id="54" name="吹き出し: 四角形 53">
            <a:extLst>
              <a:ext uri="{FF2B5EF4-FFF2-40B4-BE49-F238E27FC236}">
                <a16:creationId xmlns:a16="http://schemas.microsoft.com/office/drawing/2014/main" id="{11726426-0FEC-BD9F-7B18-965B35C8039C}"/>
              </a:ext>
            </a:extLst>
          </p:cNvPr>
          <p:cNvSpPr/>
          <p:nvPr/>
        </p:nvSpPr>
        <p:spPr>
          <a:xfrm>
            <a:off x="6217044" y="1537828"/>
            <a:ext cx="1505075" cy="495856"/>
          </a:xfrm>
          <a:prstGeom prst="wedgeRectCallout">
            <a:avLst>
              <a:gd name="adj1" fmla="val -37223"/>
              <a:gd name="adj2" fmla="val 70965"/>
            </a:avLst>
          </a:prstGeom>
          <a:solidFill>
            <a:schemeClr val="accent1">
              <a:lumMod val="40000"/>
              <a:lumOff val="6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900" b="1" dirty="0" err="1">
                <a:solidFill>
                  <a:schemeClr val="tx1"/>
                </a:solidFill>
                <a:latin typeface="+mn-ea"/>
              </a:rPr>
              <a:t>HostPC</a:t>
            </a:r>
            <a:endParaRPr lang="en-US" altLang="ja-JP" sz="900" b="1" dirty="0">
              <a:solidFill>
                <a:schemeClr val="tx1"/>
              </a:solidFill>
              <a:latin typeface="+mn-ea"/>
            </a:endParaRPr>
          </a:p>
          <a:p>
            <a:r>
              <a:rPr lang="ja-JP" altLang="en-US" sz="900" dirty="0">
                <a:solidFill>
                  <a:schemeClr val="tx1"/>
                </a:solidFill>
                <a:latin typeface="+mn-ea"/>
              </a:rPr>
              <a:t>・多システムの統括</a:t>
            </a:r>
            <a:endParaRPr lang="en-US" altLang="ja-JP" sz="900" dirty="0">
              <a:solidFill>
                <a:schemeClr val="tx1"/>
              </a:solidFill>
              <a:latin typeface="+mn-ea"/>
            </a:endParaRPr>
          </a:p>
          <a:p>
            <a:r>
              <a:rPr kumimoji="1" lang="ja-JP" altLang="en-US" sz="900" dirty="0">
                <a:solidFill>
                  <a:schemeClr val="tx1"/>
                </a:solidFill>
                <a:latin typeface="+mn-ea"/>
              </a:rPr>
              <a:t>・各製品の工程進捗を管理</a:t>
            </a:r>
            <a:endParaRPr kumimoji="1" lang="ja-JP" altLang="en-US" sz="1350" dirty="0">
              <a:solidFill>
                <a:schemeClr val="tx1"/>
              </a:solidFill>
              <a:latin typeface="+mn-ea"/>
            </a:endParaRPr>
          </a:p>
        </p:txBody>
      </p:sp>
      <p:sp>
        <p:nvSpPr>
          <p:cNvPr id="56" name="吹き出し: 四角形 55">
            <a:extLst>
              <a:ext uri="{FF2B5EF4-FFF2-40B4-BE49-F238E27FC236}">
                <a16:creationId xmlns:a16="http://schemas.microsoft.com/office/drawing/2014/main" id="{9FF36628-100F-0A75-EC49-F918747221A6}"/>
              </a:ext>
            </a:extLst>
          </p:cNvPr>
          <p:cNvSpPr/>
          <p:nvPr/>
        </p:nvSpPr>
        <p:spPr>
          <a:xfrm>
            <a:off x="4048291" y="2454535"/>
            <a:ext cx="1287793" cy="385062"/>
          </a:xfrm>
          <a:prstGeom prst="wedgeRectCallout">
            <a:avLst>
              <a:gd name="adj1" fmla="val -3522"/>
              <a:gd name="adj2" fmla="val 109597"/>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900" b="1" dirty="0">
                <a:solidFill>
                  <a:schemeClr val="tx1"/>
                </a:solidFill>
                <a:latin typeface="+mn-ea"/>
              </a:rPr>
              <a:t>Tablet</a:t>
            </a:r>
            <a:r>
              <a:rPr lang="ja-JP" altLang="en-US" sz="900" b="1" dirty="0">
                <a:solidFill>
                  <a:schemeClr val="tx1"/>
                </a:solidFill>
                <a:latin typeface="+mn-ea"/>
              </a:rPr>
              <a:t>（石龍）</a:t>
            </a:r>
            <a:endParaRPr lang="en-US" altLang="ja-JP" sz="900" b="1" dirty="0">
              <a:solidFill>
                <a:schemeClr val="tx1"/>
              </a:solidFill>
              <a:latin typeface="+mn-ea"/>
            </a:endParaRPr>
          </a:p>
          <a:p>
            <a:r>
              <a:rPr lang="ja-JP" altLang="en-US" sz="900" dirty="0">
                <a:solidFill>
                  <a:schemeClr val="tx1"/>
                </a:solidFill>
                <a:latin typeface="+mn-ea"/>
              </a:rPr>
              <a:t>・作業者へ作業指示</a:t>
            </a:r>
            <a:endParaRPr lang="en-US" altLang="ja-JP" sz="900" dirty="0">
              <a:solidFill>
                <a:schemeClr val="tx1"/>
              </a:solidFill>
              <a:latin typeface="+mn-ea"/>
            </a:endParaRPr>
          </a:p>
        </p:txBody>
      </p:sp>
      <p:pic>
        <p:nvPicPr>
          <p:cNvPr id="3" name="図 2">
            <a:extLst>
              <a:ext uri="{FF2B5EF4-FFF2-40B4-BE49-F238E27FC236}">
                <a16:creationId xmlns:a16="http://schemas.microsoft.com/office/drawing/2014/main" id="{DDB32856-E83C-4F9A-4157-E4D19925E1BA}"/>
              </a:ext>
            </a:extLst>
          </p:cNvPr>
          <p:cNvPicPr>
            <a:picLocks noChangeAspect="1"/>
          </p:cNvPicPr>
          <p:nvPr/>
        </p:nvPicPr>
        <p:blipFill>
          <a:blip r:embed="rId10"/>
          <a:stretch>
            <a:fillRect/>
          </a:stretch>
        </p:blipFill>
        <p:spPr>
          <a:xfrm>
            <a:off x="1641369" y="2399137"/>
            <a:ext cx="495857" cy="495857"/>
          </a:xfrm>
          <a:prstGeom prst="rect">
            <a:avLst/>
          </a:prstGeom>
        </p:spPr>
      </p:pic>
      <p:sp>
        <p:nvSpPr>
          <p:cNvPr id="4" name="吹き出し: 四角形 3">
            <a:extLst>
              <a:ext uri="{FF2B5EF4-FFF2-40B4-BE49-F238E27FC236}">
                <a16:creationId xmlns:a16="http://schemas.microsoft.com/office/drawing/2014/main" id="{029DBA18-3634-C52B-FD38-E34F6A958DD3}"/>
              </a:ext>
            </a:extLst>
          </p:cNvPr>
          <p:cNvSpPr/>
          <p:nvPr/>
        </p:nvSpPr>
        <p:spPr>
          <a:xfrm>
            <a:off x="410235" y="2988295"/>
            <a:ext cx="1617242" cy="483555"/>
          </a:xfrm>
          <a:prstGeom prst="wedgeRectCallout">
            <a:avLst>
              <a:gd name="adj1" fmla="val 41741"/>
              <a:gd name="adj2" fmla="val -65310"/>
            </a:avLst>
          </a:prstGeom>
          <a:solidFill>
            <a:schemeClr val="tx2">
              <a:lumMod val="10000"/>
              <a:lumOff val="9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900" b="1" dirty="0" err="1">
                <a:solidFill>
                  <a:schemeClr val="tx1"/>
                </a:solidFill>
                <a:latin typeface="+mn-ea"/>
              </a:rPr>
              <a:t>DashBoard</a:t>
            </a:r>
            <a:r>
              <a:rPr lang="ja-JP" altLang="en-US" sz="900" b="1" dirty="0">
                <a:solidFill>
                  <a:schemeClr val="tx1"/>
                </a:solidFill>
                <a:latin typeface="+mn-ea"/>
              </a:rPr>
              <a:t>（石龍）</a:t>
            </a:r>
            <a:endParaRPr lang="en-US" altLang="ja-JP" sz="900" b="1" dirty="0">
              <a:solidFill>
                <a:schemeClr val="tx1"/>
              </a:solidFill>
              <a:latin typeface="+mn-ea"/>
            </a:endParaRPr>
          </a:p>
          <a:p>
            <a:r>
              <a:rPr lang="ja-JP" altLang="en-US" sz="900" dirty="0">
                <a:solidFill>
                  <a:schemeClr val="tx1"/>
                </a:solidFill>
                <a:latin typeface="+mn-ea"/>
              </a:rPr>
              <a:t>・製品の工程実施状況を表示</a:t>
            </a:r>
            <a:endParaRPr lang="en-US" altLang="ja-JP" sz="900" dirty="0">
              <a:solidFill>
                <a:schemeClr val="tx1"/>
              </a:solidFill>
              <a:latin typeface="+mn-ea"/>
            </a:endParaRPr>
          </a:p>
        </p:txBody>
      </p:sp>
      <p:sp>
        <p:nvSpPr>
          <p:cNvPr id="11" name="スライド番号プレースホルダー 10">
            <a:extLst>
              <a:ext uri="{FF2B5EF4-FFF2-40B4-BE49-F238E27FC236}">
                <a16:creationId xmlns:a16="http://schemas.microsoft.com/office/drawing/2014/main" id="{04714820-4FE2-A2EB-5C00-A1104795E950}"/>
              </a:ext>
            </a:extLst>
          </p:cNvPr>
          <p:cNvSpPr>
            <a:spLocks noGrp="1"/>
          </p:cNvSpPr>
          <p:nvPr>
            <p:ph type="sldNum" sz="quarter" idx="12"/>
          </p:nvPr>
        </p:nvSpPr>
        <p:spPr/>
        <p:txBody>
          <a:bodyPr/>
          <a:lstStyle/>
          <a:p>
            <a:fld id="{75BB8461-A4F8-4BBC-AB2D-5D80B8F30C85}" type="slidenum">
              <a:rPr kumimoji="1" lang="ja-JP" altLang="en-US" smtClean="0"/>
              <a:t>8</a:t>
            </a:fld>
            <a:endParaRPr kumimoji="1" lang="ja-JP" altLang="en-US"/>
          </a:p>
        </p:txBody>
      </p:sp>
      <p:pic>
        <p:nvPicPr>
          <p:cNvPr id="14" name="図 13">
            <a:extLst>
              <a:ext uri="{FF2B5EF4-FFF2-40B4-BE49-F238E27FC236}">
                <a16:creationId xmlns:a16="http://schemas.microsoft.com/office/drawing/2014/main" id="{4402F92D-4DB6-3D21-CF49-3AEFCDDE7D7C}"/>
              </a:ext>
            </a:extLst>
          </p:cNvPr>
          <p:cNvPicPr>
            <a:picLocks noChangeAspect="1"/>
          </p:cNvPicPr>
          <p:nvPr/>
        </p:nvPicPr>
        <p:blipFill>
          <a:blip r:embed="rId11"/>
          <a:stretch>
            <a:fillRect/>
          </a:stretch>
        </p:blipFill>
        <p:spPr>
          <a:xfrm>
            <a:off x="5593829" y="1770811"/>
            <a:ext cx="580774" cy="580774"/>
          </a:xfrm>
          <a:prstGeom prst="rect">
            <a:avLst/>
          </a:prstGeom>
        </p:spPr>
      </p:pic>
      <p:pic>
        <p:nvPicPr>
          <p:cNvPr id="2" name="図 1">
            <a:extLst>
              <a:ext uri="{FF2B5EF4-FFF2-40B4-BE49-F238E27FC236}">
                <a16:creationId xmlns:a16="http://schemas.microsoft.com/office/drawing/2014/main" id="{325F06EA-447A-D60F-07E4-2E9F68B226AC}"/>
              </a:ext>
            </a:extLst>
          </p:cNvPr>
          <p:cNvPicPr>
            <a:picLocks noChangeAspect="1"/>
          </p:cNvPicPr>
          <p:nvPr/>
        </p:nvPicPr>
        <p:blipFill>
          <a:blip r:embed="rId12"/>
          <a:stretch>
            <a:fillRect/>
          </a:stretch>
        </p:blipFill>
        <p:spPr>
          <a:xfrm>
            <a:off x="531391" y="672471"/>
            <a:ext cx="3939321" cy="1239083"/>
          </a:xfrm>
          <a:prstGeom prst="rect">
            <a:avLst/>
          </a:prstGeom>
        </p:spPr>
      </p:pic>
      <p:sp>
        <p:nvSpPr>
          <p:cNvPr id="26" name="テキスト ボックス 165">
            <a:extLst>
              <a:ext uri="{FF2B5EF4-FFF2-40B4-BE49-F238E27FC236}">
                <a16:creationId xmlns:a16="http://schemas.microsoft.com/office/drawing/2014/main" id="{234E2A81-F8C8-DAC9-7311-F06DC9111551}"/>
              </a:ext>
            </a:extLst>
          </p:cNvPr>
          <p:cNvSpPr txBox="1"/>
          <p:nvPr/>
        </p:nvSpPr>
        <p:spPr>
          <a:xfrm>
            <a:off x="4883587" y="822028"/>
            <a:ext cx="3043558" cy="101566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200" b="1" dirty="0">
                <a:solidFill>
                  <a:srgbClr val="FF0000"/>
                </a:solidFill>
                <a:latin typeface="Meiryo UI" panose="020B0604030504040204" pitchFamily="50" charset="-128"/>
                <a:ea typeface="Meiryo UI" panose="020B0604030504040204" pitchFamily="50" charset="-128"/>
              </a:rPr>
              <a:t>・マスターの</a:t>
            </a:r>
            <a:r>
              <a:rPr kumimoji="1" lang="en-US" altLang="ja-JP" sz="1200" b="1" dirty="0">
                <a:solidFill>
                  <a:srgbClr val="FF0000"/>
                </a:solidFill>
                <a:latin typeface="Meiryo UI" panose="020B0604030504040204" pitchFamily="50" charset="-128"/>
                <a:ea typeface="Meiryo UI" panose="020B0604030504040204" pitchFamily="50" charset="-128"/>
              </a:rPr>
              <a:t>PC</a:t>
            </a:r>
            <a:r>
              <a:rPr kumimoji="1" lang="ja-JP" altLang="en-US" sz="1200" b="1" dirty="0">
                <a:solidFill>
                  <a:srgbClr val="FF0000"/>
                </a:solidFill>
                <a:latin typeface="Meiryo UI" panose="020B0604030504040204" pitchFamily="50" charset="-128"/>
                <a:ea typeface="Meiryo UI" panose="020B0604030504040204" pitchFamily="50" charset="-128"/>
              </a:rPr>
              <a:t>が管理</a:t>
            </a:r>
            <a:r>
              <a:rPr kumimoji="1" lang="en-US" altLang="ja-JP" sz="1200" b="1" dirty="0">
                <a:solidFill>
                  <a:srgbClr val="FF0000"/>
                </a:solidFill>
                <a:latin typeface="Meiryo UI" panose="020B0604030504040204" pitchFamily="50" charset="-128"/>
                <a:ea typeface="Meiryo UI" panose="020B0604030504040204" pitchFamily="50" charset="-128"/>
              </a:rPr>
              <a:t>(</a:t>
            </a:r>
            <a:r>
              <a:rPr kumimoji="1" lang="en-US" altLang="ja-JP" sz="1200" b="1" dirty="0" err="1">
                <a:solidFill>
                  <a:srgbClr val="FF0000"/>
                </a:solidFill>
                <a:latin typeface="Meiryo UI" panose="020B0604030504040204" pitchFamily="50" charset="-128"/>
                <a:ea typeface="Meiryo UI" panose="020B0604030504040204" pitchFamily="50" charset="-128"/>
              </a:rPr>
              <a:t>HostPC</a:t>
            </a:r>
            <a:r>
              <a:rPr kumimoji="1" lang="en-US" altLang="ja-JP" sz="1200" b="1" dirty="0">
                <a:solidFill>
                  <a:srgbClr val="FF0000"/>
                </a:solidFill>
                <a:latin typeface="Meiryo UI" panose="020B0604030504040204" pitchFamily="50" charset="-128"/>
                <a:ea typeface="Meiryo UI" panose="020B0604030504040204" pitchFamily="50" charset="-128"/>
              </a:rPr>
              <a:t>)</a:t>
            </a:r>
          </a:p>
          <a:p>
            <a:r>
              <a:rPr kumimoji="1" lang="ja-JP" altLang="en-US" sz="1200" b="1" dirty="0">
                <a:solidFill>
                  <a:srgbClr val="FF0000"/>
                </a:solidFill>
                <a:latin typeface="Meiryo UI" panose="020B0604030504040204" pitchFamily="50" charset="-128"/>
                <a:ea typeface="Meiryo UI" panose="020B0604030504040204" pitchFamily="50" charset="-128"/>
              </a:rPr>
              <a:t>・製品</a:t>
            </a:r>
            <a:r>
              <a:rPr kumimoji="1" lang="en-US" altLang="ja-JP" sz="1200" b="1" dirty="0">
                <a:solidFill>
                  <a:srgbClr val="FF0000"/>
                </a:solidFill>
                <a:latin typeface="Meiryo UI" panose="020B0604030504040204" pitchFamily="50" charset="-128"/>
                <a:ea typeface="Meiryo UI" panose="020B0604030504040204" pitchFamily="50" charset="-128"/>
              </a:rPr>
              <a:t>-PC</a:t>
            </a:r>
            <a:r>
              <a:rPr kumimoji="1" lang="ja-JP" altLang="en-US" sz="1200" b="1" dirty="0">
                <a:solidFill>
                  <a:srgbClr val="FF0000"/>
                </a:solidFill>
                <a:latin typeface="Meiryo UI" panose="020B0604030504040204" pitchFamily="50" charset="-128"/>
                <a:ea typeface="Meiryo UI" panose="020B0604030504040204" pitchFamily="50" charset="-128"/>
              </a:rPr>
              <a:t>間にデバイス設置</a:t>
            </a:r>
            <a:r>
              <a:rPr kumimoji="1" lang="en-US" altLang="ja-JP" sz="1200" b="1" dirty="0">
                <a:solidFill>
                  <a:srgbClr val="FF0000"/>
                </a:solidFill>
                <a:latin typeface="Meiryo UI" panose="020B0604030504040204" pitchFamily="50" charset="-128"/>
                <a:ea typeface="Meiryo UI" panose="020B0604030504040204" pitchFamily="50" charset="-128"/>
              </a:rPr>
              <a:t>(</a:t>
            </a:r>
            <a:r>
              <a:rPr kumimoji="1" lang="ja-JP" altLang="en-US" sz="1200" b="1" dirty="0">
                <a:solidFill>
                  <a:srgbClr val="FF0000"/>
                </a:solidFill>
                <a:latin typeface="Meiryo UI" panose="020B0604030504040204" pitchFamily="50" charset="-128"/>
                <a:ea typeface="Meiryo UI" panose="020B0604030504040204" pitchFamily="50" charset="-128"/>
              </a:rPr>
              <a:t>ラズパイ</a:t>
            </a:r>
            <a:r>
              <a:rPr kumimoji="1" lang="en-US" altLang="ja-JP" sz="1200" b="1" dirty="0">
                <a:solidFill>
                  <a:srgbClr val="FF0000"/>
                </a:solidFill>
                <a:latin typeface="Meiryo UI" panose="020B0604030504040204" pitchFamily="50" charset="-128"/>
                <a:ea typeface="Meiryo UI" panose="020B0604030504040204" pitchFamily="50" charset="-128"/>
              </a:rPr>
              <a:t>)</a:t>
            </a:r>
          </a:p>
          <a:p>
            <a:r>
              <a:rPr kumimoji="1" lang="ja-JP" altLang="en-US" sz="1200" b="1" dirty="0">
                <a:solidFill>
                  <a:srgbClr val="FF0000"/>
                </a:solidFill>
                <a:latin typeface="Meiryo UI" panose="020B0604030504040204" pitchFamily="50" charset="-128"/>
                <a:ea typeface="Meiryo UI" panose="020B0604030504040204" pitchFamily="50" charset="-128"/>
              </a:rPr>
              <a:t>・無線化・</a:t>
            </a:r>
            <a:r>
              <a:rPr kumimoji="1" lang="en-US" altLang="ja-JP" sz="1200" b="1" dirty="0">
                <a:solidFill>
                  <a:srgbClr val="FF0000"/>
                </a:solidFill>
                <a:latin typeface="Meiryo UI" panose="020B0604030504040204" pitchFamily="50" charset="-128"/>
                <a:ea typeface="Meiryo UI" panose="020B0604030504040204" pitchFamily="50" charset="-128"/>
              </a:rPr>
              <a:t>AGV</a:t>
            </a:r>
            <a:r>
              <a:rPr kumimoji="1" lang="ja-JP" altLang="en-US" sz="1200" b="1" dirty="0">
                <a:solidFill>
                  <a:srgbClr val="FF0000"/>
                </a:solidFill>
                <a:latin typeface="Meiryo UI" panose="020B0604030504040204" pitchFamily="50" charset="-128"/>
                <a:ea typeface="Meiryo UI" panose="020B0604030504040204" pitchFamily="50" charset="-128"/>
              </a:rPr>
              <a:t>使用</a:t>
            </a:r>
          </a:p>
          <a:p>
            <a:endParaRPr kumimoji="1" lang="en-US" altLang="ja-JP" sz="1200" b="1" dirty="0">
              <a:solidFill>
                <a:srgbClr val="FF0000"/>
              </a:solidFill>
              <a:latin typeface="Meiryo UI" panose="020B0604030504040204" pitchFamily="50" charset="-128"/>
              <a:ea typeface="Meiryo UI" panose="020B0604030504040204" pitchFamily="50" charset="-128"/>
            </a:endParaRPr>
          </a:p>
          <a:p>
            <a:endParaRPr kumimoji="1" lang="ja-JP" altLang="en-US" sz="1200" b="1" dirty="0">
              <a:solidFill>
                <a:srgbClr val="FF0000"/>
              </a:solidFill>
              <a:latin typeface="Meiryo UI" panose="020B0604030504040204" pitchFamily="50" charset="-128"/>
              <a:ea typeface="Meiryo UI" panose="020B0604030504040204" pitchFamily="50" charset="-128"/>
            </a:endParaRPr>
          </a:p>
        </p:txBody>
      </p:sp>
      <p:sp>
        <p:nvSpPr>
          <p:cNvPr id="27" name="矢印: 右 26">
            <a:extLst>
              <a:ext uri="{FF2B5EF4-FFF2-40B4-BE49-F238E27FC236}">
                <a16:creationId xmlns:a16="http://schemas.microsoft.com/office/drawing/2014/main" id="{65A6B6A4-35AF-CE12-1514-B2A8613FF496}"/>
              </a:ext>
            </a:extLst>
          </p:cNvPr>
          <p:cNvSpPr/>
          <p:nvPr/>
        </p:nvSpPr>
        <p:spPr>
          <a:xfrm>
            <a:off x="4585736" y="1035325"/>
            <a:ext cx="307778" cy="256687"/>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0" name="テキスト ボックス 165">
            <a:extLst>
              <a:ext uri="{FF2B5EF4-FFF2-40B4-BE49-F238E27FC236}">
                <a16:creationId xmlns:a16="http://schemas.microsoft.com/office/drawing/2014/main" id="{535889A0-CF90-8916-A8D3-F49B9A3C65BE}"/>
              </a:ext>
            </a:extLst>
          </p:cNvPr>
          <p:cNvSpPr txBox="1"/>
          <p:nvPr/>
        </p:nvSpPr>
        <p:spPr>
          <a:xfrm>
            <a:off x="775942" y="1944375"/>
            <a:ext cx="2857510" cy="30777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1400" b="1" dirty="0">
                <a:solidFill>
                  <a:srgbClr val="FF0000"/>
                </a:solidFill>
                <a:latin typeface="Meiryo UI" panose="020B0604030504040204" pitchFamily="50" charset="-128"/>
                <a:ea typeface="Meiryo UI" panose="020B0604030504040204" pitchFamily="50" charset="-128"/>
              </a:rPr>
              <a:t>工程レイアウト理想図を具現化</a:t>
            </a:r>
          </a:p>
        </p:txBody>
      </p:sp>
      <p:grpSp>
        <p:nvGrpSpPr>
          <p:cNvPr id="1143" name="Group 144">
            <a:extLst>
              <a:ext uri="{FF2B5EF4-FFF2-40B4-BE49-F238E27FC236}">
                <a16:creationId xmlns:a16="http://schemas.microsoft.com/office/drawing/2014/main" id="{E86E151E-03DA-7EB7-A3E0-EB5E2A2364C7}"/>
              </a:ext>
            </a:extLst>
          </p:cNvPr>
          <p:cNvGrpSpPr/>
          <p:nvPr/>
        </p:nvGrpSpPr>
        <p:grpSpPr>
          <a:xfrm rot="4714225">
            <a:off x="1060913" y="2316160"/>
            <a:ext cx="354082" cy="204684"/>
            <a:chOff x="7314313" y="3192341"/>
            <a:chExt cx="419736" cy="140698"/>
          </a:xfrm>
          <a:solidFill>
            <a:schemeClr val="accent2"/>
          </a:solidFill>
        </p:grpSpPr>
        <p:sp>
          <p:nvSpPr>
            <p:cNvPr id="1144" name="Freeform 72">
              <a:extLst>
                <a:ext uri="{FF2B5EF4-FFF2-40B4-BE49-F238E27FC236}">
                  <a16:creationId xmlns:a16="http://schemas.microsoft.com/office/drawing/2014/main" id="{7D081DB9-2B6F-3F6A-9437-CC3B35D7ED2A}"/>
                </a:ext>
              </a:extLst>
            </p:cNvPr>
            <p:cNvSpPr>
              <a:spLocks noChangeAspect="1"/>
            </p:cNvSpPr>
            <p:nvPr/>
          </p:nvSpPr>
          <p:spPr bwMode="auto">
            <a:xfrm>
              <a:off x="7314313" y="3240329"/>
              <a:ext cx="364491" cy="92710"/>
            </a:xfrm>
            <a:custGeom>
              <a:avLst/>
              <a:gdLst>
                <a:gd name="T0" fmla="*/ 803 w 809"/>
                <a:gd name="T1" fmla="*/ 1 h 206"/>
                <a:gd name="T2" fmla="*/ 723 w 809"/>
                <a:gd name="T3" fmla="*/ 68 h 206"/>
                <a:gd name="T4" fmla="*/ 690 w 809"/>
                <a:gd name="T5" fmla="*/ 90 h 206"/>
                <a:gd name="T6" fmla="*/ 632 w 809"/>
                <a:gd name="T7" fmla="*/ 122 h 206"/>
                <a:gd name="T8" fmla="*/ 577 w 809"/>
                <a:gd name="T9" fmla="*/ 143 h 206"/>
                <a:gd name="T10" fmla="*/ 558 w 809"/>
                <a:gd name="T11" fmla="*/ 148 h 206"/>
                <a:gd name="T12" fmla="*/ 524 w 809"/>
                <a:gd name="T13" fmla="*/ 154 h 206"/>
                <a:gd name="T14" fmla="*/ 499 w 809"/>
                <a:gd name="T15" fmla="*/ 159 h 206"/>
                <a:gd name="T16" fmla="*/ 475 w 809"/>
                <a:gd name="T17" fmla="*/ 163 h 206"/>
                <a:gd name="T18" fmla="*/ 464 w 809"/>
                <a:gd name="T19" fmla="*/ 165 h 206"/>
                <a:gd name="T20" fmla="*/ 426 w 809"/>
                <a:gd name="T21" fmla="*/ 170 h 206"/>
                <a:gd name="T22" fmla="*/ 337 w 809"/>
                <a:gd name="T23" fmla="*/ 175 h 206"/>
                <a:gd name="T24" fmla="*/ 239 w 809"/>
                <a:gd name="T25" fmla="*/ 169 h 206"/>
                <a:gd name="T26" fmla="*/ 96 w 809"/>
                <a:gd name="T27" fmla="*/ 131 h 206"/>
                <a:gd name="T28" fmla="*/ 80 w 809"/>
                <a:gd name="T29" fmla="*/ 123 h 206"/>
                <a:gd name="T30" fmla="*/ 59 w 809"/>
                <a:gd name="T31" fmla="*/ 112 h 206"/>
                <a:gd name="T32" fmla="*/ 45 w 809"/>
                <a:gd name="T33" fmla="*/ 104 h 206"/>
                <a:gd name="T34" fmla="*/ 17 w 809"/>
                <a:gd name="T35" fmla="*/ 91 h 206"/>
                <a:gd name="T36" fmla="*/ 7 w 809"/>
                <a:gd name="T37" fmla="*/ 94 h 206"/>
                <a:gd name="T38" fmla="*/ 3 w 809"/>
                <a:gd name="T39" fmla="*/ 107 h 206"/>
                <a:gd name="T40" fmla="*/ 26 w 809"/>
                <a:gd name="T41" fmla="*/ 127 h 206"/>
                <a:gd name="T42" fmla="*/ 42 w 809"/>
                <a:gd name="T43" fmla="*/ 138 h 206"/>
                <a:gd name="T44" fmla="*/ 59 w 809"/>
                <a:gd name="T45" fmla="*/ 148 h 206"/>
                <a:gd name="T46" fmla="*/ 76 w 809"/>
                <a:gd name="T47" fmla="*/ 156 h 206"/>
                <a:gd name="T48" fmla="*/ 91 w 809"/>
                <a:gd name="T49" fmla="*/ 162 h 206"/>
                <a:gd name="T50" fmla="*/ 108 w 809"/>
                <a:gd name="T51" fmla="*/ 169 h 206"/>
                <a:gd name="T52" fmla="*/ 126 w 809"/>
                <a:gd name="T53" fmla="*/ 175 h 206"/>
                <a:gd name="T54" fmla="*/ 144 w 809"/>
                <a:gd name="T55" fmla="*/ 181 h 206"/>
                <a:gd name="T56" fmla="*/ 162 w 809"/>
                <a:gd name="T57" fmla="*/ 186 h 206"/>
                <a:gd name="T58" fmla="*/ 180 w 809"/>
                <a:gd name="T59" fmla="*/ 190 h 206"/>
                <a:gd name="T60" fmla="*/ 274 w 809"/>
                <a:gd name="T61" fmla="*/ 204 h 206"/>
                <a:gd name="T62" fmla="*/ 385 w 809"/>
                <a:gd name="T63" fmla="*/ 204 h 206"/>
                <a:gd name="T64" fmla="*/ 435 w 809"/>
                <a:gd name="T65" fmla="*/ 197 h 206"/>
                <a:gd name="T66" fmla="*/ 548 w 809"/>
                <a:gd name="T67" fmla="*/ 170 h 206"/>
                <a:gd name="T68" fmla="*/ 618 w 809"/>
                <a:gd name="T69" fmla="*/ 149 h 206"/>
                <a:gd name="T70" fmla="*/ 644 w 809"/>
                <a:gd name="T71" fmla="*/ 136 h 206"/>
                <a:gd name="T72" fmla="*/ 657 w 809"/>
                <a:gd name="T73" fmla="*/ 128 h 206"/>
                <a:gd name="T74" fmla="*/ 682 w 809"/>
                <a:gd name="T75" fmla="*/ 113 h 206"/>
                <a:gd name="T76" fmla="*/ 752 w 809"/>
                <a:gd name="T77" fmla="*/ 61 h 206"/>
                <a:gd name="T78" fmla="*/ 803 w 809"/>
                <a:gd name="T79" fmla="*/ 10 h 206"/>
                <a:gd name="T80" fmla="*/ 808 w 809"/>
                <a:gd name="T81" fmla="*/ 5 h 206"/>
                <a:gd name="T82" fmla="*/ 804 w 809"/>
                <a:gd name="T83"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09" h="206">
                  <a:moveTo>
                    <a:pt x="804" y="0"/>
                  </a:moveTo>
                  <a:cubicBezTo>
                    <a:pt x="804" y="0"/>
                    <a:pt x="803" y="1"/>
                    <a:pt x="803" y="1"/>
                  </a:cubicBezTo>
                  <a:cubicBezTo>
                    <a:pt x="790" y="13"/>
                    <a:pt x="777" y="25"/>
                    <a:pt x="764" y="36"/>
                  </a:cubicBezTo>
                  <a:cubicBezTo>
                    <a:pt x="751" y="48"/>
                    <a:pt x="737" y="59"/>
                    <a:pt x="723" y="68"/>
                  </a:cubicBezTo>
                  <a:cubicBezTo>
                    <a:pt x="716" y="73"/>
                    <a:pt x="708" y="78"/>
                    <a:pt x="701" y="83"/>
                  </a:cubicBezTo>
                  <a:cubicBezTo>
                    <a:pt x="690" y="90"/>
                    <a:pt x="690" y="90"/>
                    <a:pt x="690" y="90"/>
                  </a:cubicBezTo>
                  <a:cubicBezTo>
                    <a:pt x="679" y="97"/>
                    <a:pt x="679" y="97"/>
                    <a:pt x="679" y="97"/>
                  </a:cubicBezTo>
                  <a:cubicBezTo>
                    <a:pt x="663" y="106"/>
                    <a:pt x="648" y="115"/>
                    <a:pt x="632" y="122"/>
                  </a:cubicBezTo>
                  <a:cubicBezTo>
                    <a:pt x="616" y="130"/>
                    <a:pt x="600" y="136"/>
                    <a:pt x="583" y="141"/>
                  </a:cubicBezTo>
                  <a:cubicBezTo>
                    <a:pt x="581" y="142"/>
                    <a:pt x="579" y="143"/>
                    <a:pt x="577" y="143"/>
                  </a:cubicBezTo>
                  <a:cubicBezTo>
                    <a:pt x="570" y="145"/>
                    <a:pt x="570" y="145"/>
                    <a:pt x="570" y="145"/>
                  </a:cubicBezTo>
                  <a:cubicBezTo>
                    <a:pt x="566" y="146"/>
                    <a:pt x="562" y="147"/>
                    <a:pt x="558" y="148"/>
                  </a:cubicBezTo>
                  <a:cubicBezTo>
                    <a:pt x="553" y="149"/>
                    <a:pt x="548" y="150"/>
                    <a:pt x="542" y="151"/>
                  </a:cubicBezTo>
                  <a:cubicBezTo>
                    <a:pt x="536" y="152"/>
                    <a:pt x="530" y="153"/>
                    <a:pt x="524" y="154"/>
                  </a:cubicBezTo>
                  <a:cubicBezTo>
                    <a:pt x="520" y="155"/>
                    <a:pt x="516" y="156"/>
                    <a:pt x="512" y="157"/>
                  </a:cubicBezTo>
                  <a:cubicBezTo>
                    <a:pt x="507" y="158"/>
                    <a:pt x="503" y="158"/>
                    <a:pt x="499" y="159"/>
                  </a:cubicBezTo>
                  <a:cubicBezTo>
                    <a:pt x="495" y="160"/>
                    <a:pt x="491" y="161"/>
                    <a:pt x="487" y="161"/>
                  </a:cubicBezTo>
                  <a:cubicBezTo>
                    <a:pt x="483" y="162"/>
                    <a:pt x="479" y="163"/>
                    <a:pt x="475" y="163"/>
                  </a:cubicBezTo>
                  <a:cubicBezTo>
                    <a:pt x="470" y="164"/>
                    <a:pt x="470" y="164"/>
                    <a:pt x="470" y="164"/>
                  </a:cubicBezTo>
                  <a:cubicBezTo>
                    <a:pt x="468" y="165"/>
                    <a:pt x="466" y="165"/>
                    <a:pt x="464" y="165"/>
                  </a:cubicBezTo>
                  <a:cubicBezTo>
                    <a:pt x="460" y="166"/>
                    <a:pt x="456" y="167"/>
                    <a:pt x="452" y="167"/>
                  </a:cubicBezTo>
                  <a:cubicBezTo>
                    <a:pt x="443" y="168"/>
                    <a:pt x="435" y="169"/>
                    <a:pt x="426" y="170"/>
                  </a:cubicBezTo>
                  <a:cubicBezTo>
                    <a:pt x="409" y="172"/>
                    <a:pt x="391" y="173"/>
                    <a:pt x="373" y="174"/>
                  </a:cubicBezTo>
                  <a:cubicBezTo>
                    <a:pt x="361" y="174"/>
                    <a:pt x="349" y="175"/>
                    <a:pt x="337" y="175"/>
                  </a:cubicBezTo>
                  <a:cubicBezTo>
                    <a:pt x="332" y="175"/>
                    <a:pt x="326" y="175"/>
                    <a:pt x="320" y="175"/>
                  </a:cubicBezTo>
                  <a:cubicBezTo>
                    <a:pt x="293" y="174"/>
                    <a:pt x="266" y="172"/>
                    <a:pt x="239" y="169"/>
                  </a:cubicBezTo>
                  <a:cubicBezTo>
                    <a:pt x="214" y="166"/>
                    <a:pt x="190" y="161"/>
                    <a:pt x="166" y="155"/>
                  </a:cubicBezTo>
                  <a:cubicBezTo>
                    <a:pt x="143" y="148"/>
                    <a:pt x="119" y="140"/>
                    <a:pt x="96" y="131"/>
                  </a:cubicBezTo>
                  <a:cubicBezTo>
                    <a:pt x="94" y="129"/>
                    <a:pt x="91" y="128"/>
                    <a:pt x="88" y="127"/>
                  </a:cubicBezTo>
                  <a:cubicBezTo>
                    <a:pt x="80" y="123"/>
                    <a:pt x="80" y="123"/>
                    <a:pt x="80" y="123"/>
                  </a:cubicBezTo>
                  <a:cubicBezTo>
                    <a:pt x="74" y="120"/>
                    <a:pt x="69" y="117"/>
                    <a:pt x="63" y="115"/>
                  </a:cubicBezTo>
                  <a:cubicBezTo>
                    <a:pt x="59" y="112"/>
                    <a:pt x="59" y="112"/>
                    <a:pt x="59" y="112"/>
                  </a:cubicBezTo>
                  <a:cubicBezTo>
                    <a:pt x="57" y="111"/>
                    <a:pt x="56" y="110"/>
                    <a:pt x="54" y="110"/>
                  </a:cubicBezTo>
                  <a:cubicBezTo>
                    <a:pt x="51" y="108"/>
                    <a:pt x="48" y="106"/>
                    <a:pt x="45" y="104"/>
                  </a:cubicBezTo>
                  <a:cubicBezTo>
                    <a:pt x="39" y="101"/>
                    <a:pt x="33" y="97"/>
                    <a:pt x="27" y="95"/>
                  </a:cubicBezTo>
                  <a:cubicBezTo>
                    <a:pt x="24" y="93"/>
                    <a:pt x="21" y="91"/>
                    <a:pt x="17" y="91"/>
                  </a:cubicBezTo>
                  <a:cubicBezTo>
                    <a:pt x="17" y="91"/>
                    <a:pt x="16" y="91"/>
                    <a:pt x="15" y="92"/>
                  </a:cubicBezTo>
                  <a:cubicBezTo>
                    <a:pt x="12" y="92"/>
                    <a:pt x="9" y="93"/>
                    <a:pt x="7" y="94"/>
                  </a:cubicBezTo>
                  <a:cubicBezTo>
                    <a:pt x="4" y="95"/>
                    <a:pt x="2" y="96"/>
                    <a:pt x="1" y="99"/>
                  </a:cubicBezTo>
                  <a:cubicBezTo>
                    <a:pt x="0" y="102"/>
                    <a:pt x="1" y="105"/>
                    <a:pt x="3" y="107"/>
                  </a:cubicBezTo>
                  <a:cubicBezTo>
                    <a:pt x="6" y="112"/>
                    <a:pt x="11" y="116"/>
                    <a:pt x="16" y="120"/>
                  </a:cubicBezTo>
                  <a:cubicBezTo>
                    <a:pt x="26" y="127"/>
                    <a:pt x="26" y="127"/>
                    <a:pt x="26" y="127"/>
                  </a:cubicBezTo>
                  <a:cubicBezTo>
                    <a:pt x="37" y="134"/>
                    <a:pt x="37" y="134"/>
                    <a:pt x="37" y="134"/>
                  </a:cubicBezTo>
                  <a:cubicBezTo>
                    <a:pt x="42" y="138"/>
                    <a:pt x="42" y="138"/>
                    <a:pt x="42" y="138"/>
                  </a:cubicBezTo>
                  <a:cubicBezTo>
                    <a:pt x="48" y="141"/>
                    <a:pt x="48" y="141"/>
                    <a:pt x="48" y="141"/>
                  </a:cubicBezTo>
                  <a:cubicBezTo>
                    <a:pt x="52" y="143"/>
                    <a:pt x="55" y="145"/>
                    <a:pt x="59" y="148"/>
                  </a:cubicBezTo>
                  <a:cubicBezTo>
                    <a:pt x="63" y="149"/>
                    <a:pt x="67" y="151"/>
                    <a:pt x="70" y="153"/>
                  </a:cubicBezTo>
                  <a:cubicBezTo>
                    <a:pt x="72" y="154"/>
                    <a:pt x="74" y="155"/>
                    <a:pt x="76" y="156"/>
                  </a:cubicBezTo>
                  <a:cubicBezTo>
                    <a:pt x="82" y="158"/>
                    <a:pt x="82" y="158"/>
                    <a:pt x="82" y="158"/>
                  </a:cubicBezTo>
                  <a:cubicBezTo>
                    <a:pt x="91" y="162"/>
                    <a:pt x="91" y="162"/>
                    <a:pt x="91" y="162"/>
                  </a:cubicBezTo>
                  <a:cubicBezTo>
                    <a:pt x="93" y="163"/>
                    <a:pt x="96" y="164"/>
                    <a:pt x="99" y="165"/>
                  </a:cubicBezTo>
                  <a:cubicBezTo>
                    <a:pt x="108" y="169"/>
                    <a:pt x="108" y="169"/>
                    <a:pt x="108" y="169"/>
                  </a:cubicBezTo>
                  <a:cubicBezTo>
                    <a:pt x="111" y="170"/>
                    <a:pt x="114" y="171"/>
                    <a:pt x="117" y="172"/>
                  </a:cubicBezTo>
                  <a:cubicBezTo>
                    <a:pt x="126" y="175"/>
                    <a:pt x="126" y="175"/>
                    <a:pt x="126" y="175"/>
                  </a:cubicBezTo>
                  <a:cubicBezTo>
                    <a:pt x="129" y="176"/>
                    <a:pt x="132" y="177"/>
                    <a:pt x="135" y="178"/>
                  </a:cubicBezTo>
                  <a:cubicBezTo>
                    <a:pt x="144" y="181"/>
                    <a:pt x="144" y="181"/>
                    <a:pt x="144" y="181"/>
                  </a:cubicBezTo>
                  <a:cubicBezTo>
                    <a:pt x="153" y="183"/>
                    <a:pt x="153" y="183"/>
                    <a:pt x="153" y="183"/>
                  </a:cubicBezTo>
                  <a:cubicBezTo>
                    <a:pt x="162" y="186"/>
                    <a:pt x="162" y="186"/>
                    <a:pt x="162" y="186"/>
                  </a:cubicBezTo>
                  <a:cubicBezTo>
                    <a:pt x="171" y="188"/>
                    <a:pt x="171" y="188"/>
                    <a:pt x="171" y="188"/>
                  </a:cubicBezTo>
                  <a:cubicBezTo>
                    <a:pt x="180" y="190"/>
                    <a:pt x="180" y="190"/>
                    <a:pt x="180" y="190"/>
                  </a:cubicBezTo>
                  <a:cubicBezTo>
                    <a:pt x="190" y="192"/>
                    <a:pt x="190" y="192"/>
                    <a:pt x="190" y="192"/>
                  </a:cubicBezTo>
                  <a:cubicBezTo>
                    <a:pt x="218" y="197"/>
                    <a:pt x="246" y="202"/>
                    <a:pt x="274" y="204"/>
                  </a:cubicBezTo>
                  <a:cubicBezTo>
                    <a:pt x="292" y="205"/>
                    <a:pt x="309" y="206"/>
                    <a:pt x="326" y="206"/>
                  </a:cubicBezTo>
                  <a:cubicBezTo>
                    <a:pt x="346" y="206"/>
                    <a:pt x="365" y="205"/>
                    <a:pt x="385" y="204"/>
                  </a:cubicBezTo>
                  <a:cubicBezTo>
                    <a:pt x="393" y="203"/>
                    <a:pt x="401" y="202"/>
                    <a:pt x="410" y="201"/>
                  </a:cubicBezTo>
                  <a:cubicBezTo>
                    <a:pt x="418" y="200"/>
                    <a:pt x="426" y="199"/>
                    <a:pt x="435" y="197"/>
                  </a:cubicBezTo>
                  <a:cubicBezTo>
                    <a:pt x="454" y="194"/>
                    <a:pt x="473" y="190"/>
                    <a:pt x="492" y="186"/>
                  </a:cubicBezTo>
                  <a:cubicBezTo>
                    <a:pt x="511" y="181"/>
                    <a:pt x="529" y="176"/>
                    <a:pt x="548" y="170"/>
                  </a:cubicBezTo>
                  <a:cubicBezTo>
                    <a:pt x="567" y="165"/>
                    <a:pt x="586" y="161"/>
                    <a:pt x="604" y="154"/>
                  </a:cubicBezTo>
                  <a:cubicBezTo>
                    <a:pt x="609" y="152"/>
                    <a:pt x="613" y="151"/>
                    <a:pt x="618" y="149"/>
                  </a:cubicBezTo>
                  <a:cubicBezTo>
                    <a:pt x="622" y="147"/>
                    <a:pt x="627" y="145"/>
                    <a:pt x="631" y="142"/>
                  </a:cubicBezTo>
                  <a:cubicBezTo>
                    <a:pt x="635" y="140"/>
                    <a:pt x="640" y="138"/>
                    <a:pt x="644" y="136"/>
                  </a:cubicBezTo>
                  <a:cubicBezTo>
                    <a:pt x="650" y="132"/>
                    <a:pt x="650" y="132"/>
                    <a:pt x="650" y="132"/>
                  </a:cubicBezTo>
                  <a:cubicBezTo>
                    <a:pt x="657" y="128"/>
                    <a:pt x="657" y="128"/>
                    <a:pt x="657" y="128"/>
                  </a:cubicBezTo>
                  <a:cubicBezTo>
                    <a:pt x="661" y="126"/>
                    <a:pt x="665" y="124"/>
                    <a:pt x="669" y="121"/>
                  </a:cubicBezTo>
                  <a:cubicBezTo>
                    <a:pt x="682" y="113"/>
                    <a:pt x="682" y="113"/>
                    <a:pt x="682" y="113"/>
                  </a:cubicBezTo>
                  <a:cubicBezTo>
                    <a:pt x="690" y="108"/>
                    <a:pt x="698" y="103"/>
                    <a:pt x="706" y="97"/>
                  </a:cubicBezTo>
                  <a:cubicBezTo>
                    <a:pt x="722" y="86"/>
                    <a:pt x="738" y="74"/>
                    <a:pt x="752" y="61"/>
                  </a:cubicBezTo>
                  <a:cubicBezTo>
                    <a:pt x="767" y="48"/>
                    <a:pt x="781" y="35"/>
                    <a:pt x="794" y="20"/>
                  </a:cubicBezTo>
                  <a:cubicBezTo>
                    <a:pt x="803" y="10"/>
                    <a:pt x="803" y="10"/>
                    <a:pt x="803" y="10"/>
                  </a:cubicBezTo>
                  <a:cubicBezTo>
                    <a:pt x="806" y="7"/>
                    <a:pt x="806" y="7"/>
                    <a:pt x="806" y="7"/>
                  </a:cubicBezTo>
                  <a:cubicBezTo>
                    <a:pt x="807" y="7"/>
                    <a:pt x="808" y="6"/>
                    <a:pt x="808" y="5"/>
                  </a:cubicBezTo>
                  <a:cubicBezTo>
                    <a:pt x="809" y="4"/>
                    <a:pt x="808" y="3"/>
                    <a:pt x="808" y="2"/>
                  </a:cubicBezTo>
                  <a:cubicBezTo>
                    <a:pt x="807" y="1"/>
                    <a:pt x="806" y="0"/>
                    <a:pt x="804"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a:p>
          </p:txBody>
        </p:sp>
        <p:sp>
          <p:nvSpPr>
            <p:cNvPr id="1145" name="Freeform 73">
              <a:extLst>
                <a:ext uri="{FF2B5EF4-FFF2-40B4-BE49-F238E27FC236}">
                  <a16:creationId xmlns:a16="http://schemas.microsoft.com/office/drawing/2014/main" id="{6E76CC6E-4F2A-DCAC-30DB-A11E5F1188B3}"/>
                </a:ext>
              </a:extLst>
            </p:cNvPr>
            <p:cNvSpPr>
              <a:spLocks noChangeAspect="1"/>
            </p:cNvSpPr>
            <p:nvPr/>
          </p:nvSpPr>
          <p:spPr bwMode="auto">
            <a:xfrm>
              <a:off x="7623558" y="3192341"/>
              <a:ext cx="110491" cy="127001"/>
            </a:xfrm>
            <a:custGeom>
              <a:avLst/>
              <a:gdLst>
                <a:gd name="T0" fmla="*/ 246 w 246"/>
                <a:gd name="T1" fmla="*/ 0 h 283"/>
                <a:gd name="T2" fmla="*/ 246 w 246"/>
                <a:gd name="T3" fmla="*/ 0 h 283"/>
                <a:gd name="T4" fmla="*/ 245 w 246"/>
                <a:gd name="T5" fmla="*/ 0 h 283"/>
                <a:gd name="T6" fmla="*/ 244 w 246"/>
                <a:gd name="T7" fmla="*/ 0 h 283"/>
                <a:gd name="T8" fmla="*/ 238 w 246"/>
                <a:gd name="T9" fmla="*/ 2 h 283"/>
                <a:gd name="T10" fmla="*/ 226 w 246"/>
                <a:gd name="T11" fmla="*/ 6 h 283"/>
                <a:gd name="T12" fmla="*/ 220 w 246"/>
                <a:gd name="T13" fmla="*/ 7 h 283"/>
                <a:gd name="T14" fmla="*/ 215 w 246"/>
                <a:gd name="T15" fmla="*/ 9 h 283"/>
                <a:gd name="T16" fmla="*/ 195 w 246"/>
                <a:gd name="T17" fmla="*/ 16 h 283"/>
                <a:gd name="T18" fmla="*/ 178 w 246"/>
                <a:gd name="T19" fmla="*/ 21 h 283"/>
                <a:gd name="T20" fmla="*/ 145 w 246"/>
                <a:gd name="T21" fmla="*/ 28 h 283"/>
                <a:gd name="T22" fmla="*/ 112 w 246"/>
                <a:gd name="T23" fmla="*/ 37 h 283"/>
                <a:gd name="T24" fmla="*/ 78 w 246"/>
                <a:gd name="T25" fmla="*/ 45 h 283"/>
                <a:gd name="T26" fmla="*/ 45 w 246"/>
                <a:gd name="T27" fmla="*/ 55 h 283"/>
                <a:gd name="T28" fmla="*/ 12 w 246"/>
                <a:gd name="T29" fmla="*/ 66 h 283"/>
                <a:gd name="T30" fmla="*/ 4 w 246"/>
                <a:gd name="T31" fmla="*/ 70 h 283"/>
                <a:gd name="T32" fmla="*/ 2 w 246"/>
                <a:gd name="T33" fmla="*/ 70 h 283"/>
                <a:gd name="T34" fmla="*/ 0 w 246"/>
                <a:gd name="T35" fmla="*/ 71 h 283"/>
                <a:gd name="T36" fmla="*/ 0 w 246"/>
                <a:gd name="T37" fmla="*/ 74 h 283"/>
                <a:gd name="T38" fmla="*/ 3 w 246"/>
                <a:gd name="T39" fmla="*/ 78 h 283"/>
                <a:gd name="T40" fmla="*/ 3 w 246"/>
                <a:gd name="T41" fmla="*/ 77 h 283"/>
                <a:gd name="T42" fmla="*/ 63 w 246"/>
                <a:gd name="T43" fmla="*/ 63 h 283"/>
                <a:gd name="T44" fmla="*/ 79 w 246"/>
                <a:gd name="T45" fmla="*/ 60 h 283"/>
                <a:gd name="T46" fmla="*/ 95 w 246"/>
                <a:gd name="T47" fmla="*/ 57 h 283"/>
                <a:gd name="T48" fmla="*/ 126 w 246"/>
                <a:gd name="T49" fmla="*/ 51 h 283"/>
                <a:gd name="T50" fmla="*/ 158 w 246"/>
                <a:gd name="T51" fmla="*/ 45 h 283"/>
                <a:gd name="T52" fmla="*/ 174 w 246"/>
                <a:gd name="T53" fmla="*/ 42 h 283"/>
                <a:gd name="T54" fmla="*/ 195 w 246"/>
                <a:gd name="T55" fmla="*/ 39 h 283"/>
                <a:gd name="T56" fmla="*/ 210 w 246"/>
                <a:gd name="T57" fmla="*/ 36 h 283"/>
                <a:gd name="T58" fmla="*/ 210 w 246"/>
                <a:gd name="T59" fmla="*/ 36 h 283"/>
                <a:gd name="T60" fmla="*/ 210 w 246"/>
                <a:gd name="T61" fmla="*/ 36 h 283"/>
                <a:gd name="T62" fmla="*/ 210 w 246"/>
                <a:gd name="T63" fmla="*/ 36 h 283"/>
                <a:gd name="T64" fmla="*/ 210 w 246"/>
                <a:gd name="T65" fmla="*/ 37 h 283"/>
                <a:gd name="T66" fmla="*/ 209 w 246"/>
                <a:gd name="T67" fmla="*/ 37 h 283"/>
                <a:gd name="T68" fmla="*/ 209 w 246"/>
                <a:gd name="T69" fmla="*/ 37 h 283"/>
                <a:gd name="T70" fmla="*/ 209 w 246"/>
                <a:gd name="T71" fmla="*/ 39 h 283"/>
                <a:gd name="T72" fmla="*/ 208 w 246"/>
                <a:gd name="T73" fmla="*/ 43 h 283"/>
                <a:gd name="T74" fmla="*/ 206 w 246"/>
                <a:gd name="T75" fmla="*/ 51 h 283"/>
                <a:gd name="T76" fmla="*/ 199 w 246"/>
                <a:gd name="T77" fmla="*/ 82 h 283"/>
                <a:gd name="T78" fmla="*/ 189 w 246"/>
                <a:gd name="T79" fmla="*/ 132 h 283"/>
                <a:gd name="T80" fmla="*/ 182 w 246"/>
                <a:gd name="T81" fmla="*/ 176 h 283"/>
                <a:gd name="T82" fmla="*/ 174 w 246"/>
                <a:gd name="T83" fmla="*/ 221 h 283"/>
                <a:gd name="T84" fmla="*/ 171 w 246"/>
                <a:gd name="T85" fmla="*/ 243 h 283"/>
                <a:gd name="T86" fmla="*/ 168 w 246"/>
                <a:gd name="T87" fmla="*/ 268 h 283"/>
                <a:gd name="T88" fmla="*/ 171 w 246"/>
                <a:gd name="T89" fmla="*/ 276 h 283"/>
                <a:gd name="T90" fmla="*/ 177 w 246"/>
                <a:gd name="T91" fmla="*/ 280 h 283"/>
                <a:gd name="T92" fmla="*/ 184 w 246"/>
                <a:gd name="T93" fmla="*/ 283 h 283"/>
                <a:gd name="T94" fmla="*/ 185 w 246"/>
                <a:gd name="T95" fmla="*/ 283 h 283"/>
                <a:gd name="T96" fmla="*/ 190 w 246"/>
                <a:gd name="T97" fmla="*/ 281 h 283"/>
                <a:gd name="T98" fmla="*/ 195 w 246"/>
                <a:gd name="T99" fmla="*/ 271 h 283"/>
                <a:gd name="T100" fmla="*/ 202 w 246"/>
                <a:gd name="T101" fmla="*/ 243 h 283"/>
                <a:gd name="T102" fmla="*/ 205 w 246"/>
                <a:gd name="T103" fmla="*/ 229 h 283"/>
                <a:gd name="T104" fmla="*/ 208 w 246"/>
                <a:gd name="T105" fmla="*/ 207 h 283"/>
                <a:gd name="T106" fmla="*/ 211 w 246"/>
                <a:gd name="T107" fmla="*/ 186 h 283"/>
                <a:gd name="T108" fmla="*/ 215 w 246"/>
                <a:gd name="T109" fmla="*/ 164 h 283"/>
                <a:gd name="T110" fmla="*/ 224 w 246"/>
                <a:gd name="T111" fmla="*/ 115 h 283"/>
                <a:gd name="T112" fmla="*/ 237 w 246"/>
                <a:gd name="T113" fmla="*/ 52 h 283"/>
                <a:gd name="T114" fmla="*/ 238 w 246"/>
                <a:gd name="T115" fmla="*/ 45 h 283"/>
                <a:gd name="T116" fmla="*/ 240 w 246"/>
                <a:gd name="T117" fmla="*/ 35 h 283"/>
                <a:gd name="T118" fmla="*/ 244 w 246"/>
                <a:gd name="T119" fmla="*/ 14 h 283"/>
                <a:gd name="T120" fmla="*/ 246 w 246"/>
                <a:gd name="T121" fmla="*/ 2 h 283"/>
                <a:gd name="T122" fmla="*/ 246 w 246"/>
                <a:gd name="T123" fmla="*/ 0 h 283"/>
                <a:gd name="T124" fmla="*/ 246 w 246"/>
                <a:gd name="T125" fmla="*/ 0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6" h="283">
                  <a:moveTo>
                    <a:pt x="246" y="0"/>
                  </a:moveTo>
                  <a:cubicBezTo>
                    <a:pt x="246" y="0"/>
                    <a:pt x="246" y="0"/>
                    <a:pt x="246" y="0"/>
                  </a:cubicBezTo>
                  <a:cubicBezTo>
                    <a:pt x="245" y="0"/>
                    <a:pt x="245" y="0"/>
                    <a:pt x="245" y="0"/>
                  </a:cubicBezTo>
                  <a:cubicBezTo>
                    <a:pt x="244" y="0"/>
                    <a:pt x="244" y="0"/>
                    <a:pt x="244" y="0"/>
                  </a:cubicBezTo>
                  <a:cubicBezTo>
                    <a:pt x="238" y="2"/>
                    <a:pt x="238" y="2"/>
                    <a:pt x="238" y="2"/>
                  </a:cubicBezTo>
                  <a:cubicBezTo>
                    <a:pt x="226" y="6"/>
                    <a:pt x="226" y="6"/>
                    <a:pt x="226" y="6"/>
                  </a:cubicBezTo>
                  <a:cubicBezTo>
                    <a:pt x="220" y="7"/>
                    <a:pt x="220" y="7"/>
                    <a:pt x="220" y="7"/>
                  </a:cubicBezTo>
                  <a:cubicBezTo>
                    <a:pt x="215" y="9"/>
                    <a:pt x="215" y="9"/>
                    <a:pt x="215" y="9"/>
                  </a:cubicBezTo>
                  <a:cubicBezTo>
                    <a:pt x="207" y="11"/>
                    <a:pt x="200" y="14"/>
                    <a:pt x="195" y="16"/>
                  </a:cubicBezTo>
                  <a:cubicBezTo>
                    <a:pt x="189" y="17"/>
                    <a:pt x="184" y="19"/>
                    <a:pt x="178" y="21"/>
                  </a:cubicBezTo>
                  <a:cubicBezTo>
                    <a:pt x="167" y="24"/>
                    <a:pt x="156" y="26"/>
                    <a:pt x="145" y="28"/>
                  </a:cubicBezTo>
                  <a:cubicBezTo>
                    <a:pt x="134" y="30"/>
                    <a:pt x="123" y="34"/>
                    <a:pt x="112" y="37"/>
                  </a:cubicBezTo>
                  <a:cubicBezTo>
                    <a:pt x="100" y="40"/>
                    <a:pt x="89" y="42"/>
                    <a:pt x="78" y="45"/>
                  </a:cubicBezTo>
                  <a:cubicBezTo>
                    <a:pt x="67" y="48"/>
                    <a:pt x="56" y="51"/>
                    <a:pt x="45" y="55"/>
                  </a:cubicBezTo>
                  <a:cubicBezTo>
                    <a:pt x="34" y="58"/>
                    <a:pt x="23" y="62"/>
                    <a:pt x="12" y="66"/>
                  </a:cubicBezTo>
                  <a:cubicBezTo>
                    <a:pt x="9" y="67"/>
                    <a:pt x="7" y="69"/>
                    <a:pt x="4" y="70"/>
                  </a:cubicBezTo>
                  <a:cubicBezTo>
                    <a:pt x="2" y="70"/>
                    <a:pt x="2" y="70"/>
                    <a:pt x="2" y="70"/>
                  </a:cubicBezTo>
                  <a:cubicBezTo>
                    <a:pt x="2" y="71"/>
                    <a:pt x="1" y="71"/>
                    <a:pt x="0" y="71"/>
                  </a:cubicBezTo>
                  <a:cubicBezTo>
                    <a:pt x="0" y="72"/>
                    <a:pt x="0" y="73"/>
                    <a:pt x="0" y="74"/>
                  </a:cubicBezTo>
                  <a:cubicBezTo>
                    <a:pt x="0" y="76"/>
                    <a:pt x="2" y="78"/>
                    <a:pt x="3" y="78"/>
                  </a:cubicBezTo>
                  <a:cubicBezTo>
                    <a:pt x="3" y="78"/>
                    <a:pt x="3" y="77"/>
                    <a:pt x="3" y="77"/>
                  </a:cubicBezTo>
                  <a:cubicBezTo>
                    <a:pt x="23" y="72"/>
                    <a:pt x="43" y="66"/>
                    <a:pt x="63" y="63"/>
                  </a:cubicBezTo>
                  <a:cubicBezTo>
                    <a:pt x="69" y="62"/>
                    <a:pt x="74" y="61"/>
                    <a:pt x="79" y="60"/>
                  </a:cubicBezTo>
                  <a:cubicBezTo>
                    <a:pt x="95" y="57"/>
                    <a:pt x="95" y="57"/>
                    <a:pt x="95" y="57"/>
                  </a:cubicBezTo>
                  <a:cubicBezTo>
                    <a:pt x="126" y="51"/>
                    <a:pt x="126" y="51"/>
                    <a:pt x="126" y="51"/>
                  </a:cubicBezTo>
                  <a:cubicBezTo>
                    <a:pt x="137" y="48"/>
                    <a:pt x="148" y="46"/>
                    <a:pt x="158" y="45"/>
                  </a:cubicBezTo>
                  <a:cubicBezTo>
                    <a:pt x="164" y="44"/>
                    <a:pt x="169" y="43"/>
                    <a:pt x="174" y="42"/>
                  </a:cubicBezTo>
                  <a:cubicBezTo>
                    <a:pt x="180" y="41"/>
                    <a:pt x="188" y="40"/>
                    <a:pt x="195" y="39"/>
                  </a:cubicBezTo>
                  <a:cubicBezTo>
                    <a:pt x="200" y="38"/>
                    <a:pt x="205" y="37"/>
                    <a:pt x="210" y="36"/>
                  </a:cubicBezTo>
                  <a:cubicBezTo>
                    <a:pt x="210" y="36"/>
                    <a:pt x="210" y="36"/>
                    <a:pt x="210" y="36"/>
                  </a:cubicBezTo>
                  <a:cubicBezTo>
                    <a:pt x="210" y="36"/>
                    <a:pt x="210" y="36"/>
                    <a:pt x="210" y="36"/>
                  </a:cubicBezTo>
                  <a:cubicBezTo>
                    <a:pt x="210" y="36"/>
                    <a:pt x="210" y="36"/>
                    <a:pt x="210" y="36"/>
                  </a:cubicBezTo>
                  <a:cubicBezTo>
                    <a:pt x="210" y="37"/>
                    <a:pt x="210" y="37"/>
                    <a:pt x="210" y="37"/>
                  </a:cubicBezTo>
                  <a:cubicBezTo>
                    <a:pt x="209" y="37"/>
                    <a:pt x="209" y="37"/>
                    <a:pt x="209" y="37"/>
                  </a:cubicBezTo>
                  <a:cubicBezTo>
                    <a:pt x="209" y="37"/>
                    <a:pt x="209" y="37"/>
                    <a:pt x="209" y="37"/>
                  </a:cubicBezTo>
                  <a:cubicBezTo>
                    <a:pt x="209" y="39"/>
                    <a:pt x="209" y="39"/>
                    <a:pt x="209" y="39"/>
                  </a:cubicBezTo>
                  <a:cubicBezTo>
                    <a:pt x="208" y="43"/>
                    <a:pt x="208" y="43"/>
                    <a:pt x="208" y="43"/>
                  </a:cubicBezTo>
                  <a:cubicBezTo>
                    <a:pt x="206" y="51"/>
                    <a:pt x="206" y="51"/>
                    <a:pt x="206" y="51"/>
                  </a:cubicBezTo>
                  <a:cubicBezTo>
                    <a:pt x="203" y="61"/>
                    <a:pt x="201" y="72"/>
                    <a:pt x="199" y="82"/>
                  </a:cubicBezTo>
                  <a:cubicBezTo>
                    <a:pt x="195" y="99"/>
                    <a:pt x="192" y="115"/>
                    <a:pt x="189" y="132"/>
                  </a:cubicBezTo>
                  <a:cubicBezTo>
                    <a:pt x="182" y="176"/>
                    <a:pt x="182" y="176"/>
                    <a:pt x="182" y="176"/>
                  </a:cubicBezTo>
                  <a:cubicBezTo>
                    <a:pt x="179" y="191"/>
                    <a:pt x="177" y="206"/>
                    <a:pt x="174" y="221"/>
                  </a:cubicBezTo>
                  <a:cubicBezTo>
                    <a:pt x="171" y="243"/>
                    <a:pt x="171" y="243"/>
                    <a:pt x="171" y="243"/>
                  </a:cubicBezTo>
                  <a:cubicBezTo>
                    <a:pt x="169" y="251"/>
                    <a:pt x="167" y="260"/>
                    <a:pt x="168" y="268"/>
                  </a:cubicBezTo>
                  <a:cubicBezTo>
                    <a:pt x="168" y="270"/>
                    <a:pt x="168" y="273"/>
                    <a:pt x="171" y="276"/>
                  </a:cubicBezTo>
                  <a:cubicBezTo>
                    <a:pt x="173" y="277"/>
                    <a:pt x="175" y="279"/>
                    <a:pt x="177" y="280"/>
                  </a:cubicBezTo>
                  <a:cubicBezTo>
                    <a:pt x="179" y="282"/>
                    <a:pt x="181" y="283"/>
                    <a:pt x="184" y="283"/>
                  </a:cubicBezTo>
                  <a:cubicBezTo>
                    <a:pt x="184" y="283"/>
                    <a:pt x="184" y="283"/>
                    <a:pt x="185" y="283"/>
                  </a:cubicBezTo>
                  <a:cubicBezTo>
                    <a:pt x="187" y="283"/>
                    <a:pt x="189" y="282"/>
                    <a:pt x="190" y="281"/>
                  </a:cubicBezTo>
                  <a:cubicBezTo>
                    <a:pt x="193" y="278"/>
                    <a:pt x="194" y="274"/>
                    <a:pt x="195" y="271"/>
                  </a:cubicBezTo>
                  <a:cubicBezTo>
                    <a:pt x="198" y="262"/>
                    <a:pt x="200" y="252"/>
                    <a:pt x="202" y="243"/>
                  </a:cubicBezTo>
                  <a:cubicBezTo>
                    <a:pt x="203" y="238"/>
                    <a:pt x="204" y="233"/>
                    <a:pt x="205" y="229"/>
                  </a:cubicBezTo>
                  <a:cubicBezTo>
                    <a:pt x="208" y="207"/>
                    <a:pt x="208" y="207"/>
                    <a:pt x="208" y="207"/>
                  </a:cubicBezTo>
                  <a:cubicBezTo>
                    <a:pt x="211" y="186"/>
                    <a:pt x="211" y="186"/>
                    <a:pt x="211" y="186"/>
                  </a:cubicBezTo>
                  <a:cubicBezTo>
                    <a:pt x="215" y="164"/>
                    <a:pt x="215" y="164"/>
                    <a:pt x="215" y="164"/>
                  </a:cubicBezTo>
                  <a:cubicBezTo>
                    <a:pt x="217" y="148"/>
                    <a:pt x="221" y="132"/>
                    <a:pt x="224" y="115"/>
                  </a:cubicBezTo>
                  <a:cubicBezTo>
                    <a:pt x="237" y="52"/>
                    <a:pt x="237" y="52"/>
                    <a:pt x="237" y="52"/>
                  </a:cubicBezTo>
                  <a:cubicBezTo>
                    <a:pt x="238" y="45"/>
                    <a:pt x="238" y="45"/>
                    <a:pt x="238" y="45"/>
                  </a:cubicBezTo>
                  <a:cubicBezTo>
                    <a:pt x="240" y="35"/>
                    <a:pt x="240" y="35"/>
                    <a:pt x="240" y="35"/>
                  </a:cubicBezTo>
                  <a:cubicBezTo>
                    <a:pt x="242" y="27"/>
                    <a:pt x="243" y="20"/>
                    <a:pt x="244" y="14"/>
                  </a:cubicBezTo>
                  <a:cubicBezTo>
                    <a:pt x="244" y="10"/>
                    <a:pt x="245" y="6"/>
                    <a:pt x="246" y="2"/>
                  </a:cubicBezTo>
                  <a:cubicBezTo>
                    <a:pt x="246" y="0"/>
                    <a:pt x="246" y="0"/>
                    <a:pt x="246" y="0"/>
                  </a:cubicBezTo>
                  <a:cubicBezTo>
                    <a:pt x="246" y="0"/>
                    <a:pt x="246" y="0"/>
                    <a:pt x="246" y="0"/>
                  </a:cubicBezTo>
                </a:path>
              </a:pathLst>
            </a:custGeom>
            <a:grpFill/>
            <a:ln>
              <a:noFill/>
            </a:ln>
          </p:spPr>
          <p:txBody>
            <a:bodyPr vert="horz" wrap="square" lIns="51435" tIns="25718" rIns="51435" bIns="25718" numCol="1" anchor="t" anchorCtr="0" compatLnSpc="1">
              <a:prstTxWarp prst="textNoShape">
                <a:avLst/>
              </a:prstTxWarp>
            </a:bodyPr>
            <a:lstStyle/>
            <a:p>
              <a:endParaRPr lang="en-GB" sz="760"/>
            </a:p>
          </p:txBody>
        </p:sp>
      </p:grpSp>
      <p:sp>
        <p:nvSpPr>
          <p:cNvPr id="1147" name="テキスト ボックス 165">
            <a:extLst>
              <a:ext uri="{FF2B5EF4-FFF2-40B4-BE49-F238E27FC236}">
                <a16:creationId xmlns:a16="http://schemas.microsoft.com/office/drawing/2014/main" id="{405B3F03-C249-43E4-E724-38B3BB37B6F6}"/>
              </a:ext>
            </a:extLst>
          </p:cNvPr>
          <p:cNvSpPr txBox="1"/>
          <p:nvPr/>
        </p:nvSpPr>
        <p:spPr>
          <a:xfrm>
            <a:off x="7082964" y="3277738"/>
            <a:ext cx="1871938" cy="276999"/>
          </a:xfrm>
          <a:prstGeom prst="rect">
            <a:avLst/>
          </a:prstGeom>
          <a:solidFill>
            <a:schemeClr val="accent4">
              <a:lumMod val="20000"/>
              <a:lumOff val="80000"/>
            </a:schemeClr>
          </a:solid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調整工程 → 保証工程</a:t>
            </a:r>
          </a:p>
        </p:txBody>
      </p:sp>
      <p:sp>
        <p:nvSpPr>
          <p:cNvPr id="1150" name="テキスト ボックス 165">
            <a:extLst>
              <a:ext uri="{FF2B5EF4-FFF2-40B4-BE49-F238E27FC236}">
                <a16:creationId xmlns:a16="http://schemas.microsoft.com/office/drawing/2014/main" id="{50EF9F4C-750F-4304-C05E-97B5B9AF1828}"/>
              </a:ext>
            </a:extLst>
          </p:cNvPr>
          <p:cNvSpPr txBox="1"/>
          <p:nvPr/>
        </p:nvSpPr>
        <p:spPr>
          <a:xfrm>
            <a:off x="6969582" y="3591255"/>
            <a:ext cx="2098702" cy="57708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1050" dirty="0">
                <a:solidFill>
                  <a:srgbClr val="FF0000"/>
                </a:solidFill>
                <a:latin typeface="Meiryo UI" panose="020B0604030504040204" pitchFamily="50" charset="-128"/>
                <a:ea typeface="Meiryo UI" panose="020B0604030504040204" pitchFamily="50" charset="-128"/>
              </a:rPr>
              <a:t>名称変更</a:t>
            </a:r>
            <a:endParaRPr kumimoji="1" lang="en-US" altLang="ja-JP" sz="1050" dirty="0">
              <a:solidFill>
                <a:srgbClr val="FF0000"/>
              </a:solidFill>
              <a:latin typeface="Meiryo UI" panose="020B0604030504040204" pitchFamily="50" charset="-128"/>
              <a:ea typeface="Meiryo UI" panose="020B0604030504040204" pitchFamily="50" charset="-128"/>
            </a:endParaRPr>
          </a:p>
          <a:p>
            <a:pPr algn="ctr"/>
            <a:r>
              <a:rPr kumimoji="1" lang="en-US" altLang="ja-JP" sz="1050" dirty="0">
                <a:solidFill>
                  <a:srgbClr val="FF0000"/>
                </a:solidFill>
                <a:latin typeface="Meiryo UI" panose="020B0604030504040204" pitchFamily="50" charset="-128"/>
                <a:ea typeface="Meiryo UI" panose="020B0604030504040204" pitchFamily="50" charset="-128"/>
              </a:rPr>
              <a:t>※</a:t>
            </a:r>
            <a:r>
              <a:rPr kumimoji="1" lang="ja-JP" altLang="en-US" sz="1050" dirty="0">
                <a:solidFill>
                  <a:srgbClr val="FF0000"/>
                </a:solidFill>
                <a:latin typeface="Meiryo UI" panose="020B0604030504040204" pitchFamily="50" charset="-128"/>
                <a:ea typeface="Meiryo UI" panose="020B0604030504040204" pitchFamily="50" charset="-128"/>
              </a:rPr>
              <a:t>調整ありきではなく、</a:t>
            </a:r>
            <a:endParaRPr kumimoji="1" lang="en-US" altLang="ja-JP" sz="1050" dirty="0">
              <a:solidFill>
                <a:srgbClr val="FF0000"/>
              </a:solidFill>
              <a:latin typeface="Meiryo UI" panose="020B0604030504040204" pitchFamily="50" charset="-128"/>
              <a:ea typeface="Meiryo UI" panose="020B0604030504040204" pitchFamily="50" charset="-128"/>
            </a:endParaRPr>
          </a:p>
          <a:p>
            <a:pPr algn="ctr"/>
            <a:r>
              <a:rPr kumimoji="1" lang="ja-JP" altLang="en-US" sz="1050" dirty="0">
                <a:solidFill>
                  <a:srgbClr val="FF0000"/>
                </a:solidFill>
                <a:latin typeface="Meiryo UI" panose="020B0604030504040204" pitchFamily="50" charset="-128"/>
                <a:ea typeface="Meiryo UI" panose="020B0604030504040204" pitchFamily="50" charset="-128"/>
              </a:rPr>
              <a:t>　 品質を保証するという意味</a:t>
            </a:r>
          </a:p>
        </p:txBody>
      </p:sp>
    </p:spTree>
    <p:extLst>
      <p:ext uri="{BB962C8B-B14F-4D97-AF65-F5344CB8AC3E}">
        <p14:creationId xmlns:p14="http://schemas.microsoft.com/office/powerpoint/2010/main" val="4290307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29BC009-667E-58D8-7603-AF7A09FD370C}"/>
              </a:ext>
            </a:extLst>
          </p:cNvPr>
          <p:cNvSpPr>
            <a:spLocks noGrp="1"/>
          </p:cNvSpPr>
          <p:nvPr>
            <p:ph type="sldNum" sz="quarter" idx="12"/>
          </p:nvPr>
        </p:nvSpPr>
        <p:spPr/>
        <p:txBody>
          <a:bodyPr/>
          <a:lstStyle/>
          <a:p>
            <a:fld id="{75BB8461-A4F8-4BBC-AB2D-5D80B8F30C85}" type="slidenum">
              <a:rPr kumimoji="1" lang="ja-JP" altLang="en-US" smtClean="0"/>
              <a:t>9</a:t>
            </a:fld>
            <a:endParaRPr kumimoji="1" lang="ja-JP" altLang="en-US"/>
          </a:p>
        </p:txBody>
      </p:sp>
      <p:sp>
        <p:nvSpPr>
          <p:cNvPr id="4" name="タイトル 1">
            <a:extLst>
              <a:ext uri="{FF2B5EF4-FFF2-40B4-BE49-F238E27FC236}">
                <a16:creationId xmlns:a16="http://schemas.microsoft.com/office/drawing/2014/main" id="{DD7DB972-EE02-9FE4-FE7A-EB2DE902D1D2}"/>
              </a:ext>
            </a:extLst>
          </p:cNvPr>
          <p:cNvSpPr txBox="1">
            <a:spLocks/>
          </p:cNvSpPr>
          <p:nvPr/>
        </p:nvSpPr>
        <p:spPr>
          <a:xfrm>
            <a:off x="114300" y="80255"/>
            <a:ext cx="5146549" cy="230872"/>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pPr marL="171450" indent="-171450" algn="l">
              <a:buFont typeface="Wingdings" panose="05000000000000000000" pitchFamily="2" charset="2"/>
              <a:buChar char="Ø"/>
            </a:pPr>
            <a:r>
              <a:rPr lang="en-US" altLang="ja-JP" sz="1200" dirty="0">
                <a:solidFill>
                  <a:schemeClr val="accent1"/>
                </a:solidFill>
              </a:rPr>
              <a:t>Athena </a:t>
            </a:r>
            <a:r>
              <a:rPr lang="ja-JP" altLang="en-US" sz="1200" dirty="0">
                <a:solidFill>
                  <a:schemeClr val="accent1"/>
                </a:solidFill>
              </a:rPr>
              <a:t>保証工程 </a:t>
            </a:r>
            <a:r>
              <a:rPr lang="en-US" altLang="ja-JP" sz="1200" dirty="0">
                <a:solidFill>
                  <a:schemeClr val="accent1"/>
                </a:solidFill>
              </a:rPr>
              <a:t>Layout</a:t>
            </a:r>
            <a:r>
              <a:rPr lang="ja-JP" altLang="en-US" sz="1200" dirty="0">
                <a:solidFill>
                  <a:schemeClr val="accent1"/>
                </a:solidFill>
              </a:rPr>
              <a:t>（</a:t>
            </a:r>
            <a:r>
              <a:rPr lang="en-US" altLang="ja-JP" sz="1200">
                <a:solidFill>
                  <a:schemeClr val="accent1"/>
                </a:solidFill>
              </a:rPr>
              <a:t>PMT2</a:t>
            </a:r>
            <a:r>
              <a:rPr lang="ja-JP" altLang="en-US" sz="1200">
                <a:solidFill>
                  <a:schemeClr val="accent1"/>
                </a:solidFill>
              </a:rPr>
              <a:t>）</a:t>
            </a:r>
            <a:endParaRPr lang="en-US" altLang="ja-JP" sz="1200" dirty="0">
              <a:solidFill>
                <a:schemeClr val="accent1"/>
              </a:solidFill>
            </a:endParaRPr>
          </a:p>
        </p:txBody>
      </p:sp>
      <p:sp>
        <p:nvSpPr>
          <p:cNvPr id="6" name="正方形/長方形 5">
            <a:extLst>
              <a:ext uri="{FF2B5EF4-FFF2-40B4-BE49-F238E27FC236}">
                <a16:creationId xmlns:a16="http://schemas.microsoft.com/office/drawing/2014/main" id="{02F4BB40-6F64-0FFF-95CE-D4D30AF79D4C}"/>
              </a:ext>
            </a:extLst>
          </p:cNvPr>
          <p:cNvSpPr/>
          <p:nvPr/>
        </p:nvSpPr>
        <p:spPr>
          <a:xfrm>
            <a:off x="944600" y="418899"/>
            <a:ext cx="777557" cy="1662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sz="1100" dirty="0">
                <a:solidFill>
                  <a:schemeClr val="tx1"/>
                </a:solidFill>
              </a:rPr>
              <a:t>A1</a:t>
            </a:r>
            <a:r>
              <a:rPr kumimoji="1" lang="ja-JP" altLang="en-US" sz="1100" dirty="0">
                <a:solidFill>
                  <a:schemeClr val="tx1"/>
                </a:solidFill>
              </a:rPr>
              <a:t>工程</a:t>
            </a:r>
            <a:endParaRPr kumimoji="1" lang="ja-JP" altLang="en-US" sz="1200" dirty="0">
              <a:solidFill>
                <a:schemeClr val="tx1"/>
              </a:solidFill>
            </a:endParaRPr>
          </a:p>
        </p:txBody>
      </p:sp>
      <p:sp>
        <p:nvSpPr>
          <p:cNvPr id="7" name="正方形/長方形 6">
            <a:extLst>
              <a:ext uri="{FF2B5EF4-FFF2-40B4-BE49-F238E27FC236}">
                <a16:creationId xmlns:a16="http://schemas.microsoft.com/office/drawing/2014/main" id="{73065072-2FAC-AF9E-EF69-22B07CBA3DFC}"/>
              </a:ext>
            </a:extLst>
          </p:cNvPr>
          <p:cNvSpPr/>
          <p:nvPr/>
        </p:nvSpPr>
        <p:spPr>
          <a:xfrm>
            <a:off x="3203929" y="413765"/>
            <a:ext cx="777557" cy="1662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sz="1100" dirty="0">
                <a:solidFill>
                  <a:schemeClr val="tx1"/>
                </a:solidFill>
              </a:rPr>
              <a:t>A2</a:t>
            </a:r>
            <a:r>
              <a:rPr kumimoji="1" lang="ja-JP" altLang="en-US" sz="1100" dirty="0">
                <a:solidFill>
                  <a:schemeClr val="tx1"/>
                </a:solidFill>
              </a:rPr>
              <a:t>工程</a:t>
            </a:r>
            <a:endParaRPr kumimoji="1" lang="ja-JP" altLang="en-US" sz="1200" dirty="0">
              <a:solidFill>
                <a:schemeClr val="tx1"/>
              </a:solidFill>
            </a:endParaRPr>
          </a:p>
        </p:txBody>
      </p:sp>
      <p:sp>
        <p:nvSpPr>
          <p:cNvPr id="8" name="正方形/長方形 7">
            <a:extLst>
              <a:ext uri="{FF2B5EF4-FFF2-40B4-BE49-F238E27FC236}">
                <a16:creationId xmlns:a16="http://schemas.microsoft.com/office/drawing/2014/main" id="{0D0F475E-3920-961F-CEBC-66285EEDA9AC}"/>
              </a:ext>
            </a:extLst>
          </p:cNvPr>
          <p:cNvSpPr/>
          <p:nvPr/>
        </p:nvSpPr>
        <p:spPr>
          <a:xfrm>
            <a:off x="5400400" y="414739"/>
            <a:ext cx="777557" cy="15722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sz="1100" dirty="0">
                <a:solidFill>
                  <a:schemeClr val="tx1"/>
                </a:solidFill>
              </a:rPr>
              <a:t>A3</a:t>
            </a:r>
            <a:r>
              <a:rPr kumimoji="1" lang="ja-JP" altLang="en-US" sz="1100" dirty="0">
                <a:solidFill>
                  <a:schemeClr val="tx1"/>
                </a:solidFill>
              </a:rPr>
              <a:t>工程</a:t>
            </a:r>
            <a:endParaRPr kumimoji="1" lang="ja-JP" altLang="en-US" sz="1200" dirty="0">
              <a:solidFill>
                <a:schemeClr val="tx1"/>
              </a:solidFill>
            </a:endParaRPr>
          </a:p>
        </p:txBody>
      </p:sp>
      <p:sp>
        <p:nvSpPr>
          <p:cNvPr id="9" name="正方形/長方形 8">
            <a:extLst>
              <a:ext uri="{FF2B5EF4-FFF2-40B4-BE49-F238E27FC236}">
                <a16:creationId xmlns:a16="http://schemas.microsoft.com/office/drawing/2014/main" id="{3660A0CB-1EB7-85A6-4B3C-4A19AE32869B}"/>
              </a:ext>
            </a:extLst>
          </p:cNvPr>
          <p:cNvSpPr/>
          <p:nvPr/>
        </p:nvSpPr>
        <p:spPr>
          <a:xfrm>
            <a:off x="261858" y="603911"/>
            <a:ext cx="2143039" cy="4107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788" b="1" dirty="0">
                <a:solidFill>
                  <a:schemeClr val="tx1"/>
                </a:solidFill>
              </a:rPr>
              <a:t>・</a:t>
            </a:r>
            <a:r>
              <a:rPr kumimoji="1" lang="en-US" altLang="ja-JP" sz="788" b="1" dirty="0">
                <a:solidFill>
                  <a:schemeClr val="tx1"/>
                </a:solidFill>
              </a:rPr>
              <a:t>F/W</a:t>
            </a:r>
            <a:r>
              <a:rPr kumimoji="1" lang="ja-JP" altLang="en-US" sz="788" b="1" dirty="0">
                <a:solidFill>
                  <a:schemeClr val="tx1"/>
                </a:solidFill>
              </a:rPr>
              <a:t>インストール</a:t>
            </a:r>
            <a:endParaRPr kumimoji="1" lang="en-US" altLang="ja-JP" sz="788" b="1" dirty="0">
              <a:solidFill>
                <a:schemeClr val="tx1"/>
              </a:solidFill>
            </a:endParaRPr>
          </a:p>
          <a:p>
            <a:pPr algn="ctr"/>
            <a:r>
              <a:rPr kumimoji="1" lang="ja-JP" altLang="en-US" sz="788" b="1" dirty="0">
                <a:solidFill>
                  <a:schemeClr val="tx1"/>
                </a:solidFill>
              </a:rPr>
              <a:t>・初期設定（シリアル書き込み</a:t>
            </a:r>
            <a:r>
              <a:rPr kumimoji="1" lang="en-US" altLang="ja-JP" sz="788" b="1" dirty="0">
                <a:solidFill>
                  <a:schemeClr val="tx1"/>
                </a:solidFill>
              </a:rPr>
              <a:t>/</a:t>
            </a:r>
            <a:r>
              <a:rPr kumimoji="1" lang="ja-JP" altLang="en-US" sz="788" b="1" dirty="0">
                <a:solidFill>
                  <a:schemeClr val="tx1"/>
                </a:solidFill>
              </a:rPr>
              <a:t>ライン用設定）</a:t>
            </a:r>
            <a:endParaRPr kumimoji="1" lang="en-US" altLang="ja-JP" sz="788" b="1" dirty="0">
              <a:solidFill>
                <a:schemeClr val="tx1"/>
              </a:solidFill>
            </a:endParaRPr>
          </a:p>
          <a:p>
            <a:pPr algn="ctr"/>
            <a:r>
              <a:rPr kumimoji="1" lang="ja-JP" altLang="en-US" sz="788" b="1" dirty="0">
                <a:solidFill>
                  <a:schemeClr val="tx1"/>
                </a:solidFill>
              </a:rPr>
              <a:t>・電気チェック</a:t>
            </a:r>
            <a:endParaRPr kumimoji="1" lang="ja-JP" altLang="en-US" sz="788" b="1" dirty="0">
              <a:solidFill>
                <a:srgbClr val="FF0000"/>
              </a:solidFill>
            </a:endParaRPr>
          </a:p>
        </p:txBody>
      </p:sp>
      <p:sp>
        <p:nvSpPr>
          <p:cNvPr id="10" name="正方形/長方形 9">
            <a:extLst>
              <a:ext uri="{FF2B5EF4-FFF2-40B4-BE49-F238E27FC236}">
                <a16:creationId xmlns:a16="http://schemas.microsoft.com/office/drawing/2014/main" id="{009E0DD2-7C94-0C09-CE62-CF7F2647E44E}"/>
              </a:ext>
            </a:extLst>
          </p:cNvPr>
          <p:cNvSpPr/>
          <p:nvPr/>
        </p:nvSpPr>
        <p:spPr>
          <a:xfrm>
            <a:off x="2965620" y="578999"/>
            <a:ext cx="1369533" cy="411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788" b="1" dirty="0">
                <a:solidFill>
                  <a:schemeClr val="tx1"/>
                </a:solidFill>
              </a:rPr>
              <a:t>・読込検査（</a:t>
            </a:r>
            <a:r>
              <a:rPr kumimoji="1" lang="en-US" altLang="ja-JP" sz="788" b="1" dirty="0">
                <a:solidFill>
                  <a:schemeClr val="tx1"/>
                </a:solidFill>
              </a:rPr>
              <a:t>ISU/DP</a:t>
            </a:r>
            <a:r>
              <a:rPr kumimoji="1" lang="ja-JP" altLang="en-US" sz="788" b="1" dirty="0">
                <a:solidFill>
                  <a:schemeClr val="tx1"/>
                </a:solidFill>
              </a:rPr>
              <a:t>）</a:t>
            </a:r>
            <a:endParaRPr kumimoji="1" lang="en-US" altLang="ja-JP" sz="788" b="1" dirty="0">
              <a:solidFill>
                <a:schemeClr val="tx1"/>
              </a:solidFill>
            </a:endParaRPr>
          </a:p>
          <a:p>
            <a:pPr algn="ctr"/>
            <a:r>
              <a:rPr kumimoji="1" lang="ja-JP" altLang="en-US" sz="788" b="1" dirty="0">
                <a:solidFill>
                  <a:schemeClr val="tx1"/>
                </a:solidFill>
              </a:rPr>
              <a:t>・タイミング調整</a:t>
            </a:r>
            <a:endParaRPr kumimoji="1" lang="en-US" altLang="ja-JP" sz="788" b="1" dirty="0">
              <a:solidFill>
                <a:schemeClr val="tx1"/>
              </a:solidFill>
            </a:endParaRPr>
          </a:p>
          <a:p>
            <a:pPr algn="ctr"/>
            <a:r>
              <a:rPr kumimoji="1" lang="ja-JP" altLang="en-US" sz="788" b="1" dirty="0">
                <a:solidFill>
                  <a:schemeClr val="tx1"/>
                </a:solidFill>
              </a:rPr>
              <a:t>・コピー検査</a:t>
            </a:r>
          </a:p>
        </p:txBody>
      </p:sp>
      <p:sp>
        <p:nvSpPr>
          <p:cNvPr id="11" name="正方形/長方形 10">
            <a:extLst>
              <a:ext uri="{FF2B5EF4-FFF2-40B4-BE49-F238E27FC236}">
                <a16:creationId xmlns:a16="http://schemas.microsoft.com/office/drawing/2014/main" id="{FB1814F3-271E-A0C1-2986-A95D989BA7B4}"/>
              </a:ext>
            </a:extLst>
          </p:cNvPr>
          <p:cNvSpPr/>
          <p:nvPr/>
        </p:nvSpPr>
        <p:spPr>
          <a:xfrm>
            <a:off x="5104413" y="593835"/>
            <a:ext cx="1369533" cy="166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788" b="1" dirty="0">
                <a:solidFill>
                  <a:schemeClr val="tx1"/>
                </a:solidFill>
              </a:rPr>
              <a:t>・異音検査</a:t>
            </a:r>
            <a:endParaRPr kumimoji="1" lang="ja-JP" altLang="en-US" sz="788" b="1" dirty="0">
              <a:solidFill>
                <a:srgbClr val="FF0000"/>
              </a:solidFill>
            </a:endParaRPr>
          </a:p>
        </p:txBody>
      </p:sp>
      <p:sp>
        <p:nvSpPr>
          <p:cNvPr id="13" name="正方形/長方形 12">
            <a:extLst>
              <a:ext uri="{FF2B5EF4-FFF2-40B4-BE49-F238E27FC236}">
                <a16:creationId xmlns:a16="http://schemas.microsoft.com/office/drawing/2014/main" id="{E11F0A12-766E-6757-560B-D0DA4BC423F7}"/>
              </a:ext>
            </a:extLst>
          </p:cNvPr>
          <p:cNvSpPr/>
          <p:nvPr/>
        </p:nvSpPr>
        <p:spPr>
          <a:xfrm>
            <a:off x="6852642" y="410199"/>
            <a:ext cx="777557" cy="15722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sz="1100" dirty="0">
                <a:solidFill>
                  <a:schemeClr val="tx1"/>
                </a:solidFill>
              </a:rPr>
              <a:t>A4</a:t>
            </a:r>
            <a:r>
              <a:rPr kumimoji="1" lang="ja-JP" altLang="en-US" sz="1100" dirty="0">
                <a:solidFill>
                  <a:schemeClr val="tx1"/>
                </a:solidFill>
              </a:rPr>
              <a:t>工程</a:t>
            </a:r>
            <a:endParaRPr kumimoji="1" lang="ja-JP" altLang="en-US" sz="1200" dirty="0">
              <a:solidFill>
                <a:schemeClr val="tx1"/>
              </a:solidFill>
            </a:endParaRPr>
          </a:p>
        </p:txBody>
      </p:sp>
      <p:sp>
        <p:nvSpPr>
          <p:cNvPr id="14" name="正方形/長方形 13">
            <a:extLst>
              <a:ext uri="{FF2B5EF4-FFF2-40B4-BE49-F238E27FC236}">
                <a16:creationId xmlns:a16="http://schemas.microsoft.com/office/drawing/2014/main" id="{D872CF98-E1E7-3E56-0B82-2F1412349BA5}"/>
              </a:ext>
            </a:extLst>
          </p:cNvPr>
          <p:cNvSpPr/>
          <p:nvPr/>
        </p:nvSpPr>
        <p:spPr>
          <a:xfrm>
            <a:off x="6550379" y="579981"/>
            <a:ext cx="1369533" cy="166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788" b="1" dirty="0">
                <a:solidFill>
                  <a:schemeClr val="tx1"/>
                </a:solidFill>
              </a:rPr>
              <a:t>・データ取り、出荷設定</a:t>
            </a:r>
            <a:endParaRPr kumimoji="1" lang="ja-JP" altLang="en-US" sz="788" b="1" dirty="0">
              <a:solidFill>
                <a:srgbClr val="FF0000"/>
              </a:solidFill>
            </a:endParaRPr>
          </a:p>
        </p:txBody>
      </p:sp>
      <p:pic>
        <p:nvPicPr>
          <p:cNvPr id="25" name="図 24">
            <a:extLst>
              <a:ext uri="{FF2B5EF4-FFF2-40B4-BE49-F238E27FC236}">
                <a16:creationId xmlns:a16="http://schemas.microsoft.com/office/drawing/2014/main" id="{0F96F701-5D5F-24B3-4A0C-72C0DE3E7665}"/>
              </a:ext>
            </a:extLst>
          </p:cNvPr>
          <p:cNvPicPr>
            <a:picLocks noChangeAspect="1"/>
          </p:cNvPicPr>
          <p:nvPr/>
        </p:nvPicPr>
        <p:blipFill>
          <a:blip r:embed="rId2"/>
          <a:stretch>
            <a:fillRect/>
          </a:stretch>
        </p:blipFill>
        <p:spPr>
          <a:xfrm>
            <a:off x="4469141" y="708736"/>
            <a:ext cx="411432" cy="411432"/>
          </a:xfrm>
          <a:prstGeom prst="rect">
            <a:avLst/>
          </a:prstGeom>
        </p:spPr>
      </p:pic>
      <p:pic>
        <p:nvPicPr>
          <p:cNvPr id="27" name="図 26">
            <a:extLst>
              <a:ext uri="{FF2B5EF4-FFF2-40B4-BE49-F238E27FC236}">
                <a16:creationId xmlns:a16="http://schemas.microsoft.com/office/drawing/2014/main" id="{885A36E7-B2B6-9CE5-56A7-CF4EC29674E3}"/>
              </a:ext>
            </a:extLst>
          </p:cNvPr>
          <p:cNvPicPr>
            <a:picLocks noChangeAspect="1"/>
          </p:cNvPicPr>
          <p:nvPr/>
        </p:nvPicPr>
        <p:blipFill>
          <a:blip r:embed="rId3"/>
          <a:stretch>
            <a:fillRect/>
          </a:stretch>
        </p:blipFill>
        <p:spPr>
          <a:xfrm rot="10800000">
            <a:off x="4274554" y="925823"/>
            <a:ext cx="177702" cy="177702"/>
          </a:xfrm>
          <a:prstGeom prst="rect">
            <a:avLst/>
          </a:prstGeom>
        </p:spPr>
      </p:pic>
      <p:sp>
        <p:nvSpPr>
          <p:cNvPr id="28" name="正方形/長方形 27">
            <a:extLst>
              <a:ext uri="{FF2B5EF4-FFF2-40B4-BE49-F238E27FC236}">
                <a16:creationId xmlns:a16="http://schemas.microsoft.com/office/drawing/2014/main" id="{A194EE76-2D2C-1D71-09A3-C25465BDEF8F}"/>
              </a:ext>
            </a:extLst>
          </p:cNvPr>
          <p:cNvSpPr/>
          <p:nvPr/>
        </p:nvSpPr>
        <p:spPr>
          <a:xfrm>
            <a:off x="4699692" y="968948"/>
            <a:ext cx="585116" cy="157228"/>
          </a:xfrm>
          <a:prstGeom prst="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88" b="1" dirty="0" err="1">
                <a:solidFill>
                  <a:schemeClr val="tx1"/>
                </a:solidFill>
              </a:rPr>
              <a:t>HostPC</a:t>
            </a:r>
            <a:endParaRPr kumimoji="1" lang="ja-JP" altLang="en-US" sz="788" b="1" dirty="0">
              <a:solidFill>
                <a:schemeClr val="tx1"/>
              </a:solidFill>
            </a:endParaRPr>
          </a:p>
        </p:txBody>
      </p:sp>
      <p:sp>
        <p:nvSpPr>
          <p:cNvPr id="3" name="テキスト ボックス 2">
            <a:extLst>
              <a:ext uri="{FF2B5EF4-FFF2-40B4-BE49-F238E27FC236}">
                <a16:creationId xmlns:a16="http://schemas.microsoft.com/office/drawing/2014/main" id="{183038AF-FBC6-3993-AC07-3954452A38DD}"/>
              </a:ext>
            </a:extLst>
          </p:cNvPr>
          <p:cNvSpPr txBox="1"/>
          <p:nvPr/>
        </p:nvSpPr>
        <p:spPr>
          <a:xfrm>
            <a:off x="7270254" y="1060684"/>
            <a:ext cx="1671296" cy="1754326"/>
          </a:xfrm>
          <a:prstGeom prst="rect">
            <a:avLst/>
          </a:prstGeom>
          <a:solidFill>
            <a:schemeClr val="accent2">
              <a:lumMod val="20000"/>
              <a:lumOff val="80000"/>
            </a:schemeClr>
          </a:solidFill>
        </p:spPr>
        <p:txBody>
          <a:bodyPr wrap="square" rtlCol="0">
            <a:spAutoFit/>
          </a:bodyPr>
          <a:lstStyle/>
          <a:p>
            <a:r>
              <a:rPr lang="ja-JP" altLang="en-US" sz="900" b="1" dirty="0">
                <a:latin typeface="+mn-ea"/>
              </a:rPr>
              <a:t>■</a:t>
            </a:r>
            <a:r>
              <a:rPr lang="en-US" altLang="ja-JP" sz="900" b="1" dirty="0" err="1">
                <a:latin typeface="+mn-ea"/>
              </a:rPr>
              <a:t>HostPC</a:t>
            </a:r>
            <a:r>
              <a:rPr lang="ja-JP" altLang="en-US" sz="900" b="1" dirty="0">
                <a:latin typeface="+mn-ea"/>
              </a:rPr>
              <a:t>について</a:t>
            </a:r>
            <a:endParaRPr lang="en-US" altLang="ja-JP" sz="900" dirty="0">
              <a:latin typeface="+mn-ea"/>
            </a:endParaRPr>
          </a:p>
          <a:p>
            <a:r>
              <a:rPr lang="ja-JP" altLang="en-US" sz="900" dirty="0">
                <a:latin typeface="+mn-ea"/>
              </a:rPr>
              <a:t>・多システムの統括</a:t>
            </a:r>
            <a:endParaRPr lang="en-US" altLang="ja-JP" sz="900" dirty="0">
              <a:latin typeface="+mn-ea"/>
            </a:endParaRPr>
          </a:p>
          <a:p>
            <a:r>
              <a:rPr lang="ja-JP" altLang="en-US" sz="900" dirty="0">
                <a:latin typeface="+mn-ea"/>
              </a:rPr>
              <a:t>・製品すべての工程進捗を管理</a:t>
            </a:r>
            <a:endParaRPr lang="en-US" altLang="ja-JP" sz="900" dirty="0">
              <a:latin typeface="+mn-ea"/>
            </a:endParaRPr>
          </a:p>
          <a:p>
            <a:endParaRPr lang="en-US" altLang="ja-JP" sz="900" b="1" dirty="0">
              <a:latin typeface="+mn-ea"/>
            </a:endParaRPr>
          </a:p>
          <a:p>
            <a:r>
              <a:rPr lang="ja-JP" altLang="en-US" sz="900" b="1" dirty="0">
                <a:latin typeface="+mn-ea"/>
              </a:rPr>
              <a:t>■ラズパイと製品について</a:t>
            </a:r>
            <a:endParaRPr lang="en-US" altLang="ja-JP" sz="900" b="1" dirty="0">
              <a:latin typeface="+mn-ea"/>
            </a:endParaRPr>
          </a:p>
          <a:p>
            <a:r>
              <a:rPr lang="ja-JP" altLang="en-US" sz="900" dirty="0">
                <a:latin typeface="+mn-ea"/>
              </a:rPr>
              <a:t>・</a:t>
            </a:r>
            <a:r>
              <a:rPr lang="en-US" altLang="ja-JP" sz="900" dirty="0">
                <a:latin typeface="+mn-ea"/>
              </a:rPr>
              <a:t>A1</a:t>
            </a:r>
            <a:r>
              <a:rPr lang="ja-JP" altLang="en-US" sz="900" dirty="0">
                <a:latin typeface="+mn-ea"/>
              </a:rPr>
              <a:t>工程の最初に結線</a:t>
            </a:r>
            <a:endParaRPr lang="en-US" altLang="ja-JP" sz="900" dirty="0">
              <a:latin typeface="+mn-ea"/>
            </a:endParaRPr>
          </a:p>
          <a:p>
            <a:r>
              <a:rPr lang="ja-JP" altLang="en-US" sz="900" dirty="0">
                <a:latin typeface="+mn-ea"/>
              </a:rPr>
              <a:t>・出荷設定までセットで動く</a:t>
            </a:r>
            <a:endParaRPr lang="en-US" altLang="ja-JP" sz="900" dirty="0">
              <a:latin typeface="+mn-ea"/>
            </a:endParaRPr>
          </a:p>
          <a:p>
            <a:r>
              <a:rPr lang="ja-JP" altLang="en-US" sz="900" dirty="0">
                <a:latin typeface="+mn-ea"/>
              </a:rPr>
              <a:t>（常に電源</a:t>
            </a:r>
            <a:r>
              <a:rPr lang="en-US" altLang="ja-JP" sz="900" dirty="0">
                <a:latin typeface="+mn-ea"/>
              </a:rPr>
              <a:t>ON</a:t>
            </a:r>
            <a:r>
              <a:rPr lang="ja-JP" altLang="en-US" sz="900" dirty="0">
                <a:latin typeface="+mn-ea"/>
              </a:rPr>
              <a:t>）</a:t>
            </a:r>
            <a:endParaRPr lang="en-US" altLang="ja-JP" sz="900" dirty="0">
              <a:latin typeface="+mn-ea"/>
            </a:endParaRPr>
          </a:p>
          <a:p>
            <a:endParaRPr lang="en-US" altLang="ja-JP" sz="900" dirty="0">
              <a:latin typeface="+mn-ea"/>
            </a:endParaRPr>
          </a:p>
          <a:p>
            <a:r>
              <a:rPr lang="ja-JP" altLang="en-US" sz="900" b="1" dirty="0">
                <a:latin typeface="+mn-ea"/>
              </a:rPr>
              <a:t>■作業者とマシンについて</a:t>
            </a:r>
            <a:endParaRPr lang="en-US" altLang="ja-JP" sz="900" b="1" dirty="0">
              <a:latin typeface="+mn-ea"/>
            </a:endParaRPr>
          </a:p>
          <a:p>
            <a:r>
              <a:rPr lang="ja-JP" altLang="ja-JP" sz="900" dirty="0">
                <a:latin typeface="+mn-ea"/>
              </a:rPr>
              <a:t>・</a:t>
            </a:r>
            <a:r>
              <a:rPr lang="ja-JP" altLang="en-US" sz="900" dirty="0">
                <a:latin typeface="+mn-ea"/>
              </a:rPr>
              <a:t>一人が複数台のマシンを管理（例：</a:t>
            </a:r>
            <a:r>
              <a:rPr kumimoji="1" lang="en-US" altLang="ja-JP" sz="900" dirty="0">
                <a:latin typeface="+mn-ea"/>
              </a:rPr>
              <a:t>1</a:t>
            </a:r>
            <a:r>
              <a:rPr kumimoji="1" lang="ja-JP" altLang="en-US" sz="900" dirty="0">
                <a:latin typeface="+mn-ea"/>
              </a:rPr>
              <a:t>人</a:t>
            </a:r>
            <a:r>
              <a:rPr kumimoji="1" lang="en-US" altLang="ja-JP" sz="900" dirty="0">
                <a:latin typeface="+mn-ea"/>
              </a:rPr>
              <a:t>/3</a:t>
            </a:r>
            <a:r>
              <a:rPr kumimoji="1" lang="ja-JP" altLang="en-US" sz="900" dirty="0">
                <a:latin typeface="+mn-ea"/>
              </a:rPr>
              <a:t>台</a:t>
            </a:r>
            <a:r>
              <a:rPr lang="ja-JP" altLang="en-US" sz="900" dirty="0">
                <a:latin typeface="+mn-ea"/>
              </a:rPr>
              <a:t>）</a:t>
            </a:r>
            <a:endParaRPr lang="en-US" altLang="ja-JP" sz="900" dirty="0">
              <a:latin typeface="+mn-ea"/>
            </a:endParaRPr>
          </a:p>
        </p:txBody>
      </p:sp>
      <p:pic>
        <p:nvPicPr>
          <p:cNvPr id="5" name="図 4">
            <a:extLst>
              <a:ext uri="{FF2B5EF4-FFF2-40B4-BE49-F238E27FC236}">
                <a16:creationId xmlns:a16="http://schemas.microsoft.com/office/drawing/2014/main" id="{445569F2-3A6E-52F0-EC62-BF790FC9D467}"/>
              </a:ext>
            </a:extLst>
          </p:cNvPr>
          <p:cNvPicPr>
            <a:picLocks noChangeAspect="1"/>
          </p:cNvPicPr>
          <p:nvPr/>
        </p:nvPicPr>
        <p:blipFill>
          <a:blip r:embed="rId4"/>
          <a:stretch>
            <a:fillRect/>
          </a:stretch>
        </p:blipFill>
        <p:spPr>
          <a:xfrm>
            <a:off x="789525" y="950931"/>
            <a:ext cx="7287676" cy="3756700"/>
          </a:xfrm>
          <a:prstGeom prst="rect">
            <a:avLst/>
          </a:prstGeom>
        </p:spPr>
      </p:pic>
      <p:sp>
        <p:nvSpPr>
          <p:cNvPr id="12" name="テキスト ボックス 11">
            <a:extLst>
              <a:ext uri="{FF2B5EF4-FFF2-40B4-BE49-F238E27FC236}">
                <a16:creationId xmlns:a16="http://schemas.microsoft.com/office/drawing/2014/main" id="{77FA1806-B848-E2B9-EF6F-67F53C58E80F}"/>
              </a:ext>
            </a:extLst>
          </p:cNvPr>
          <p:cNvSpPr txBox="1"/>
          <p:nvPr/>
        </p:nvSpPr>
        <p:spPr>
          <a:xfrm>
            <a:off x="6991643" y="4214034"/>
            <a:ext cx="1949907" cy="307777"/>
          </a:xfrm>
          <a:prstGeom prst="rect">
            <a:avLst/>
          </a:prstGeom>
          <a:noFill/>
        </p:spPr>
        <p:txBody>
          <a:bodyPr wrap="square" rtlCol="0">
            <a:spAutoFit/>
          </a:bodyPr>
          <a:lstStyle/>
          <a:p>
            <a:pPr algn="ctr"/>
            <a:r>
              <a:rPr lang="ja-JP" altLang="en-US" sz="1400" b="1" dirty="0">
                <a:solidFill>
                  <a:srgbClr val="FF0000"/>
                </a:solidFill>
                <a:latin typeface="+mn-ea"/>
              </a:rPr>
              <a:t>作業者数</a:t>
            </a:r>
            <a:r>
              <a:rPr lang="en-US" altLang="ja-JP" sz="1400" b="1" dirty="0">
                <a:solidFill>
                  <a:srgbClr val="FF0000"/>
                </a:solidFill>
                <a:latin typeface="+mn-ea"/>
              </a:rPr>
              <a:t>8</a:t>
            </a:r>
            <a:r>
              <a:rPr lang="ja-JP" altLang="en-US" sz="1400" b="1" dirty="0">
                <a:solidFill>
                  <a:srgbClr val="FF0000"/>
                </a:solidFill>
                <a:latin typeface="+mn-ea"/>
              </a:rPr>
              <a:t>人も達成！</a:t>
            </a:r>
            <a:endParaRPr lang="en-US" altLang="ja-JP" sz="1400" dirty="0">
              <a:solidFill>
                <a:srgbClr val="FF0000"/>
              </a:solidFill>
              <a:latin typeface="+mn-ea"/>
            </a:endParaRPr>
          </a:p>
        </p:txBody>
      </p:sp>
      <p:sp>
        <p:nvSpPr>
          <p:cNvPr id="15" name="Freeform 27">
            <a:extLst>
              <a:ext uri="{FF2B5EF4-FFF2-40B4-BE49-F238E27FC236}">
                <a16:creationId xmlns:a16="http://schemas.microsoft.com/office/drawing/2014/main" id="{D2A19AF5-A27D-4823-5380-5BDB2D0D3C74}"/>
              </a:ext>
            </a:extLst>
          </p:cNvPr>
          <p:cNvSpPr>
            <a:spLocks noChangeAspect="1"/>
          </p:cNvSpPr>
          <p:nvPr/>
        </p:nvSpPr>
        <p:spPr bwMode="auto">
          <a:xfrm>
            <a:off x="7112606" y="4505272"/>
            <a:ext cx="1588262" cy="101040"/>
          </a:xfrm>
          <a:custGeom>
            <a:avLst/>
            <a:gdLst>
              <a:gd name="T0" fmla="*/ 1324 w 1365"/>
              <a:gd name="T1" fmla="*/ 0 h 191"/>
              <a:gd name="T2" fmla="*/ 1309 w 1365"/>
              <a:gd name="T3" fmla="*/ 0 h 191"/>
              <a:gd name="T4" fmla="*/ 960 w 1365"/>
              <a:gd name="T5" fmla="*/ 17 h 191"/>
              <a:gd name="T6" fmla="*/ 502 w 1365"/>
              <a:gd name="T7" fmla="*/ 38 h 191"/>
              <a:gd name="T8" fmla="*/ 175 w 1365"/>
              <a:gd name="T9" fmla="*/ 51 h 191"/>
              <a:gd name="T10" fmla="*/ 21 w 1365"/>
              <a:gd name="T11" fmla="*/ 61 h 191"/>
              <a:gd name="T12" fmla="*/ 2 w 1365"/>
              <a:gd name="T13" fmla="*/ 75 h 191"/>
              <a:gd name="T14" fmla="*/ 62 w 1365"/>
              <a:gd name="T15" fmla="*/ 83 h 191"/>
              <a:gd name="T16" fmla="*/ 211 w 1365"/>
              <a:gd name="T17" fmla="*/ 81 h 191"/>
              <a:gd name="T18" fmla="*/ 385 w 1365"/>
              <a:gd name="T19" fmla="*/ 74 h 191"/>
              <a:gd name="T20" fmla="*/ 594 w 1365"/>
              <a:gd name="T21" fmla="*/ 65 h 191"/>
              <a:gd name="T22" fmla="*/ 1145 w 1365"/>
              <a:gd name="T23" fmla="*/ 39 h 191"/>
              <a:gd name="T24" fmla="*/ 1288 w 1365"/>
              <a:gd name="T25" fmla="*/ 29 h 191"/>
              <a:gd name="T26" fmla="*/ 1318 w 1365"/>
              <a:gd name="T27" fmla="*/ 27 h 191"/>
              <a:gd name="T28" fmla="*/ 1325 w 1365"/>
              <a:gd name="T29" fmla="*/ 27 h 191"/>
              <a:gd name="T30" fmla="*/ 1332 w 1365"/>
              <a:gd name="T31" fmla="*/ 30 h 191"/>
              <a:gd name="T32" fmla="*/ 1338 w 1365"/>
              <a:gd name="T33" fmla="*/ 52 h 191"/>
              <a:gd name="T34" fmla="*/ 1329 w 1365"/>
              <a:gd name="T35" fmla="*/ 71 h 191"/>
              <a:gd name="T36" fmla="*/ 1325 w 1365"/>
              <a:gd name="T37" fmla="*/ 72 h 191"/>
              <a:gd name="T38" fmla="*/ 1281 w 1365"/>
              <a:gd name="T39" fmla="*/ 85 h 191"/>
              <a:gd name="T40" fmla="*/ 952 w 1365"/>
              <a:gd name="T41" fmla="*/ 134 h 191"/>
              <a:gd name="T42" fmla="*/ 620 w 1365"/>
              <a:gd name="T43" fmla="*/ 166 h 191"/>
              <a:gd name="T44" fmla="*/ 286 w 1365"/>
              <a:gd name="T45" fmla="*/ 182 h 191"/>
              <a:gd name="T46" fmla="*/ 235 w 1365"/>
              <a:gd name="T47" fmla="*/ 184 h 191"/>
              <a:gd name="T48" fmla="*/ 232 w 1365"/>
              <a:gd name="T49" fmla="*/ 184 h 191"/>
              <a:gd name="T50" fmla="*/ 226 w 1365"/>
              <a:gd name="T51" fmla="*/ 184 h 191"/>
              <a:gd name="T52" fmla="*/ 231 w 1365"/>
              <a:gd name="T53" fmla="*/ 191 h 191"/>
              <a:gd name="T54" fmla="*/ 306 w 1365"/>
              <a:gd name="T55" fmla="*/ 190 h 191"/>
              <a:gd name="T56" fmla="*/ 382 w 1365"/>
              <a:gd name="T57" fmla="*/ 189 h 191"/>
              <a:gd name="T58" fmla="*/ 420 w 1365"/>
              <a:gd name="T59" fmla="*/ 188 h 191"/>
              <a:gd name="T60" fmla="*/ 533 w 1365"/>
              <a:gd name="T61" fmla="*/ 184 h 191"/>
              <a:gd name="T62" fmla="*/ 610 w 1365"/>
              <a:gd name="T63" fmla="*/ 181 h 191"/>
              <a:gd name="T64" fmla="*/ 669 w 1365"/>
              <a:gd name="T65" fmla="*/ 178 h 191"/>
              <a:gd name="T66" fmla="*/ 843 w 1365"/>
              <a:gd name="T67" fmla="*/ 164 h 191"/>
              <a:gd name="T68" fmla="*/ 1077 w 1365"/>
              <a:gd name="T69" fmla="*/ 140 h 191"/>
              <a:gd name="T70" fmla="*/ 1320 w 1365"/>
              <a:gd name="T71" fmla="*/ 101 h 191"/>
              <a:gd name="T72" fmla="*/ 1333 w 1365"/>
              <a:gd name="T73" fmla="*/ 97 h 191"/>
              <a:gd name="T74" fmla="*/ 1336 w 1365"/>
              <a:gd name="T75" fmla="*/ 96 h 191"/>
              <a:gd name="T76" fmla="*/ 1353 w 1365"/>
              <a:gd name="T77" fmla="*/ 84 h 191"/>
              <a:gd name="T78" fmla="*/ 1364 w 1365"/>
              <a:gd name="T79" fmla="*/ 47 h 191"/>
              <a:gd name="T80" fmla="*/ 1358 w 1365"/>
              <a:gd name="T81" fmla="*/ 22 h 191"/>
              <a:gd name="T82" fmla="*/ 1348 w 1365"/>
              <a:gd name="T83" fmla="*/ 8 h 191"/>
              <a:gd name="T84" fmla="*/ 1329 w 1365"/>
              <a:gd name="T85"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65" h="191">
                <a:moveTo>
                  <a:pt x="1325" y="0"/>
                </a:moveTo>
                <a:cubicBezTo>
                  <a:pt x="1325" y="0"/>
                  <a:pt x="1324" y="0"/>
                  <a:pt x="1324" y="0"/>
                </a:cubicBezTo>
                <a:cubicBezTo>
                  <a:pt x="1322" y="0"/>
                  <a:pt x="1320" y="0"/>
                  <a:pt x="1318" y="0"/>
                </a:cubicBezTo>
                <a:cubicBezTo>
                  <a:pt x="1315" y="0"/>
                  <a:pt x="1312" y="0"/>
                  <a:pt x="1309" y="0"/>
                </a:cubicBezTo>
                <a:cubicBezTo>
                  <a:pt x="1297" y="1"/>
                  <a:pt x="1284" y="2"/>
                  <a:pt x="1271" y="2"/>
                </a:cubicBezTo>
                <a:cubicBezTo>
                  <a:pt x="1167" y="7"/>
                  <a:pt x="1064" y="12"/>
                  <a:pt x="960" y="17"/>
                </a:cubicBezTo>
                <a:cubicBezTo>
                  <a:pt x="880" y="21"/>
                  <a:pt x="800" y="25"/>
                  <a:pt x="719" y="28"/>
                </a:cubicBezTo>
                <a:cubicBezTo>
                  <a:pt x="647" y="32"/>
                  <a:pt x="574" y="35"/>
                  <a:pt x="502" y="38"/>
                </a:cubicBezTo>
                <a:cubicBezTo>
                  <a:pt x="429" y="41"/>
                  <a:pt x="356" y="44"/>
                  <a:pt x="283" y="47"/>
                </a:cubicBezTo>
                <a:cubicBezTo>
                  <a:pt x="175" y="51"/>
                  <a:pt x="175" y="51"/>
                  <a:pt x="175" y="51"/>
                </a:cubicBezTo>
                <a:cubicBezTo>
                  <a:pt x="135" y="52"/>
                  <a:pt x="94" y="53"/>
                  <a:pt x="54" y="56"/>
                </a:cubicBezTo>
                <a:cubicBezTo>
                  <a:pt x="43" y="56"/>
                  <a:pt x="29" y="57"/>
                  <a:pt x="21" y="61"/>
                </a:cubicBezTo>
                <a:cubicBezTo>
                  <a:pt x="16" y="63"/>
                  <a:pt x="11" y="66"/>
                  <a:pt x="7" y="68"/>
                </a:cubicBezTo>
                <a:cubicBezTo>
                  <a:pt x="3" y="70"/>
                  <a:pt x="0" y="73"/>
                  <a:pt x="2" y="75"/>
                </a:cubicBezTo>
                <a:cubicBezTo>
                  <a:pt x="4" y="79"/>
                  <a:pt x="13" y="80"/>
                  <a:pt x="20" y="81"/>
                </a:cubicBezTo>
                <a:cubicBezTo>
                  <a:pt x="33" y="82"/>
                  <a:pt x="48" y="83"/>
                  <a:pt x="62" y="83"/>
                </a:cubicBezTo>
                <a:cubicBezTo>
                  <a:pt x="65" y="83"/>
                  <a:pt x="68" y="83"/>
                  <a:pt x="71" y="83"/>
                </a:cubicBezTo>
                <a:cubicBezTo>
                  <a:pt x="118" y="82"/>
                  <a:pt x="165" y="82"/>
                  <a:pt x="211" y="81"/>
                </a:cubicBezTo>
                <a:cubicBezTo>
                  <a:pt x="235" y="80"/>
                  <a:pt x="258" y="79"/>
                  <a:pt x="281" y="78"/>
                </a:cubicBezTo>
                <a:cubicBezTo>
                  <a:pt x="385" y="74"/>
                  <a:pt x="385" y="74"/>
                  <a:pt x="385" y="74"/>
                </a:cubicBezTo>
                <a:cubicBezTo>
                  <a:pt x="490" y="70"/>
                  <a:pt x="490" y="70"/>
                  <a:pt x="490" y="70"/>
                </a:cubicBezTo>
                <a:cubicBezTo>
                  <a:pt x="594" y="65"/>
                  <a:pt x="594" y="65"/>
                  <a:pt x="594" y="65"/>
                </a:cubicBezTo>
                <a:cubicBezTo>
                  <a:pt x="674" y="62"/>
                  <a:pt x="754" y="58"/>
                  <a:pt x="835" y="55"/>
                </a:cubicBezTo>
                <a:cubicBezTo>
                  <a:pt x="938" y="50"/>
                  <a:pt x="1042" y="45"/>
                  <a:pt x="1145" y="39"/>
                </a:cubicBezTo>
                <a:cubicBezTo>
                  <a:pt x="1216" y="35"/>
                  <a:pt x="1216" y="35"/>
                  <a:pt x="1216" y="35"/>
                </a:cubicBezTo>
                <a:cubicBezTo>
                  <a:pt x="1240" y="33"/>
                  <a:pt x="1264" y="31"/>
                  <a:pt x="1288" y="29"/>
                </a:cubicBezTo>
                <a:cubicBezTo>
                  <a:pt x="1308" y="28"/>
                  <a:pt x="1308" y="28"/>
                  <a:pt x="1308" y="28"/>
                </a:cubicBezTo>
                <a:cubicBezTo>
                  <a:pt x="1318" y="27"/>
                  <a:pt x="1318" y="27"/>
                  <a:pt x="1318" y="27"/>
                </a:cubicBezTo>
                <a:cubicBezTo>
                  <a:pt x="1323" y="27"/>
                  <a:pt x="1323" y="27"/>
                  <a:pt x="1323" y="27"/>
                </a:cubicBezTo>
                <a:cubicBezTo>
                  <a:pt x="1324" y="27"/>
                  <a:pt x="1325" y="27"/>
                  <a:pt x="1325" y="27"/>
                </a:cubicBezTo>
                <a:cubicBezTo>
                  <a:pt x="1326" y="27"/>
                  <a:pt x="1326" y="27"/>
                  <a:pt x="1326" y="27"/>
                </a:cubicBezTo>
                <a:cubicBezTo>
                  <a:pt x="1328" y="27"/>
                  <a:pt x="1330" y="28"/>
                  <a:pt x="1332" y="30"/>
                </a:cubicBezTo>
                <a:cubicBezTo>
                  <a:pt x="1333" y="31"/>
                  <a:pt x="1334" y="32"/>
                  <a:pt x="1335" y="35"/>
                </a:cubicBezTo>
                <a:cubicBezTo>
                  <a:pt x="1337" y="40"/>
                  <a:pt x="1338" y="46"/>
                  <a:pt x="1338" y="52"/>
                </a:cubicBezTo>
                <a:cubicBezTo>
                  <a:pt x="1338" y="57"/>
                  <a:pt x="1336" y="63"/>
                  <a:pt x="1333" y="67"/>
                </a:cubicBezTo>
                <a:cubicBezTo>
                  <a:pt x="1332" y="69"/>
                  <a:pt x="1331" y="70"/>
                  <a:pt x="1329" y="71"/>
                </a:cubicBezTo>
                <a:cubicBezTo>
                  <a:pt x="1328" y="71"/>
                  <a:pt x="1328" y="71"/>
                  <a:pt x="1327" y="72"/>
                </a:cubicBezTo>
                <a:cubicBezTo>
                  <a:pt x="1325" y="72"/>
                  <a:pt x="1325" y="72"/>
                  <a:pt x="1325" y="72"/>
                </a:cubicBezTo>
                <a:cubicBezTo>
                  <a:pt x="1320" y="74"/>
                  <a:pt x="1320" y="74"/>
                  <a:pt x="1320" y="74"/>
                </a:cubicBezTo>
                <a:cubicBezTo>
                  <a:pt x="1307" y="78"/>
                  <a:pt x="1294" y="81"/>
                  <a:pt x="1281" y="85"/>
                </a:cubicBezTo>
                <a:cubicBezTo>
                  <a:pt x="1227" y="99"/>
                  <a:pt x="1172" y="108"/>
                  <a:pt x="1116" y="116"/>
                </a:cubicBezTo>
                <a:cubicBezTo>
                  <a:pt x="1062" y="123"/>
                  <a:pt x="1007" y="129"/>
                  <a:pt x="952" y="134"/>
                </a:cubicBezTo>
                <a:cubicBezTo>
                  <a:pt x="897" y="140"/>
                  <a:pt x="842" y="147"/>
                  <a:pt x="787" y="152"/>
                </a:cubicBezTo>
                <a:cubicBezTo>
                  <a:pt x="731" y="158"/>
                  <a:pt x="675" y="162"/>
                  <a:pt x="620" y="166"/>
                </a:cubicBezTo>
                <a:cubicBezTo>
                  <a:pt x="564" y="170"/>
                  <a:pt x="509" y="173"/>
                  <a:pt x="453" y="175"/>
                </a:cubicBezTo>
                <a:cubicBezTo>
                  <a:pt x="397" y="178"/>
                  <a:pt x="342" y="180"/>
                  <a:pt x="286" y="182"/>
                </a:cubicBezTo>
                <a:cubicBezTo>
                  <a:pt x="273" y="183"/>
                  <a:pt x="260" y="183"/>
                  <a:pt x="247" y="184"/>
                </a:cubicBezTo>
                <a:cubicBezTo>
                  <a:pt x="235" y="184"/>
                  <a:pt x="235" y="184"/>
                  <a:pt x="235" y="184"/>
                </a:cubicBezTo>
                <a:cubicBezTo>
                  <a:pt x="235" y="184"/>
                  <a:pt x="234" y="184"/>
                  <a:pt x="234" y="184"/>
                </a:cubicBezTo>
                <a:cubicBezTo>
                  <a:pt x="233" y="184"/>
                  <a:pt x="233" y="184"/>
                  <a:pt x="232" y="184"/>
                </a:cubicBezTo>
                <a:cubicBezTo>
                  <a:pt x="232" y="184"/>
                  <a:pt x="232" y="184"/>
                  <a:pt x="231" y="184"/>
                </a:cubicBezTo>
                <a:cubicBezTo>
                  <a:pt x="229" y="184"/>
                  <a:pt x="227" y="184"/>
                  <a:pt x="226" y="184"/>
                </a:cubicBezTo>
                <a:cubicBezTo>
                  <a:pt x="224" y="185"/>
                  <a:pt x="223" y="186"/>
                  <a:pt x="222" y="187"/>
                </a:cubicBezTo>
                <a:cubicBezTo>
                  <a:pt x="221" y="189"/>
                  <a:pt x="225" y="191"/>
                  <a:pt x="231" y="191"/>
                </a:cubicBezTo>
                <a:cubicBezTo>
                  <a:pt x="231" y="191"/>
                  <a:pt x="231" y="191"/>
                  <a:pt x="231" y="191"/>
                </a:cubicBezTo>
                <a:cubicBezTo>
                  <a:pt x="256" y="191"/>
                  <a:pt x="281" y="191"/>
                  <a:pt x="306" y="190"/>
                </a:cubicBezTo>
                <a:cubicBezTo>
                  <a:pt x="344" y="190"/>
                  <a:pt x="344" y="190"/>
                  <a:pt x="344" y="190"/>
                </a:cubicBezTo>
                <a:cubicBezTo>
                  <a:pt x="382" y="189"/>
                  <a:pt x="382" y="189"/>
                  <a:pt x="382" y="189"/>
                </a:cubicBezTo>
                <a:cubicBezTo>
                  <a:pt x="401" y="188"/>
                  <a:pt x="401" y="188"/>
                  <a:pt x="401" y="188"/>
                </a:cubicBezTo>
                <a:cubicBezTo>
                  <a:pt x="420" y="188"/>
                  <a:pt x="420" y="188"/>
                  <a:pt x="420" y="188"/>
                </a:cubicBezTo>
                <a:cubicBezTo>
                  <a:pt x="458" y="187"/>
                  <a:pt x="458" y="187"/>
                  <a:pt x="458" y="187"/>
                </a:cubicBezTo>
                <a:cubicBezTo>
                  <a:pt x="533" y="184"/>
                  <a:pt x="533" y="184"/>
                  <a:pt x="533" y="184"/>
                </a:cubicBezTo>
                <a:cubicBezTo>
                  <a:pt x="546" y="184"/>
                  <a:pt x="559" y="184"/>
                  <a:pt x="572" y="183"/>
                </a:cubicBezTo>
                <a:cubicBezTo>
                  <a:pt x="585" y="183"/>
                  <a:pt x="598" y="182"/>
                  <a:pt x="610" y="181"/>
                </a:cubicBezTo>
                <a:cubicBezTo>
                  <a:pt x="623" y="181"/>
                  <a:pt x="636" y="180"/>
                  <a:pt x="649" y="179"/>
                </a:cubicBezTo>
                <a:cubicBezTo>
                  <a:pt x="669" y="178"/>
                  <a:pt x="669" y="178"/>
                  <a:pt x="669" y="178"/>
                </a:cubicBezTo>
                <a:cubicBezTo>
                  <a:pt x="688" y="177"/>
                  <a:pt x="688" y="177"/>
                  <a:pt x="688" y="177"/>
                </a:cubicBezTo>
                <a:cubicBezTo>
                  <a:pt x="740" y="173"/>
                  <a:pt x="791" y="169"/>
                  <a:pt x="843" y="164"/>
                </a:cubicBezTo>
                <a:cubicBezTo>
                  <a:pt x="895" y="159"/>
                  <a:pt x="947" y="154"/>
                  <a:pt x="999" y="148"/>
                </a:cubicBezTo>
                <a:cubicBezTo>
                  <a:pt x="1025" y="146"/>
                  <a:pt x="1051" y="143"/>
                  <a:pt x="1077" y="140"/>
                </a:cubicBezTo>
                <a:cubicBezTo>
                  <a:pt x="1103" y="137"/>
                  <a:pt x="1141" y="134"/>
                  <a:pt x="1175" y="129"/>
                </a:cubicBezTo>
                <a:cubicBezTo>
                  <a:pt x="1227" y="122"/>
                  <a:pt x="1274" y="113"/>
                  <a:pt x="1320" y="101"/>
                </a:cubicBezTo>
                <a:cubicBezTo>
                  <a:pt x="1323" y="100"/>
                  <a:pt x="1326" y="99"/>
                  <a:pt x="1329" y="98"/>
                </a:cubicBezTo>
                <a:cubicBezTo>
                  <a:pt x="1333" y="97"/>
                  <a:pt x="1333" y="97"/>
                  <a:pt x="1333" y="97"/>
                </a:cubicBezTo>
                <a:cubicBezTo>
                  <a:pt x="1334" y="97"/>
                  <a:pt x="1334" y="97"/>
                  <a:pt x="1334" y="97"/>
                </a:cubicBezTo>
                <a:cubicBezTo>
                  <a:pt x="1334" y="96"/>
                  <a:pt x="1335" y="96"/>
                  <a:pt x="1336" y="96"/>
                </a:cubicBezTo>
                <a:cubicBezTo>
                  <a:pt x="1337" y="96"/>
                  <a:pt x="1338" y="95"/>
                  <a:pt x="1340" y="95"/>
                </a:cubicBezTo>
                <a:cubicBezTo>
                  <a:pt x="1345" y="92"/>
                  <a:pt x="1349" y="89"/>
                  <a:pt x="1353" y="84"/>
                </a:cubicBezTo>
                <a:cubicBezTo>
                  <a:pt x="1356" y="80"/>
                  <a:pt x="1359" y="76"/>
                  <a:pt x="1360" y="72"/>
                </a:cubicBezTo>
                <a:cubicBezTo>
                  <a:pt x="1364" y="63"/>
                  <a:pt x="1365" y="55"/>
                  <a:pt x="1364" y="47"/>
                </a:cubicBezTo>
                <a:cubicBezTo>
                  <a:pt x="1364" y="43"/>
                  <a:pt x="1364" y="39"/>
                  <a:pt x="1363" y="35"/>
                </a:cubicBezTo>
                <a:cubicBezTo>
                  <a:pt x="1362" y="30"/>
                  <a:pt x="1361" y="26"/>
                  <a:pt x="1358" y="22"/>
                </a:cubicBezTo>
                <a:cubicBezTo>
                  <a:pt x="1358" y="20"/>
                  <a:pt x="1356" y="17"/>
                  <a:pt x="1354" y="15"/>
                </a:cubicBezTo>
                <a:cubicBezTo>
                  <a:pt x="1352" y="12"/>
                  <a:pt x="1351" y="10"/>
                  <a:pt x="1348" y="8"/>
                </a:cubicBezTo>
                <a:cubicBezTo>
                  <a:pt x="1344" y="5"/>
                  <a:pt x="1339" y="2"/>
                  <a:pt x="1333" y="1"/>
                </a:cubicBezTo>
                <a:cubicBezTo>
                  <a:pt x="1331" y="0"/>
                  <a:pt x="1330" y="0"/>
                  <a:pt x="1329" y="0"/>
                </a:cubicBezTo>
                <a:cubicBezTo>
                  <a:pt x="1327" y="0"/>
                  <a:pt x="1326" y="0"/>
                  <a:pt x="1325" y="0"/>
                </a:cubicBezTo>
              </a:path>
            </a:pathLst>
          </a:custGeom>
          <a:solidFill>
            <a:schemeClr val="accent2"/>
          </a:solidFill>
          <a:ln/>
        </p:spPr>
        <p:style>
          <a:lnRef idx="1">
            <a:schemeClr val="accent2"/>
          </a:lnRef>
          <a:fillRef idx="0">
            <a:schemeClr val="accent2"/>
          </a:fillRef>
          <a:effectRef idx="0">
            <a:schemeClr val="accent2"/>
          </a:effectRef>
          <a:fontRef idx="minor">
            <a:schemeClr val="tx1"/>
          </a:fontRef>
        </p:style>
        <p:txBody>
          <a:bodyPr vert="horz" wrap="square" lIns="51435" tIns="25718" rIns="51435" bIns="25718" numCol="1" anchor="t" anchorCtr="0" compatLnSpc="1">
            <a:prstTxWarp prst="textNoShape">
              <a:avLst/>
            </a:prstTxWarp>
          </a:bodyPr>
          <a:lstStyle/>
          <a:p>
            <a:endParaRPr lang="en-GB" sz="760"/>
          </a:p>
        </p:txBody>
      </p:sp>
    </p:spTree>
    <p:extLst>
      <p:ext uri="{BB962C8B-B14F-4D97-AF65-F5344CB8AC3E}">
        <p14:creationId xmlns:p14="http://schemas.microsoft.com/office/powerpoint/2010/main" val="66848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5" name="図 54">
            <a:extLst>
              <a:ext uri="{FF2B5EF4-FFF2-40B4-BE49-F238E27FC236}">
                <a16:creationId xmlns:a16="http://schemas.microsoft.com/office/drawing/2014/main" id="{041C3971-D5D5-B12E-8AF6-480CA5A670E4}"/>
              </a:ext>
            </a:extLst>
          </p:cNvPr>
          <p:cNvPicPr>
            <a:picLocks noChangeAspect="1"/>
          </p:cNvPicPr>
          <p:nvPr/>
        </p:nvPicPr>
        <p:blipFill>
          <a:blip r:embed="rId2"/>
          <a:stretch>
            <a:fillRect/>
          </a:stretch>
        </p:blipFill>
        <p:spPr>
          <a:xfrm>
            <a:off x="6049396" y="3788916"/>
            <a:ext cx="705707" cy="429938"/>
          </a:xfrm>
          <a:prstGeom prst="rect">
            <a:avLst/>
          </a:prstGeom>
        </p:spPr>
      </p:pic>
      <p:sp>
        <p:nvSpPr>
          <p:cNvPr id="2" name="スライド番号プレースホルダー 1">
            <a:extLst>
              <a:ext uri="{FF2B5EF4-FFF2-40B4-BE49-F238E27FC236}">
                <a16:creationId xmlns:a16="http://schemas.microsoft.com/office/drawing/2014/main" id="{433434FA-81A1-962C-7788-BB9F0B5B180B}"/>
              </a:ext>
            </a:extLst>
          </p:cNvPr>
          <p:cNvSpPr>
            <a:spLocks noGrp="1"/>
          </p:cNvSpPr>
          <p:nvPr>
            <p:ph type="sldNum" sz="quarter" idx="12"/>
          </p:nvPr>
        </p:nvSpPr>
        <p:spPr>
          <a:xfrm>
            <a:off x="7435532" y="4755821"/>
            <a:ext cx="1236216" cy="281231"/>
          </a:xfrm>
        </p:spPr>
        <p:txBody>
          <a:bodyPr/>
          <a:lstStyle/>
          <a:p>
            <a:fld id="{75BB8461-A4F8-4BBC-AB2D-5D80B8F30C85}" type="slidenum">
              <a:rPr kumimoji="1" lang="ja-JP" altLang="en-US" smtClean="0"/>
              <a:t>10</a:t>
            </a:fld>
            <a:endParaRPr kumimoji="1" lang="ja-JP" altLang="en-US" dirty="0"/>
          </a:p>
        </p:txBody>
      </p:sp>
      <p:sp>
        <p:nvSpPr>
          <p:cNvPr id="5" name="文本框 43">
            <a:extLst>
              <a:ext uri="{FF2B5EF4-FFF2-40B4-BE49-F238E27FC236}">
                <a16:creationId xmlns:a16="http://schemas.microsoft.com/office/drawing/2014/main" id="{B909EB4E-B81D-48DF-B190-7CD47A0DBA95}"/>
              </a:ext>
            </a:extLst>
          </p:cNvPr>
          <p:cNvSpPr txBox="1"/>
          <p:nvPr/>
        </p:nvSpPr>
        <p:spPr>
          <a:xfrm>
            <a:off x="184696" y="468197"/>
            <a:ext cx="3775605"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ctr">
              <a:buFont typeface="Wingdings" panose="05000000000000000000" pitchFamily="2" charset="2"/>
              <a:buChar char="n"/>
            </a:pPr>
            <a:r>
              <a:rPr kumimoji="1" lang="ja-JP" altLang="en-US" sz="1400" b="1" dirty="0">
                <a:latin typeface="Meiryo UI" panose="020B0604030504040204" pitchFamily="50" charset="-128"/>
                <a:ea typeface="Meiryo UI" panose="020B0604030504040204" pitchFamily="50" charset="-128"/>
              </a:rPr>
              <a:t>統合検査プログラム</a:t>
            </a:r>
            <a:endParaRPr kumimoji="1" lang="en-US" altLang="ja-JP" sz="1400" b="1" dirty="0">
              <a:latin typeface="Meiryo UI" panose="020B0604030504040204" pitchFamily="50" charset="-128"/>
              <a:ea typeface="Meiryo UI" panose="020B0604030504040204" pitchFamily="50" charset="-128"/>
            </a:endParaRPr>
          </a:p>
        </p:txBody>
      </p:sp>
      <p:pic>
        <p:nvPicPr>
          <p:cNvPr id="6" name="图片 4">
            <a:extLst>
              <a:ext uri="{FF2B5EF4-FFF2-40B4-BE49-F238E27FC236}">
                <a16:creationId xmlns:a16="http://schemas.microsoft.com/office/drawing/2014/main" id="{B334618B-56F9-4BEE-BFEB-AF0803158E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2302" y="858872"/>
            <a:ext cx="2722182" cy="1076364"/>
          </a:xfrm>
          <a:prstGeom prst="rect">
            <a:avLst/>
          </a:prstGeom>
        </p:spPr>
      </p:pic>
      <p:pic>
        <p:nvPicPr>
          <p:cNvPr id="7" name="图片 10">
            <a:extLst>
              <a:ext uri="{FF2B5EF4-FFF2-40B4-BE49-F238E27FC236}">
                <a16:creationId xmlns:a16="http://schemas.microsoft.com/office/drawing/2014/main" id="{233364F7-3862-49CD-8FEE-C9067619F70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1045" y="3414066"/>
            <a:ext cx="3005352" cy="1157710"/>
          </a:xfrm>
          <a:prstGeom prst="rect">
            <a:avLst/>
          </a:prstGeom>
        </p:spPr>
      </p:pic>
      <p:pic>
        <p:nvPicPr>
          <p:cNvPr id="8" name="图片 13">
            <a:extLst>
              <a:ext uri="{FF2B5EF4-FFF2-40B4-BE49-F238E27FC236}">
                <a16:creationId xmlns:a16="http://schemas.microsoft.com/office/drawing/2014/main" id="{AC9E2F88-2DE3-456D-97A6-365AA2B0A5D3}"/>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746488" y="2142563"/>
            <a:ext cx="2288257" cy="1115866"/>
          </a:xfrm>
          <a:prstGeom prst="rect">
            <a:avLst/>
          </a:prstGeom>
        </p:spPr>
      </p:pic>
      <p:sp>
        <p:nvSpPr>
          <p:cNvPr id="11" name="文本框 48">
            <a:extLst>
              <a:ext uri="{FF2B5EF4-FFF2-40B4-BE49-F238E27FC236}">
                <a16:creationId xmlns:a16="http://schemas.microsoft.com/office/drawing/2014/main" id="{1F105FDD-4BF8-44D9-A7A4-EE9D29D0D05B}"/>
              </a:ext>
            </a:extLst>
          </p:cNvPr>
          <p:cNvSpPr txBox="1"/>
          <p:nvPr/>
        </p:nvSpPr>
        <p:spPr>
          <a:xfrm>
            <a:off x="4969384" y="470563"/>
            <a:ext cx="3514216"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ctr">
              <a:buFont typeface="Wingdings" panose="05000000000000000000" pitchFamily="2" charset="2"/>
              <a:buChar char="n"/>
            </a:pPr>
            <a:r>
              <a:rPr kumimoji="1" lang="en-US" altLang="ja-JP" sz="1400" b="1" dirty="0">
                <a:latin typeface="Meiryo UI" panose="020B0604030504040204" pitchFamily="50" charset="-128"/>
                <a:ea typeface="Meiryo UI" panose="020B0604030504040204" pitchFamily="50" charset="-128"/>
              </a:rPr>
              <a:t>Athena</a:t>
            </a:r>
            <a:r>
              <a:rPr kumimoji="1" lang="ja-JP" altLang="en-US" sz="1400" b="1" dirty="0">
                <a:latin typeface="Meiryo UI" panose="020B0604030504040204" pitchFamily="50" charset="-128"/>
                <a:ea typeface="Meiryo UI" panose="020B0604030504040204" pitchFamily="50" charset="-128"/>
              </a:rPr>
              <a:t>保証工程プログラム</a:t>
            </a:r>
            <a:endParaRPr kumimoji="1" lang="en-US" altLang="ja-JP" sz="1400" b="1" dirty="0">
              <a:latin typeface="Meiryo UI" panose="020B0604030504040204" pitchFamily="50" charset="-128"/>
              <a:ea typeface="Meiryo UI" panose="020B0604030504040204" pitchFamily="50" charset="-128"/>
            </a:endParaRPr>
          </a:p>
        </p:txBody>
      </p:sp>
      <p:pic>
        <p:nvPicPr>
          <p:cNvPr id="12" name="図 11">
            <a:extLst>
              <a:ext uri="{FF2B5EF4-FFF2-40B4-BE49-F238E27FC236}">
                <a16:creationId xmlns:a16="http://schemas.microsoft.com/office/drawing/2014/main" id="{341E69AD-F30F-4855-8D1F-4F794106D1CC}"/>
              </a:ext>
            </a:extLst>
          </p:cNvPr>
          <p:cNvPicPr>
            <a:picLocks noChangeAspect="1"/>
          </p:cNvPicPr>
          <p:nvPr/>
        </p:nvPicPr>
        <p:blipFill>
          <a:blip r:embed="rId6"/>
          <a:stretch>
            <a:fillRect/>
          </a:stretch>
        </p:blipFill>
        <p:spPr>
          <a:xfrm flipH="1">
            <a:off x="6082781" y="2093838"/>
            <a:ext cx="641939" cy="496246"/>
          </a:xfrm>
          <a:prstGeom prst="rect">
            <a:avLst/>
          </a:prstGeom>
        </p:spPr>
      </p:pic>
      <p:sp>
        <p:nvSpPr>
          <p:cNvPr id="14" name="文本框 51">
            <a:extLst>
              <a:ext uri="{FF2B5EF4-FFF2-40B4-BE49-F238E27FC236}">
                <a16:creationId xmlns:a16="http://schemas.microsoft.com/office/drawing/2014/main" id="{6AEA7E00-B7EC-4FDB-8839-26DDEC057EEC}"/>
              </a:ext>
            </a:extLst>
          </p:cNvPr>
          <p:cNvSpPr txBox="1"/>
          <p:nvPr/>
        </p:nvSpPr>
        <p:spPr>
          <a:xfrm>
            <a:off x="337097" y="776419"/>
            <a:ext cx="1853038" cy="30777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400" dirty="0">
                <a:latin typeface="Meiryo UI" panose="020B0604030504040204" pitchFamily="50" charset="-128"/>
                <a:ea typeface="Meiryo UI" panose="020B0604030504040204" pitchFamily="50" charset="-128"/>
              </a:rPr>
              <a:t>初期設定（</a:t>
            </a:r>
            <a:r>
              <a:rPr kumimoji="1" lang="en-US" altLang="ja-JP" sz="1400" dirty="0">
                <a:latin typeface="Meiryo UI" panose="020B0604030504040204" pitchFamily="50" charset="-128"/>
                <a:ea typeface="Meiryo UI" panose="020B0604030504040204" pitchFamily="50" charset="-128"/>
              </a:rPr>
              <a:t>7900</a:t>
            </a:r>
            <a:r>
              <a:rPr kumimoji="1" lang="ja-JP" altLang="en-US" sz="1400" dirty="0">
                <a:latin typeface="Meiryo UI" panose="020B0604030504040204" pitchFamily="50" charset="-128"/>
                <a:ea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endParaRPr>
          </a:p>
        </p:txBody>
      </p:sp>
      <p:sp>
        <p:nvSpPr>
          <p:cNvPr id="15" name="文本框 52">
            <a:extLst>
              <a:ext uri="{FF2B5EF4-FFF2-40B4-BE49-F238E27FC236}">
                <a16:creationId xmlns:a16="http://schemas.microsoft.com/office/drawing/2014/main" id="{999852FF-F0A2-4335-AD17-8984CA2B0FC1}"/>
              </a:ext>
            </a:extLst>
          </p:cNvPr>
          <p:cNvSpPr txBox="1"/>
          <p:nvPr/>
        </p:nvSpPr>
        <p:spPr>
          <a:xfrm>
            <a:off x="293686" y="2056521"/>
            <a:ext cx="2083696" cy="30777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400" dirty="0">
                <a:latin typeface="Meiryo UI" panose="020B0604030504040204" pitchFamily="50" charset="-128"/>
                <a:ea typeface="Meiryo UI" panose="020B0604030504040204" pitchFamily="50" charset="-128"/>
              </a:rPr>
              <a:t>画像調整検査（</a:t>
            </a:r>
            <a:r>
              <a:rPr kumimoji="1" lang="en-US" altLang="ja-JP" sz="1400" dirty="0">
                <a:latin typeface="Meiryo UI" panose="020B0604030504040204" pitchFamily="50" charset="-128"/>
                <a:ea typeface="Meiryo UI" panose="020B0604030504040204" pitchFamily="50" charset="-128"/>
              </a:rPr>
              <a:t>7910</a:t>
            </a:r>
            <a:r>
              <a:rPr kumimoji="1" lang="ja-JP" altLang="en-US" sz="1400" dirty="0">
                <a:latin typeface="Meiryo UI" panose="020B0604030504040204" pitchFamily="50" charset="-128"/>
                <a:ea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endParaRPr>
          </a:p>
        </p:txBody>
      </p:sp>
      <p:sp>
        <p:nvSpPr>
          <p:cNvPr id="16" name="文本框 53">
            <a:extLst>
              <a:ext uri="{FF2B5EF4-FFF2-40B4-BE49-F238E27FC236}">
                <a16:creationId xmlns:a16="http://schemas.microsoft.com/office/drawing/2014/main" id="{6BC063B0-CFDF-4DDF-AF7A-5B30FE26E619}"/>
              </a:ext>
            </a:extLst>
          </p:cNvPr>
          <p:cNvSpPr txBox="1"/>
          <p:nvPr/>
        </p:nvSpPr>
        <p:spPr>
          <a:xfrm>
            <a:off x="293686" y="3370491"/>
            <a:ext cx="2095553" cy="30777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400" dirty="0">
                <a:latin typeface="Meiryo UI" panose="020B0604030504040204" pitchFamily="50" charset="-128"/>
                <a:ea typeface="Meiryo UI" panose="020B0604030504040204" pitchFamily="50" charset="-128"/>
              </a:rPr>
              <a:t>出荷時設定（</a:t>
            </a:r>
            <a:r>
              <a:rPr kumimoji="1" lang="en-US" altLang="ja-JP" sz="1400" dirty="0">
                <a:latin typeface="Meiryo UI" panose="020B0604030504040204" pitchFamily="50" charset="-128"/>
                <a:ea typeface="Meiryo UI" panose="020B0604030504040204" pitchFamily="50" charset="-128"/>
              </a:rPr>
              <a:t>7900</a:t>
            </a:r>
            <a:r>
              <a:rPr kumimoji="1" lang="ja-JP" altLang="en-US" sz="1400" dirty="0">
                <a:latin typeface="Meiryo UI" panose="020B0604030504040204" pitchFamily="50" charset="-128"/>
                <a:ea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endParaRPr>
          </a:p>
        </p:txBody>
      </p:sp>
      <p:sp>
        <p:nvSpPr>
          <p:cNvPr id="17" name="文本框 54">
            <a:extLst>
              <a:ext uri="{FF2B5EF4-FFF2-40B4-BE49-F238E27FC236}">
                <a16:creationId xmlns:a16="http://schemas.microsoft.com/office/drawing/2014/main" id="{788F0538-2CD5-43D4-8EF6-532E3CD28046}"/>
              </a:ext>
            </a:extLst>
          </p:cNvPr>
          <p:cNvSpPr txBox="1"/>
          <p:nvPr/>
        </p:nvSpPr>
        <p:spPr>
          <a:xfrm>
            <a:off x="2948136" y="2229337"/>
            <a:ext cx="2095927" cy="83099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ja-JP" altLang="en-US" sz="1200" i="0" u="none" strike="noStrike" baseline="0" dirty="0">
                <a:latin typeface="+mn-ea"/>
              </a:rPr>
              <a:t>作業者が</a:t>
            </a:r>
            <a:r>
              <a:rPr lang="ja-JP" altLang="en-US" sz="1200" b="1" i="0" u="none" strike="noStrike" baseline="0" dirty="0">
                <a:solidFill>
                  <a:srgbClr val="C00000"/>
                </a:solidFill>
                <a:latin typeface="+mn-ea"/>
              </a:rPr>
              <a:t>手動</a:t>
            </a:r>
            <a:r>
              <a:rPr lang="ja-JP" altLang="en-US" sz="1200" b="0" i="0" u="none" strike="noStrike" baseline="0" dirty="0">
                <a:latin typeface="+mn-ea"/>
              </a:rPr>
              <a:t>で</a:t>
            </a:r>
            <a:endParaRPr lang="en-US" altLang="ja-JP" sz="1200" b="0" i="0" u="none" strike="noStrike" baseline="0" dirty="0">
              <a:latin typeface="+mn-ea"/>
            </a:endParaRPr>
          </a:p>
          <a:p>
            <a:pPr algn="ctr"/>
            <a:r>
              <a:rPr lang="en-US" altLang="ja-JP" sz="1200" dirty="0">
                <a:latin typeface="+mn-ea"/>
              </a:rPr>
              <a:t>PC</a:t>
            </a:r>
            <a:r>
              <a:rPr lang="ja-JP" altLang="en-US" sz="1200" b="0" i="0" u="none" strike="noStrike" baseline="0" dirty="0">
                <a:latin typeface="+mn-ea"/>
              </a:rPr>
              <a:t>画面のボタンを押して、</a:t>
            </a:r>
            <a:endParaRPr lang="en-US" altLang="ja-JP" sz="1200" b="0" i="0" u="none" strike="noStrike" baseline="0" dirty="0">
              <a:latin typeface="+mn-ea"/>
            </a:endParaRPr>
          </a:p>
          <a:p>
            <a:pPr algn="ctr"/>
            <a:r>
              <a:rPr lang="ja-JP" altLang="en-US" sz="1200" b="0" i="0" u="none" strike="noStrike" baseline="0" dirty="0">
                <a:latin typeface="+mn-ea"/>
              </a:rPr>
              <a:t>設定・検査・照合等を行う。</a:t>
            </a:r>
            <a:endParaRPr lang="en-US" altLang="ja-JP" sz="1200" b="0" i="0" u="none" strike="noStrike" baseline="0" dirty="0">
              <a:latin typeface="+mn-ea"/>
            </a:endParaRPr>
          </a:p>
          <a:p>
            <a:pPr algn="ctr"/>
            <a:r>
              <a:rPr lang="ja-JP" altLang="en-US" sz="1200" dirty="0">
                <a:latin typeface="+mn-ea"/>
              </a:rPr>
              <a:t>（シングルステップ操作）</a:t>
            </a:r>
          </a:p>
        </p:txBody>
      </p:sp>
      <p:grpSp>
        <p:nvGrpSpPr>
          <p:cNvPr id="18" name="Group 145">
            <a:extLst>
              <a:ext uri="{FF2B5EF4-FFF2-40B4-BE49-F238E27FC236}">
                <a16:creationId xmlns:a16="http://schemas.microsoft.com/office/drawing/2014/main" id="{1E8D147A-F686-4491-A6DF-697967BF937B}"/>
              </a:ext>
            </a:extLst>
          </p:cNvPr>
          <p:cNvGrpSpPr/>
          <p:nvPr/>
        </p:nvGrpSpPr>
        <p:grpSpPr>
          <a:xfrm rot="13870986">
            <a:off x="3272140" y="2026082"/>
            <a:ext cx="333289" cy="218311"/>
            <a:chOff x="8220968" y="3172428"/>
            <a:chExt cx="553183" cy="172720"/>
          </a:xfrm>
          <a:solidFill>
            <a:schemeClr val="tx2"/>
          </a:solidFill>
        </p:grpSpPr>
        <p:sp>
          <p:nvSpPr>
            <p:cNvPr id="37" name="Freeform 34">
              <a:extLst>
                <a:ext uri="{FF2B5EF4-FFF2-40B4-BE49-F238E27FC236}">
                  <a16:creationId xmlns:a16="http://schemas.microsoft.com/office/drawing/2014/main" id="{732A2FCD-CD58-420A-B819-F5F3DEC529A8}"/>
                </a:ext>
              </a:extLst>
            </p:cNvPr>
            <p:cNvSpPr>
              <a:spLocks noChangeAspect="1"/>
            </p:cNvSpPr>
            <p:nvPr/>
          </p:nvSpPr>
          <p:spPr bwMode="auto">
            <a:xfrm>
              <a:off x="8220968" y="3257648"/>
              <a:ext cx="445771" cy="16510"/>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sp>
          <p:nvSpPr>
            <p:cNvPr id="38" name="Freeform 35">
              <a:extLst>
                <a:ext uri="{FF2B5EF4-FFF2-40B4-BE49-F238E27FC236}">
                  <a16:creationId xmlns:a16="http://schemas.microsoft.com/office/drawing/2014/main" id="{DFD717C1-2AFF-4CB0-BFA9-32A84589E06C}"/>
                </a:ext>
              </a:extLst>
            </p:cNvPr>
            <p:cNvSpPr>
              <a:spLocks noChangeAspect="1"/>
            </p:cNvSpPr>
            <p:nvPr/>
          </p:nvSpPr>
          <p:spPr bwMode="auto">
            <a:xfrm>
              <a:off x="8587462" y="3172428"/>
              <a:ext cx="186689" cy="172720"/>
            </a:xfrm>
            <a:custGeom>
              <a:avLst/>
              <a:gdLst>
                <a:gd name="T0" fmla="*/ 12 w 414"/>
                <a:gd name="T1" fmla="*/ 1 h 385"/>
                <a:gd name="T2" fmla="*/ 1 w 414"/>
                <a:gd name="T3" fmla="*/ 11 h 385"/>
                <a:gd name="T4" fmla="*/ 19 w 414"/>
                <a:gd name="T5" fmla="*/ 28 h 385"/>
                <a:gd name="T6" fmla="*/ 84 w 414"/>
                <a:gd name="T7" fmla="*/ 57 h 385"/>
                <a:gd name="T8" fmla="*/ 151 w 414"/>
                <a:gd name="T9" fmla="*/ 83 h 385"/>
                <a:gd name="T10" fmla="*/ 258 w 414"/>
                <a:gd name="T11" fmla="*/ 130 h 385"/>
                <a:gd name="T12" fmla="*/ 359 w 414"/>
                <a:gd name="T13" fmla="*/ 172 h 385"/>
                <a:gd name="T14" fmla="*/ 363 w 414"/>
                <a:gd name="T15" fmla="*/ 173 h 385"/>
                <a:gd name="T16" fmla="*/ 371 w 414"/>
                <a:gd name="T17" fmla="*/ 176 h 385"/>
                <a:gd name="T18" fmla="*/ 376 w 414"/>
                <a:gd name="T19" fmla="*/ 181 h 385"/>
                <a:gd name="T20" fmla="*/ 367 w 414"/>
                <a:gd name="T21" fmla="*/ 187 h 385"/>
                <a:gd name="T22" fmla="*/ 336 w 414"/>
                <a:gd name="T23" fmla="*/ 203 h 385"/>
                <a:gd name="T24" fmla="*/ 287 w 414"/>
                <a:gd name="T25" fmla="*/ 232 h 385"/>
                <a:gd name="T26" fmla="*/ 237 w 414"/>
                <a:gd name="T27" fmla="*/ 259 h 385"/>
                <a:gd name="T28" fmla="*/ 163 w 414"/>
                <a:gd name="T29" fmla="*/ 302 h 385"/>
                <a:gd name="T30" fmla="*/ 88 w 414"/>
                <a:gd name="T31" fmla="*/ 343 h 385"/>
                <a:gd name="T32" fmla="*/ 38 w 414"/>
                <a:gd name="T33" fmla="*/ 369 h 385"/>
                <a:gd name="T34" fmla="*/ 22 w 414"/>
                <a:gd name="T35" fmla="*/ 377 h 385"/>
                <a:gd name="T36" fmla="*/ 19 w 414"/>
                <a:gd name="T37" fmla="*/ 381 h 385"/>
                <a:gd name="T38" fmla="*/ 23 w 414"/>
                <a:gd name="T39" fmla="*/ 384 h 385"/>
                <a:gd name="T40" fmla="*/ 142 w 414"/>
                <a:gd name="T41" fmla="*/ 330 h 385"/>
                <a:gd name="T42" fmla="*/ 213 w 414"/>
                <a:gd name="T43" fmla="*/ 293 h 385"/>
                <a:gd name="T44" fmla="*/ 283 w 414"/>
                <a:gd name="T45" fmla="*/ 256 h 385"/>
                <a:gd name="T46" fmla="*/ 348 w 414"/>
                <a:gd name="T47" fmla="*/ 225 h 385"/>
                <a:gd name="T48" fmla="*/ 370 w 414"/>
                <a:gd name="T49" fmla="*/ 215 h 385"/>
                <a:gd name="T50" fmla="*/ 372 w 414"/>
                <a:gd name="T51" fmla="*/ 214 h 385"/>
                <a:gd name="T52" fmla="*/ 373 w 414"/>
                <a:gd name="T53" fmla="*/ 214 h 385"/>
                <a:gd name="T54" fmla="*/ 395 w 414"/>
                <a:gd name="T55" fmla="*/ 204 h 385"/>
                <a:gd name="T56" fmla="*/ 409 w 414"/>
                <a:gd name="T57" fmla="*/ 193 h 385"/>
                <a:gd name="T58" fmla="*/ 413 w 414"/>
                <a:gd name="T59" fmla="*/ 184 h 385"/>
                <a:gd name="T60" fmla="*/ 413 w 414"/>
                <a:gd name="T61" fmla="*/ 175 h 385"/>
                <a:gd name="T62" fmla="*/ 411 w 414"/>
                <a:gd name="T63" fmla="*/ 169 h 385"/>
                <a:gd name="T64" fmla="*/ 411 w 414"/>
                <a:gd name="T65" fmla="*/ 168 h 385"/>
                <a:gd name="T66" fmla="*/ 392 w 414"/>
                <a:gd name="T67" fmla="*/ 156 h 385"/>
                <a:gd name="T68" fmla="*/ 378 w 414"/>
                <a:gd name="T69" fmla="*/ 148 h 385"/>
                <a:gd name="T70" fmla="*/ 377 w 414"/>
                <a:gd name="T71" fmla="*/ 147 h 385"/>
                <a:gd name="T72" fmla="*/ 373 w 414"/>
                <a:gd name="T73" fmla="*/ 145 h 385"/>
                <a:gd name="T74" fmla="*/ 311 w 414"/>
                <a:gd name="T75" fmla="*/ 118 h 385"/>
                <a:gd name="T76" fmla="*/ 167 w 414"/>
                <a:gd name="T77" fmla="*/ 57 h 385"/>
                <a:gd name="T78" fmla="*/ 63 w 414"/>
                <a:gd name="T79" fmla="*/ 15 h 385"/>
                <a:gd name="T80" fmla="*/ 17 w 414"/>
                <a:gd name="T81"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4" h="385">
                  <a:moveTo>
                    <a:pt x="17" y="0"/>
                  </a:moveTo>
                  <a:cubicBezTo>
                    <a:pt x="16" y="0"/>
                    <a:pt x="14" y="0"/>
                    <a:pt x="12" y="1"/>
                  </a:cubicBezTo>
                  <a:cubicBezTo>
                    <a:pt x="10" y="2"/>
                    <a:pt x="7" y="4"/>
                    <a:pt x="5" y="6"/>
                  </a:cubicBezTo>
                  <a:cubicBezTo>
                    <a:pt x="3" y="7"/>
                    <a:pt x="1" y="9"/>
                    <a:pt x="1" y="11"/>
                  </a:cubicBezTo>
                  <a:cubicBezTo>
                    <a:pt x="0" y="15"/>
                    <a:pt x="2" y="17"/>
                    <a:pt x="4" y="19"/>
                  </a:cubicBezTo>
                  <a:cubicBezTo>
                    <a:pt x="8" y="23"/>
                    <a:pt x="14" y="26"/>
                    <a:pt x="19" y="28"/>
                  </a:cubicBezTo>
                  <a:cubicBezTo>
                    <a:pt x="33" y="35"/>
                    <a:pt x="48" y="42"/>
                    <a:pt x="62" y="48"/>
                  </a:cubicBezTo>
                  <a:cubicBezTo>
                    <a:pt x="70" y="51"/>
                    <a:pt x="77" y="54"/>
                    <a:pt x="84" y="57"/>
                  </a:cubicBezTo>
                  <a:cubicBezTo>
                    <a:pt x="95" y="61"/>
                    <a:pt x="106" y="65"/>
                    <a:pt x="117" y="70"/>
                  </a:cubicBezTo>
                  <a:cubicBezTo>
                    <a:pt x="128" y="74"/>
                    <a:pt x="140" y="79"/>
                    <a:pt x="151" y="83"/>
                  </a:cubicBezTo>
                  <a:cubicBezTo>
                    <a:pt x="183" y="97"/>
                    <a:pt x="183" y="97"/>
                    <a:pt x="183" y="97"/>
                  </a:cubicBezTo>
                  <a:cubicBezTo>
                    <a:pt x="208" y="107"/>
                    <a:pt x="233" y="119"/>
                    <a:pt x="258" y="130"/>
                  </a:cubicBezTo>
                  <a:cubicBezTo>
                    <a:pt x="291" y="144"/>
                    <a:pt x="323" y="158"/>
                    <a:pt x="356" y="171"/>
                  </a:cubicBezTo>
                  <a:cubicBezTo>
                    <a:pt x="359" y="172"/>
                    <a:pt x="359" y="172"/>
                    <a:pt x="359" y="172"/>
                  </a:cubicBezTo>
                  <a:cubicBezTo>
                    <a:pt x="360" y="172"/>
                    <a:pt x="360" y="172"/>
                    <a:pt x="360" y="172"/>
                  </a:cubicBezTo>
                  <a:cubicBezTo>
                    <a:pt x="363" y="173"/>
                    <a:pt x="363" y="173"/>
                    <a:pt x="363" y="173"/>
                  </a:cubicBezTo>
                  <a:cubicBezTo>
                    <a:pt x="368" y="175"/>
                    <a:pt x="368" y="175"/>
                    <a:pt x="368" y="175"/>
                  </a:cubicBezTo>
                  <a:cubicBezTo>
                    <a:pt x="369" y="176"/>
                    <a:pt x="370" y="176"/>
                    <a:pt x="371" y="176"/>
                  </a:cubicBezTo>
                  <a:cubicBezTo>
                    <a:pt x="372" y="177"/>
                    <a:pt x="374" y="177"/>
                    <a:pt x="374" y="178"/>
                  </a:cubicBezTo>
                  <a:cubicBezTo>
                    <a:pt x="375" y="179"/>
                    <a:pt x="376" y="180"/>
                    <a:pt x="376" y="181"/>
                  </a:cubicBezTo>
                  <a:cubicBezTo>
                    <a:pt x="376" y="182"/>
                    <a:pt x="375" y="183"/>
                    <a:pt x="374" y="183"/>
                  </a:cubicBezTo>
                  <a:cubicBezTo>
                    <a:pt x="372" y="185"/>
                    <a:pt x="370" y="186"/>
                    <a:pt x="367" y="187"/>
                  </a:cubicBezTo>
                  <a:cubicBezTo>
                    <a:pt x="354" y="194"/>
                    <a:pt x="354" y="194"/>
                    <a:pt x="354" y="194"/>
                  </a:cubicBezTo>
                  <a:cubicBezTo>
                    <a:pt x="348" y="197"/>
                    <a:pt x="342" y="200"/>
                    <a:pt x="336" y="203"/>
                  </a:cubicBezTo>
                  <a:cubicBezTo>
                    <a:pt x="328" y="208"/>
                    <a:pt x="320" y="213"/>
                    <a:pt x="311" y="218"/>
                  </a:cubicBezTo>
                  <a:cubicBezTo>
                    <a:pt x="303" y="223"/>
                    <a:pt x="295" y="227"/>
                    <a:pt x="287" y="232"/>
                  </a:cubicBezTo>
                  <a:cubicBezTo>
                    <a:pt x="278" y="237"/>
                    <a:pt x="270" y="241"/>
                    <a:pt x="262" y="246"/>
                  </a:cubicBezTo>
                  <a:cubicBezTo>
                    <a:pt x="253" y="250"/>
                    <a:pt x="245" y="254"/>
                    <a:pt x="237" y="259"/>
                  </a:cubicBezTo>
                  <a:cubicBezTo>
                    <a:pt x="220" y="268"/>
                    <a:pt x="204" y="278"/>
                    <a:pt x="188" y="288"/>
                  </a:cubicBezTo>
                  <a:cubicBezTo>
                    <a:pt x="180" y="292"/>
                    <a:pt x="172" y="297"/>
                    <a:pt x="163" y="302"/>
                  </a:cubicBezTo>
                  <a:cubicBezTo>
                    <a:pt x="155" y="306"/>
                    <a:pt x="147" y="311"/>
                    <a:pt x="138" y="316"/>
                  </a:cubicBezTo>
                  <a:cubicBezTo>
                    <a:pt x="122" y="325"/>
                    <a:pt x="105" y="334"/>
                    <a:pt x="88" y="343"/>
                  </a:cubicBezTo>
                  <a:cubicBezTo>
                    <a:pt x="80" y="347"/>
                    <a:pt x="71" y="352"/>
                    <a:pt x="63" y="356"/>
                  </a:cubicBezTo>
                  <a:cubicBezTo>
                    <a:pt x="54" y="360"/>
                    <a:pt x="46" y="365"/>
                    <a:pt x="38" y="369"/>
                  </a:cubicBezTo>
                  <a:cubicBezTo>
                    <a:pt x="26" y="376"/>
                    <a:pt x="26" y="376"/>
                    <a:pt x="26" y="376"/>
                  </a:cubicBezTo>
                  <a:cubicBezTo>
                    <a:pt x="22" y="377"/>
                    <a:pt x="22" y="377"/>
                    <a:pt x="22" y="377"/>
                  </a:cubicBezTo>
                  <a:cubicBezTo>
                    <a:pt x="21" y="378"/>
                    <a:pt x="20" y="378"/>
                    <a:pt x="19" y="379"/>
                  </a:cubicBezTo>
                  <a:cubicBezTo>
                    <a:pt x="19" y="379"/>
                    <a:pt x="19" y="380"/>
                    <a:pt x="19" y="381"/>
                  </a:cubicBezTo>
                  <a:cubicBezTo>
                    <a:pt x="19" y="383"/>
                    <a:pt x="21" y="385"/>
                    <a:pt x="22" y="385"/>
                  </a:cubicBezTo>
                  <a:cubicBezTo>
                    <a:pt x="23" y="385"/>
                    <a:pt x="23" y="385"/>
                    <a:pt x="23" y="384"/>
                  </a:cubicBezTo>
                  <a:cubicBezTo>
                    <a:pt x="55" y="371"/>
                    <a:pt x="86" y="355"/>
                    <a:pt x="118" y="341"/>
                  </a:cubicBezTo>
                  <a:cubicBezTo>
                    <a:pt x="126" y="338"/>
                    <a:pt x="134" y="334"/>
                    <a:pt x="142" y="330"/>
                  </a:cubicBezTo>
                  <a:cubicBezTo>
                    <a:pt x="150" y="327"/>
                    <a:pt x="158" y="322"/>
                    <a:pt x="166" y="318"/>
                  </a:cubicBezTo>
                  <a:cubicBezTo>
                    <a:pt x="181" y="310"/>
                    <a:pt x="197" y="301"/>
                    <a:pt x="213" y="293"/>
                  </a:cubicBezTo>
                  <a:cubicBezTo>
                    <a:pt x="228" y="285"/>
                    <a:pt x="244" y="276"/>
                    <a:pt x="259" y="268"/>
                  </a:cubicBezTo>
                  <a:cubicBezTo>
                    <a:pt x="267" y="264"/>
                    <a:pt x="275" y="260"/>
                    <a:pt x="283" y="256"/>
                  </a:cubicBezTo>
                  <a:cubicBezTo>
                    <a:pt x="291" y="252"/>
                    <a:pt x="303" y="247"/>
                    <a:pt x="313" y="242"/>
                  </a:cubicBezTo>
                  <a:cubicBezTo>
                    <a:pt x="326" y="236"/>
                    <a:pt x="337" y="230"/>
                    <a:pt x="348" y="225"/>
                  </a:cubicBezTo>
                  <a:cubicBezTo>
                    <a:pt x="354" y="222"/>
                    <a:pt x="360" y="220"/>
                    <a:pt x="366" y="217"/>
                  </a:cubicBezTo>
                  <a:cubicBezTo>
                    <a:pt x="367" y="216"/>
                    <a:pt x="368" y="216"/>
                    <a:pt x="370" y="215"/>
                  </a:cubicBezTo>
                  <a:cubicBezTo>
                    <a:pt x="371" y="215"/>
                    <a:pt x="371" y="215"/>
                    <a:pt x="371" y="215"/>
                  </a:cubicBezTo>
                  <a:cubicBezTo>
                    <a:pt x="372" y="214"/>
                    <a:pt x="372" y="214"/>
                    <a:pt x="372" y="214"/>
                  </a:cubicBezTo>
                  <a:cubicBezTo>
                    <a:pt x="372" y="214"/>
                    <a:pt x="372" y="214"/>
                    <a:pt x="372" y="214"/>
                  </a:cubicBezTo>
                  <a:cubicBezTo>
                    <a:pt x="373" y="214"/>
                    <a:pt x="373" y="214"/>
                    <a:pt x="373" y="214"/>
                  </a:cubicBezTo>
                  <a:cubicBezTo>
                    <a:pt x="375" y="213"/>
                    <a:pt x="376" y="212"/>
                    <a:pt x="378" y="212"/>
                  </a:cubicBezTo>
                  <a:cubicBezTo>
                    <a:pt x="383" y="209"/>
                    <a:pt x="389" y="207"/>
                    <a:pt x="395" y="204"/>
                  </a:cubicBezTo>
                  <a:cubicBezTo>
                    <a:pt x="399" y="201"/>
                    <a:pt x="402" y="198"/>
                    <a:pt x="406" y="195"/>
                  </a:cubicBezTo>
                  <a:cubicBezTo>
                    <a:pt x="407" y="194"/>
                    <a:pt x="408" y="193"/>
                    <a:pt x="409" y="193"/>
                  </a:cubicBezTo>
                  <a:cubicBezTo>
                    <a:pt x="410" y="192"/>
                    <a:pt x="411" y="191"/>
                    <a:pt x="411" y="190"/>
                  </a:cubicBezTo>
                  <a:cubicBezTo>
                    <a:pt x="412" y="188"/>
                    <a:pt x="413" y="187"/>
                    <a:pt x="413" y="184"/>
                  </a:cubicBezTo>
                  <a:cubicBezTo>
                    <a:pt x="414" y="183"/>
                    <a:pt x="414" y="181"/>
                    <a:pt x="414" y="179"/>
                  </a:cubicBezTo>
                  <a:cubicBezTo>
                    <a:pt x="414" y="178"/>
                    <a:pt x="414" y="176"/>
                    <a:pt x="413" y="175"/>
                  </a:cubicBezTo>
                  <a:cubicBezTo>
                    <a:pt x="413" y="173"/>
                    <a:pt x="413" y="172"/>
                    <a:pt x="412" y="171"/>
                  </a:cubicBezTo>
                  <a:cubicBezTo>
                    <a:pt x="412" y="170"/>
                    <a:pt x="412" y="170"/>
                    <a:pt x="411" y="169"/>
                  </a:cubicBezTo>
                  <a:cubicBezTo>
                    <a:pt x="411" y="168"/>
                    <a:pt x="411" y="168"/>
                    <a:pt x="411" y="168"/>
                  </a:cubicBezTo>
                  <a:cubicBezTo>
                    <a:pt x="411" y="168"/>
                    <a:pt x="411" y="168"/>
                    <a:pt x="411" y="168"/>
                  </a:cubicBezTo>
                  <a:cubicBezTo>
                    <a:pt x="410" y="168"/>
                    <a:pt x="410" y="168"/>
                    <a:pt x="410" y="168"/>
                  </a:cubicBezTo>
                  <a:cubicBezTo>
                    <a:pt x="392" y="156"/>
                    <a:pt x="392" y="156"/>
                    <a:pt x="392" y="156"/>
                  </a:cubicBezTo>
                  <a:cubicBezTo>
                    <a:pt x="383" y="151"/>
                    <a:pt x="383" y="151"/>
                    <a:pt x="383" y="151"/>
                  </a:cubicBezTo>
                  <a:cubicBezTo>
                    <a:pt x="378" y="148"/>
                    <a:pt x="378" y="148"/>
                    <a:pt x="378" y="148"/>
                  </a:cubicBezTo>
                  <a:cubicBezTo>
                    <a:pt x="377" y="147"/>
                    <a:pt x="377" y="147"/>
                    <a:pt x="377" y="147"/>
                  </a:cubicBezTo>
                  <a:cubicBezTo>
                    <a:pt x="377" y="147"/>
                    <a:pt x="377" y="147"/>
                    <a:pt x="377" y="147"/>
                  </a:cubicBezTo>
                  <a:cubicBezTo>
                    <a:pt x="376" y="146"/>
                    <a:pt x="376" y="146"/>
                    <a:pt x="376" y="146"/>
                  </a:cubicBezTo>
                  <a:cubicBezTo>
                    <a:pt x="373" y="145"/>
                    <a:pt x="373" y="145"/>
                    <a:pt x="373" y="145"/>
                  </a:cubicBezTo>
                  <a:cubicBezTo>
                    <a:pt x="359" y="139"/>
                    <a:pt x="359" y="139"/>
                    <a:pt x="359" y="139"/>
                  </a:cubicBezTo>
                  <a:cubicBezTo>
                    <a:pt x="343" y="132"/>
                    <a:pt x="327" y="125"/>
                    <a:pt x="311" y="118"/>
                  </a:cubicBezTo>
                  <a:cubicBezTo>
                    <a:pt x="286" y="107"/>
                    <a:pt x="261" y="96"/>
                    <a:pt x="236" y="86"/>
                  </a:cubicBezTo>
                  <a:cubicBezTo>
                    <a:pt x="167" y="57"/>
                    <a:pt x="167" y="57"/>
                    <a:pt x="167" y="57"/>
                  </a:cubicBezTo>
                  <a:cubicBezTo>
                    <a:pt x="144" y="47"/>
                    <a:pt x="121" y="38"/>
                    <a:pt x="98" y="28"/>
                  </a:cubicBezTo>
                  <a:cubicBezTo>
                    <a:pt x="63" y="15"/>
                    <a:pt x="63" y="15"/>
                    <a:pt x="63" y="15"/>
                  </a:cubicBezTo>
                  <a:cubicBezTo>
                    <a:pt x="51" y="10"/>
                    <a:pt x="38" y="4"/>
                    <a:pt x="25" y="1"/>
                  </a:cubicBezTo>
                  <a:cubicBezTo>
                    <a:pt x="22" y="1"/>
                    <a:pt x="20" y="0"/>
                    <a:pt x="17"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grpSp>
      <p:grpSp>
        <p:nvGrpSpPr>
          <p:cNvPr id="19" name="Group 145">
            <a:extLst>
              <a:ext uri="{FF2B5EF4-FFF2-40B4-BE49-F238E27FC236}">
                <a16:creationId xmlns:a16="http://schemas.microsoft.com/office/drawing/2014/main" id="{3B5FAB1E-198D-4EEE-A943-95C4E0572387}"/>
              </a:ext>
            </a:extLst>
          </p:cNvPr>
          <p:cNvGrpSpPr/>
          <p:nvPr/>
        </p:nvGrpSpPr>
        <p:grpSpPr>
          <a:xfrm rot="6831692">
            <a:off x="3461011" y="3227092"/>
            <a:ext cx="333289" cy="218311"/>
            <a:chOff x="8220968" y="3172428"/>
            <a:chExt cx="553183" cy="172720"/>
          </a:xfrm>
          <a:solidFill>
            <a:schemeClr val="tx2"/>
          </a:solidFill>
        </p:grpSpPr>
        <p:sp>
          <p:nvSpPr>
            <p:cNvPr id="35" name="Freeform 34">
              <a:extLst>
                <a:ext uri="{FF2B5EF4-FFF2-40B4-BE49-F238E27FC236}">
                  <a16:creationId xmlns:a16="http://schemas.microsoft.com/office/drawing/2014/main" id="{C2C0575A-3C8A-44FA-9260-F709641F4818}"/>
                </a:ext>
              </a:extLst>
            </p:cNvPr>
            <p:cNvSpPr>
              <a:spLocks noChangeAspect="1"/>
            </p:cNvSpPr>
            <p:nvPr/>
          </p:nvSpPr>
          <p:spPr bwMode="auto">
            <a:xfrm>
              <a:off x="8220968" y="3257648"/>
              <a:ext cx="445771" cy="16510"/>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sp>
          <p:nvSpPr>
            <p:cNvPr id="36" name="Freeform 35">
              <a:extLst>
                <a:ext uri="{FF2B5EF4-FFF2-40B4-BE49-F238E27FC236}">
                  <a16:creationId xmlns:a16="http://schemas.microsoft.com/office/drawing/2014/main" id="{77DE3DD6-B5E4-489A-8FD7-C07233CA5C35}"/>
                </a:ext>
              </a:extLst>
            </p:cNvPr>
            <p:cNvSpPr>
              <a:spLocks noChangeAspect="1"/>
            </p:cNvSpPr>
            <p:nvPr/>
          </p:nvSpPr>
          <p:spPr bwMode="auto">
            <a:xfrm>
              <a:off x="8587462" y="3172428"/>
              <a:ext cx="186689" cy="172720"/>
            </a:xfrm>
            <a:custGeom>
              <a:avLst/>
              <a:gdLst>
                <a:gd name="T0" fmla="*/ 12 w 414"/>
                <a:gd name="T1" fmla="*/ 1 h 385"/>
                <a:gd name="T2" fmla="*/ 1 w 414"/>
                <a:gd name="T3" fmla="*/ 11 h 385"/>
                <a:gd name="T4" fmla="*/ 19 w 414"/>
                <a:gd name="T5" fmla="*/ 28 h 385"/>
                <a:gd name="T6" fmla="*/ 84 w 414"/>
                <a:gd name="T7" fmla="*/ 57 h 385"/>
                <a:gd name="T8" fmla="*/ 151 w 414"/>
                <a:gd name="T9" fmla="*/ 83 h 385"/>
                <a:gd name="T10" fmla="*/ 258 w 414"/>
                <a:gd name="T11" fmla="*/ 130 h 385"/>
                <a:gd name="T12" fmla="*/ 359 w 414"/>
                <a:gd name="T13" fmla="*/ 172 h 385"/>
                <a:gd name="T14" fmla="*/ 363 w 414"/>
                <a:gd name="T15" fmla="*/ 173 h 385"/>
                <a:gd name="T16" fmla="*/ 371 w 414"/>
                <a:gd name="T17" fmla="*/ 176 h 385"/>
                <a:gd name="T18" fmla="*/ 376 w 414"/>
                <a:gd name="T19" fmla="*/ 181 h 385"/>
                <a:gd name="T20" fmla="*/ 367 w 414"/>
                <a:gd name="T21" fmla="*/ 187 h 385"/>
                <a:gd name="T22" fmla="*/ 336 w 414"/>
                <a:gd name="T23" fmla="*/ 203 h 385"/>
                <a:gd name="T24" fmla="*/ 287 w 414"/>
                <a:gd name="T25" fmla="*/ 232 h 385"/>
                <a:gd name="T26" fmla="*/ 237 w 414"/>
                <a:gd name="T27" fmla="*/ 259 h 385"/>
                <a:gd name="T28" fmla="*/ 163 w 414"/>
                <a:gd name="T29" fmla="*/ 302 h 385"/>
                <a:gd name="T30" fmla="*/ 88 w 414"/>
                <a:gd name="T31" fmla="*/ 343 h 385"/>
                <a:gd name="T32" fmla="*/ 38 w 414"/>
                <a:gd name="T33" fmla="*/ 369 h 385"/>
                <a:gd name="T34" fmla="*/ 22 w 414"/>
                <a:gd name="T35" fmla="*/ 377 h 385"/>
                <a:gd name="T36" fmla="*/ 19 w 414"/>
                <a:gd name="T37" fmla="*/ 381 h 385"/>
                <a:gd name="T38" fmla="*/ 23 w 414"/>
                <a:gd name="T39" fmla="*/ 384 h 385"/>
                <a:gd name="T40" fmla="*/ 142 w 414"/>
                <a:gd name="T41" fmla="*/ 330 h 385"/>
                <a:gd name="T42" fmla="*/ 213 w 414"/>
                <a:gd name="T43" fmla="*/ 293 h 385"/>
                <a:gd name="T44" fmla="*/ 283 w 414"/>
                <a:gd name="T45" fmla="*/ 256 h 385"/>
                <a:gd name="T46" fmla="*/ 348 w 414"/>
                <a:gd name="T47" fmla="*/ 225 h 385"/>
                <a:gd name="T48" fmla="*/ 370 w 414"/>
                <a:gd name="T49" fmla="*/ 215 h 385"/>
                <a:gd name="T50" fmla="*/ 372 w 414"/>
                <a:gd name="T51" fmla="*/ 214 h 385"/>
                <a:gd name="T52" fmla="*/ 373 w 414"/>
                <a:gd name="T53" fmla="*/ 214 h 385"/>
                <a:gd name="T54" fmla="*/ 395 w 414"/>
                <a:gd name="T55" fmla="*/ 204 h 385"/>
                <a:gd name="T56" fmla="*/ 409 w 414"/>
                <a:gd name="T57" fmla="*/ 193 h 385"/>
                <a:gd name="T58" fmla="*/ 413 w 414"/>
                <a:gd name="T59" fmla="*/ 184 h 385"/>
                <a:gd name="T60" fmla="*/ 413 w 414"/>
                <a:gd name="T61" fmla="*/ 175 h 385"/>
                <a:gd name="T62" fmla="*/ 411 w 414"/>
                <a:gd name="T63" fmla="*/ 169 h 385"/>
                <a:gd name="T64" fmla="*/ 411 w 414"/>
                <a:gd name="T65" fmla="*/ 168 h 385"/>
                <a:gd name="T66" fmla="*/ 392 w 414"/>
                <a:gd name="T67" fmla="*/ 156 h 385"/>
                <a:gd name="T68" fmla="*/ 378 w 414"/>
                <a:gd name="T69" fmla="*/ 148 h 385"/>
                <a:gd name="T70" fmla="*/ 377 w 414"/>
                <a:gd name="T71" fmla="*/ 147 h 385"/>
                <a:gd name="T72" fmla="*/ 373 w 414"/>
                <a:gd name="T73" fmla="*/ 145 h 385"/>
                <a:gd name="T74" fmla="*/ 311 w 414"/>
                <a:gd name="T75" fmla="*/ 118 h 385"/>
                <a:gd name="T76" fmla="*/ 167 w 414"/>
                <a:gd name="T77" fmla="*/ 57 h 385"/>
                <a:gd name="T78" fmla="*/ 63 w 414"/>
                <a:gd name="T79" fmla="*/ 15 h 385"/>
                <a:gd name="T80" fmla="*/ 17 w 414"/>
                <a:gd name="T81"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4" h="385">
                  <a:moveTo>
                    <a:pt x="17" y="0"/>
                  </a:moveTo>
                  <a:cubicBezTo>
                    <a:pt x="16" y="0"/>
                    <a:pt x="14" y="0"/>
                    <a:pt x="12" y="1"/>
                  </a:cubicBezTo>
                  <a:cubicBezTo>
                    <a:pt x="10" y="2"/>
                    <a:pt x="7" y="4"/>
                    <a:pt x="5" y="6"/>
                  </a:cubicBezTo>
                  <a:cubicBezTo>
                    <a:pt x="3" y="7"/>
                    <a:pt x="1" y="9"/>
                    <a:pt x="1" y="11"/>
                  </a:cubicBezTo>
                  <a:cubicBezTo>
                    <a:pt x="0" y="15"/>
                    <a:pt x="2" y="17"/>
                    <a:pt x="4" y="19"/>
                  </a:cubicBezTo>
                  <a:cubicBezTo>
                    <a:pt x="8" y="23"/>
                    <a:pt x="14" y="26"/>
                    <a:pt x="19" y="28"/>
                  </a:cubicBezTo>
                  <a:cubicBezTo>
                    <a:pt x="33" y="35"/>
                    <a:pt x="48" y="42"/>
                    <a:pt x="62" y="48"/>
                  </a:cubicBezTo>
                  <a:cubicBezTo>
                    <a:pt x="70" y="51"/>
                    <a:pt x="77" y="54"/>
                    <a:pt x="84" y="57"/>
                  </a:cubicBezTo>
                  <a:cubicBezTo>
                    <a:pt x="95" y="61"/>
                    <a:pt x="106" y="65"/>
                    <a:pt x="117" y="70"/>
                  </a:cubicBezTo>
                  <a:cubicBezTo>
                    <a:pt x="128" y="74"/>
                    <a:pt x="140" y="79"/>
                    <a:pt x="151" y="83"/>
                  </a:cubicBezTo>
                  <a:cubicBezTo>
                    <a:pt x="183" y="97"/>
                    <a:pt x="183" y="97"/>
                    <a:pt x="183" y="97"/>
                  </a:cubicBezTo>
                  <a:cubicBezTo>
                    <a:pt x="208" y="107"/>
                    <a:pt x="233" y="119"/>
                    <a:pt x="258" y="130"/>
                  </a:cubicBezTo>
                  <a:cubicBezTo>
                    <a:pt x="291" y="144"/>
                    <a:pt x="323" y="158"/>
                    <a:pt x="356" y="171"/>
                  </a:cubicBezTo>
                  <a:cubicBezTo>
                    <a:pt x="359" y="172"/>
                    <a:pt x="359" y="172"/>
                    <a:pt x="359" y="172"/>
                  </a:cubicBezTo>
                  <a:cubicBezTo>
                    <a:pt x="360" y="172"/>
                    <a:pt x="360" y="172"/>
                    <a:pt x="360" y="172"/>
                  </a:cubicBezTo>
                  <a:cubicBezTo>
                    <a:pt x="363" y="173"/>
                    <a:pt x="363" y="173"/>
                    <a:pt x="363" y="173"/>
                  </a:cubicBezTo>
                  <a:cubicBezTo>
                    <a:pt x="368" y="175"/>
                    <a:pt x="368" y="175"/>
                    <a:pt x="368" y="175"/>
                  </a:cubicBezTo>
                  <a:cubicBezTo>
                    <a:pt x="369" y="176"/>
                    <a:pt x="370" y="176"/>
                    <a:pt x="371" y="176"/>
                  </a:cubicBezTo>
                  <a:cubicBezTo>
                    <a:pt x="372" y="177"/>
                    <a:pt x="374" y="177"/>
                    <a:pt x="374" y="178"/>
                  </a:cubicBezTo>
                  <a:cubicBezTo>
                    <a:pt x="375" y="179"/>
                    <a:pt x="376" y="180"/>
                    <a:pt x="376" y="181"/>
                  </a:cubicBezTo>
                  <a:cubicBezTo>
                    <a:pt x="376" y="182"/>
                    <a:pt x="375" y="183"/>
                    <a:pt x="374" y="183"/>
                  </a:cubicBezTo>
                  <a:cubicBezTo>
                    <a:pt x="372" y="185"/>
                    <a:pt x="370" y="186"/>
                    <a:pt x="367" y="187"/>
                  </a:cubicBezTo>
                  <a:cubicBezTo>
                    <a:pt x="354" y="194"/>
                    <a:pt x="354" y="194"/>
                    <a:pt x="354" y="194"/>
                  </a:cubicBezTo>
                  <a:cubicBezTo>
                    <a:pt x="348" y="197"/>
                    <a:pt x="342" y="200"/>
                    <a:pt x="336" y="203"/>
                  </a:cubicBezTo>
                  <a:cubicBezTo>
                    <a:pt x="328" y="208"/>
                    <a:pt x="320" y="213"/>
                    <a:pt x="311" y="218"/>
                  </a:cubicBezTo>
                  <a:cubicBezTo>
                    <a:pt x="303" y="223"/>
                    <a:pt x="295" y="227"/>
                    <a:pt x="287" y="232"/>
                  </a:cubicBezTo>
                  <a:cubicBezTo>
                    <a:pt x="278" y="237"/>
                    <a:pt x="270" y="241"/>
                    <a:pt x="262" y="246"/>
                  </a:cubicBezTo>
                  <a:cubicBezTo>
                    <a:pt x="253" y="250"/>
                    <a:pt x="245" y="254"/>
                    <a:pt x="237" y="259"/>
                  </a:cubicBezTo>
                  <a:cubicBezTo>
                    <a:pt x="220" y="268"/>
                    <a:pt x="204" y="278"/>
                    <a:pt x="188" y="288"/>
                  </a:cubicBezTo>
                  <a:cubicBezTo>
                    <a:pt x="180" y="292"/>
                    <a:pt x="172" y="297"/>
                    <a:pt x="163" y="302"/>
                  </a:cubicBezTo>
                  <a:cubicBezTo>
                    <a:pt x="155" y="306"/>
                    <a:pt x="147" y="311"/>
                    <a:pt x="138" y="316"/>
                  </a:cubicBezTo>
                  <a:cubicBezTo>
                    <a:pt x="122" y="325"/>
                    <a:pt x="105" y="334"/>
                    <a:pt x="88" y="343"/>
                  </a:cubicBezTo>
                  <a:cubicBezTo>
                    <a:pt x="80" y="347"/>
                    <a:pt x="71" y="352"/>
                    <a:pt x="63" y="356"/>
                  </a:cubicBezTo>
                  <a:cubicBezTo>
                    <a:pt x="54" y="360"/>
                    <a:pt x="46" y="365"/>
                    <a:pt x="38" y="369"/>
                  </a:cubicBezTo>
                  <a:cubicBezTo>
                    <a:pt x="26" y="376"/>
                    <a:pt x="26" y="376"/>
                    <a:pt x="26" y="376"/>
                  </a:cubicBezTo>
                  <a:cubicBezTo>
                    <a:pt x="22" y="377"/>
                    <a:pt x="22" y="377"/>
                    <a:pt x="22" y="377"/>
                  </a:cubicBezTo>
                  <a:cubicBezTo>
                    <a:pt x="21" y="378"/>
                    <a:pt x="20" y="378"/>
                    <a:pt x="19" y="379"/>
                  </a:cubicBezTo>
                  <a:cubicBezTo>
                    <a:pt x="19" y="379"/>
                    <a:pt x="19" y="380"/>
                    <a:pt x="19" y="381"/>
                  </a:cubicBezTo>
                  <a:cubicBezTo>
                    <a:pt x="19" y="383"/>
                    <a:pt x="21" y="385"/>
                    <a:pt x="22" y="385"/>
                  </a:cubicBezTo>
                  <a:cubicBezTo>
                    <a:pt x="23" y="385"/>
                    <a:pt x="23" y="385"/>
                    <a:pt x="23" y="384"/>
                  </a:cubicBezTo>
                  <a:cubicBezTo>
                    <a:pt x="55" y="371"/>
                    <a:pt x="86" y="355"/>
                    <a:pt x="118" y="341"/>
                  </a:cubicBezTo>
                  <a:cubicBezTo>
                    <a:pt x="126" y="338"/>
                    <a:pt x="134" y="334"/>
                    <a:pt x="142" y="330"/>
                  </a:cubicBezTo>
                  <a:cubicBezTo>
                    <a:pt x="150" y="327"/>
                    <a:pt x="158" y="322"/>
                    <a:pt x="166" y="318"/>
                  </a:cubicBezTo>
                  <a:cubicBezTo>
                    <a:pt x="181" y="310"/>
                    <a:pt x="197" y="301"/>
                    <a:pt x="213" y="293"/>
                  </a:cubicBezTo>
                  <a:cubicBezTo>
                    <a:pt x="228" y="285"/>
                    <a:pt x="244" y="276"/>
                    <a:pt x="259" y="268"/>
                  </a:cubicBezTo>
                  <a:cubicBezTo>
                    <a:pt x="267" y="264"/>
                    <a:pt x="275" y="260"/>
                    <a:pt x="283" y="256"/>
                  </a:cubicBezTo>
                  <a:cubicBezTo>
                    <a:pt x="291" y="252"/>
                    <a:pt x="303" y="247"/>
                    <a:pt x="313" y="242"/>
                  </a:cubicBezTo>
                  <a:cubicBezTo>
                    <a:pt x="326" y="236"/>
                    <a:pt x="337" y="230"/>
                    <a:pt x="348" y="225"/>
                  </a:cubicBezTo>
                  <a:cubicBezTo>
                    <a:pt x="354" y="222"/>
                    <a:pt x="360" y="220"/>
                    <a:pt x="366" y="217"/>
                  </a:cubicBezTo>
                  <a:cubicBezTo>
                    <a:pt x="367" y="216"/>
                    <a:pt x="368" y="216"/>
                    <a:pt x="370" y="215"/>
                  </a:cubicBezTo>
                  <a:cubicBezTo>
                    <a:pt x="371" y="215"/>
                    <a:pt x="371" y="215"/>
                    <a:pt x="371" y="215"/>
                  </a:cubicBezTo>
                  <a:cubicBezTo>
                    <a:pt x="372" y="214"/>
                    <a:pt x="372" y="214"/>
                    <a:pt x="372" y="214"/>
                  </a:cubicBezTo>
                  <a:cubicBezTo>
                    <a:pt x="372" y="214"/>
                    <a:pt x="372" y="214"/>
                    <a:pt x="372" y="214"/>
                  </a:cubicBezTo>
                  <a:cubicBezTo>
                    <a:pt x="373" y="214"/>
                    <a:pt x="373" y="214"/>
                    <a:pt x="373" y="214"/>
                  </a:cubicBezTo>
                  <a:cubicBezTo>
                    <a:pt x="375" y="213"/>
                    <a:pt x="376" y="212"/>
                    <a:pt x="378" y="212"/>
                  </a:cubicBezTo>
                  <a:cubicBezTo>
                    <a:pt x="383" y="209"/>
                    <a:pt x="389" y="207"/>
                    <a:pt x="395" y="204"/>
                  </a:cubicBezTo>
                  <a:cubicBezTo>
                    <a:pt x="399" y="201"/>
                    <a:pt x="402" y="198"/>
                    <a:pt x="406" y="195"/>
                  </a:cubicBezTo>
                  <a:cubicBezTo>
                    <a:pt x="407" y="194"/>
                    <a:pt x="408" y="193"/>
                    <a:pt x="409" y="193"/>
                  </a:cubicBezTo>
                  <a:cubicBezTo>
                    <a:pt x="410" y="192"/>
                    <a:pt x="411" y="191"/>
                    <a:pt x="411" y="190"/>
                  </a:cubicBezTo>
                  <a:cubicBezTo>
                    <a:pt x="412" y="188"/>
                    <a:pt x="413" y="187"/>
                    <a:pt x="413" y="184"/>
                  </a:cubicBezTo>
                  <a:cubicBezTo>
                    <a:pt x="414" y="183"/>
                    <a:pt x="414" y="181"/>
                    <a:pt x="414" y="179"/>
                  </a:cubicBezTo>
                  <a:cubicBezTo>
                    <a:pt x="414" y="178"/>
                    <a:pt x="414" y="176"/>
                    <a:pt x="413" y="175"/>
                  </a:cubicBezTo>
                  <a:cubicBezTo>
                    <a:pt x="413" y="173"/>
                    <a:pt x="413" y="172"/>
                    <a:pt x="412" y="171"/>
                  </a:cubicBezTo>
                  <a:cubicBezTo>
                    <a:pt x="412" y="170"/>
                    <a:pt x="412" y="170"/>
                    <a:pt x="411" y="169"/>
                  </a:cubicBezTo>
                  <a:cubicBezTo>
                    <a:pt x="411" y="168"/>
                    <a:pt x="411" y="168"/>
                    <a:pt x="411" y="168"/>
                  </a:cubicBezTo>
                  <a:cubicBezTo>
                    <a:pt x="411" y="168"/>
                    <a:pt x="411" y="168"/>
                    <a:pt x="411" y="168"/>
                  </a:cubicBezTo>
                  <a:cubicBezTo>
                    <a:pt x="410" y="168"/>
                    <a:pt x="410" y="168"/>
                    <a:pt x="410" y="168"/>
                  </a:cubicBezTo>
                  <a:cubicBezTo>
                    <a:pt x="392" y="156"/>
                    <a:pt x="392" y="156"/>
                    <a:pt x="392" y="156"/>
                  </a:cubicBezTo>
                  <a:cubicBezTo>
                    <a:pt x="383" y="151"/>
                    <a:pt x="383" y="151"/>
                    <a:pt x="383" y="151"/>
                  </a:cubicBezTo>
                  <a:cubicBezTo>
                    <a:pt x="378" y="148"/>
                    <a:pt x="378" y="148"/>
                    <a:pt x="378" y="148"/>
                  </a:cubicBezTo>
                  <a:cubicBezTo>
                    <a:pt x="377" y="147"/>
                    <a:pt x="377" y="147"/>
                    <a:pt x="377" y="147"/>
                  </a:cubicBezTo>
                  <a:cubicBezTo>
                    <a:pt x="377" y="147"/>
                    <a:pt x="377" y="147"/>
                    <a:pt x="377" y="147"/>
                  </a:cubicBezTo>
                  <a:cubicBezTo>
                    <a:pt x="376" y="146"/>
                    <a:pt x="376" y="146"/>
                    <a:pt x="376" y="146"/>
                  </a:cubicBezTo>
                  <a:cubicBezTo>
                    <a:pt x="373" y="145"/>
                    <a:pt x="373" y="145"/>
                    <a:pt x="373" y="145"/>
                  </a:cubicBezTo>
                  <a:cubicBezTo>
                    <a:pt x="359" y="139"/>
                    <a:pt x="359" y="139"/>
                    <a:pt x="359" y="139"/>
                  </a:cubicBezTo>
                  <a:cubicBezTo>
                    <a:pt x="343" y="132"/>
                    <a:pt x="327" y="125"/>
                    <a:pt x="311" y="118"/>
                  </a:cubicBezTo>
                  <a:cubicBezTo>
                    <a:pt x="286" y="107"/>
                    <a:pt x="261" y="96"/>
                    <a:pt x="236" y="86"/>
                  </a:cubicBezTo>
                  <a:cubicBezTo>
                    <a:pt x="167" y="57"/>
                    <a:pt x="167" y="57"/>
                    <a:pt x="167" y="57"/>
                  </a:cubicBezTo>
                  <a:cubicBezTo>
                    <a:pt x="144" y="47"/>
                    <a:pt x="121" y="38"/>
                    <a:pt x="98" y="28"/>
                  </a:cubicBezTo>
                  <a:cubicBezTo>
                    <a:pt x="63" y="15"/>
                    <a:pt x="63" y="15"/>
                    <a:pt x="63" y="15"/>
                  </a:cubicBezTo>
                  <a:cubicBezTo>
                    <a:pt x="51" y="10"/>
                    <a:pt x="38" y="4"/>
                    <a:pt x="25" y="1"/>
                  </a:cubicBezTo>
                  <a:cubicBezTo>
                    <a:pt x="22" y="1"/>
                    <a:pt x="20" y="0"/>
                    <a:pt x="17"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grpSp>
      <p:grpSp>
        <p:nvGrpSpPr>
          <p:cNvPr id="20" name="Group 145">
            <a:extLst>
              <a:ext uri="{FF2B5EF4-FFF2-40B4-BE49-F238E27FC236}">
                <a16:creationId xmlns:a16="http://schemas.microsoft.com/office/drawing/2014/main" id="{F2733C47-1BAC-484F-8483-5ECA089D3CB1}"/>
              </a:ext>
            </a:extLst>
          </p:cNvPr>
          <p:cNvGrpSpPr/>
          <p:nvPr/>
        </p:nvGrpSpPr>
        <p:grpSpPr>
          <a:xfrm rot="9750137">
            <a:off x="2833927" y="2930086"/>
            <a:ext cx="333289" cy="218311"/>
            <a:chOff x="8220968" y="3172428"/>
            <a:chExt cx="553183" cy="172720"/>
          </a:xfrm>
          <a:solidFill>
            <a:schemeClr val="tx2"/>
          </a:solidFill>
        </p:grpSpPr>
        <p:sp>
          <p:nvSpPr>
            <p:cNvPr id="33" name="Freeform 34">
              <a:extLst>
                <a:ext uri="{FF2B5EF4-FFF2-40B4-BE49-F238E27FC236}">
                  <a16:creationId xmlns:a16="http://schemas.microsoft.com/office/drawing/2014/main" id="{5C0406E5-1375-4FA6-85D8-7D3A94A625ED}"/>
                </a:ext>
              </a:extLst>
            </p:cNvPr>
            <p:cNvSpPr>
              <a:spLocks noChangeAspect="1"/>
            </p:cNvSpPr>
            <p:nvPr/>
          </p:nvSpPr>
          <p:spPr bwMode="auto">
            <a:xfrm>
              <a:off x="8220968" y="3257648"/>
              <a:ext cx="445771" cy="16510"/>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sp>
          <p:nvSpPr>
            <p:cNvPr id="34" name="Freeform 35">
              <a:extLst>
                <a:ext uri="{FF2B5EF4-FFF2-40B4-BE49-F238E27FC236}">
                  <a16:creationId xmlns:a16="http://schemas.microsoft.com/office/drawing/2014/main" id="{E02580DA-382C-4CB7-9F26-8AFCF60572BB}"/>
                </a:ext>
              </a:extLst>
            </p:cNvPr>
            <p:cNvSpPr>
              <a:spLocks noChangeAspect="1"/>
            </p:cNvSpPr>
            <p:nvPr/>
          </p:nvSpPr>
          <p:spPr bwMode="auto">
            <a:xfrm>
              <a:off x="8587462" y="3172428"/>
              <a:ext cx="186689" cy="172720"/>
            </a:xfrm>
            <a:custGeom>
              <a:avLst/>
              <a:gdLst>
                <a:gd name="T0" fmla="*/ 12 w 414"/>
                <a:gd name="T1" fmla="*/ 1 h 385"/>
                <a:gd name="T2" fmla="*/ 1 w 414"/>
                <a:gd name="T3" fmla="*/ 11 h 385"/>
                <a:gd name="T4" fmla="*/ 19 w 414"/>
                <a:gd name="T5" fmla="*/ 28 h 385"/>
                <a:gd name="T6" fmla="*/ 84 w 414"/>
                <a:gd name="T7" fmla="*/ 57 h 385"/>
                <a:gd name="T8" fmla="*/ 151 w 414"/>
                <a:gd name="T9" fmla="*/ 83 h 385"/>
                <a:gd name="T10" fmla="*/ 258 w 414"/>
                <a:gd name="T11" fmla="*/ 130 h 385"/>
                <a:gd name="T12" fmla="*/ 359 w 414"/>
                <a:gd name="T13" fmla="*/ 172 h 385"/>
                <a:gd name="T14" fmla="*/ 363 w 414"/>
                <a:gd name="T15" fmla="*/ 173 h 385"/>
                <a:gd name="T16" fmla="*/ 371 w 414"/>
                <a:gd name="T17" fmla="*/ 176 h 385"/>
                <a:gd name="T18" fmla="*/ 376 w 414"/>
                <a:gd name="T19" fmla="*/ 181 h 385"/>
                <a:gd name="T20" fmla="*/ 367 w 414"/>
                <a:gd name="T21" fmla="*/ 187 h 385"/>
                <a:gd name="T22" fmla="*/ 336 w 414"/>
                <a:gd name="T23" fmla="*/ 203 h 385"/>
                <a:gd name="T24" fmla="*/ 287 w 414"/>
                <a:gd name="T25" fmla="*/ 232 h 385"/>
                <a:gd name="T26" fmla="*/ 237 w 414"/>
                <a:gd name="T27" fmla="*/ 259 h 385"/>
                <a:gd name="T28" fmla="*/ 163 w 414"/>
                <a:gd name="T29" fmla="*/ 302 h 385"/>
                <a:gd name="T30" fmla="*/ 88 w 414"/>
                <a:gd name="T31" fmla="*/ 343 h 385"/>
                <a:gd name="T32" fmla="*/ 38 w 414"/>
                <a:gd name="T33" fmla="*/ 369 h 385"/>
                <a:gd name="T34" fmla="*/ 22 w 414"/>
                <a:gd name="T35" fmla="*/ 377 h 385"/>
                <a:gd name="T36" fmla="*/ 19 w 414"/>
                <a:gd name="T37" fmla="*/ 381 h 385"/>
                <a:gd name="T38" fmla="*/ 23 w 414"/>
                <a:gd name="T39" fmla="*/ 384 h 385"/>
                <a:gd name="T40" fmla="*/ 142 w 414"/>
                <a:gd name="T41" fmla="*/ 330 h 385"/>
                <a:gd name="T42" fmla="*/ 213 w 414"/>
                <a:gd name="T43" fmla="*/ 293 h 385"/>
                <a:gd name="T44" fmla="*/ 283 w 414"/>
                <a:gd name="T45" fmla="*/ 256 h 385"/>
                <a:gd name="T46" fmla="*/ 348 w 414"/>
                <a:gd name="T47" fmla="*/ 225 h 385"/>
                <a:gd name="T48" fmla="*/ 370 w 414"/>
                <a:gd name="T49" fmla="*/ 215 h 385"/>
                <a:gd name="T50" fmla="*/ 372 w 414"/>
                <a:gd name="T51" fmla="*/ 214 h 385"/>
                <a:gd name="T52" fmla="*/ 373 w 414"/>
                <a:gd name="T53" fmla="*/ 214 h 385"/>
                <a:gd name="T54" fmla="*/ 395 w 414"/>
                <a:gd name="T55" fmla="*/ 204 h 385"/>
                <a:gd name="T56" fmla="*/ 409 w 414"/>
                <a:gd name="T57" fmla="*/ 193 h 385"/>
                <a:gd name="T58" fmla="*/ 413 w 414"/>
                <a:gd name="T59" fmla="*/ 184 h 385"/>
                <a:gd name="T60" fmla="*/ 413 w 414"/>
                <a:gd name="T61" fmla="*/ 175 h 385"/>
                <a:gd name="T62" fmla="*/ 411 w 414"/>
                <a:gd name="T63" fmla="*/ 169 h 385"/>
                <a:gd name="T64" fmla="*/ 411 w 414"/>
                <a:gd name="T65" fmla="*/ 168 h 385"/>
                <a:gd name="T66" fmla="*/ 392 w 414"/>
                <a:gd name="T67" fmla="*/ 156 h 385"/>
                <a:gd name="T68" fmla="*/ 378 w 414"/>
                <a:gd name="T69" fmla="*/ 148 h 385"/>
                <a:gd name="T70" fmla="*/ 377 w 414"/>
                <a:gd name="T71" fmla="*/ 147 h 385"/>
                <a:gd name="T72" fmla="*/ 373 w 414"/>
                <a:gd name="T73" fmla="*/ 145 h 385"/>
                <a:gd name="T74" fmla="*/ 311 w 414"/>
                <a:gd name="T75" fmla="*/ 118 h 385"/>
                <a:gd name="T76" fmla="*/ 167 w 414"/>
                <a:gd name="T77" fmla="*/ 57 h 385"/>
                <a:gd name="T78" fmla="*/ 63 w 414"/>
                <a:gd name="T79" fmla="*/ 15 h 385"/>
                <a:gd name="T80" fmla="*/ 17 w 414"/>
                <a:gd name="T81" fmla="*/ 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4" h="385">
                  <a:moveTo>
                    <a:pt x="17" y="0"/>
                  </a:moveTo>
                  <a:cubicBezTo>
                    <a:pt x="16" y="0"/>
                    <a:pt x="14" y="0"/>
                    <a:pt x="12" y="1"/>
                  </a:cubicBezTo>
                  <a:cubicBezTo>
                    <a:pt x="10" y="2"/>
                    <a:pt x="7" y="4"/>
                    <a:pt x="5" y="6"/>
                  </a:cubicBezTo>
                  <a:cubicBezTo>
                    <a:pt x="3" y="7"/>
                    <a:pt x="1" y="9"/>
                    <a:pt x="1" y="11"/>
                  </a:cubicBezTo>
                  <a:cubicBezTo>
                    <a:pt x="0" y="15"/>
                    <a:pt x="2" y="17"/>
                    <a:pt x="4" y="19"/>
                  </a:cubicBezTo>
                  <a:cubicBezTo>
                    <a:pt x="8" y="23"/>
                    <a:pt x="14" y="26"/>
                    <a:pt x="19" y="28"/>
                  </a:cubicBezTo>
                  <a:cubicBezTo>
                    <a:pt x="33" y="35"/>
                    <a:pt x="48" y="42"/>
                    <a:pt x="62" y="48"/>
                  </a:cubicBezTo>
                  <a:cubicBezTo>
                    <a:pt x="70" y="51"/>
                    <a:pt x="77" y="54"/>
                    <a:pt x="84" y="57"/>
                  </a:cubicBezTo>
                  <a:cubicBezTo>
                    <a:pt x="95" y="61"/>
                    <a:pt x="106" y="65"/>
                    <a:pt x="117" y="70"/>
                  </a:cubicBezTo>
                  <a:cubicBezTo>
                    <a:pt x="128" y="74"/>
                    <a:pt x="140" y="79"/>
                    <a:pt x="151" y="83"/>
                  </a:cubicBezTo>
                  <a:cubicBezTo>
                    <a:pt x="183" y="97"/>
                    <a:pt x="183" y="97"/>
                    <a:pt x="183" y="97"/>
                  </a:cubicBezTo>
                  <a:cubicBezTo>
                    <a:pt x="208" y="107"/>
                    <a:pt x="233" y="119"/>
                    <a:pt x="258" y="130"/>
                  </a:cubicBezTo>
                  <a:cubicBezTo>
                    <a:pt x="291" y="144"/>
                    <a:pt x="323" y="158"/>
                    <a:pt x="356" y="171"/>
                  </a:cubicBezTo>
                  <a:cubicBezTo>
                    <a:pt x="359" y="172"/>
                    <a:pt x="359" y="172"/>
                    <a:pt x="359" y="172"/>
                  </a:cubicBezTo>
                  <a:cubicBezTo>
                    <a:pt x="360" y="172"/>
                    <a:pt x="360" y="172"/>
                    <a:pt x="360" y="172"/>
                  </a:cubicBezTo>
                  <a:cubicBezTo>
                    <a:pt x="363" y="173"/>
                    <a:pt x="363" y="173"/>
                    <a:pt x="363" y="173"/>
                  </a:cubicBezTo>
                  <a:cubicBezTo>
                    <a:pt x="368" y="175"/>
                    <a:pt x="368" y="175"/>
                    <a:pt x="368" y="175"/>
                  </a:cubicBezTo>
                  <a:cubicBezTo>
                    <a:pt x="369" y="176"/>
                    <a:pt x="370" y="176"/>
                    <a:pt x="371" y="176"/>
                  </a:cubicBezTo>
                  <a:cubicBezTo>
                    <a:pt x="372" y="177"/>
                    <a:pt x="374" y="177"/>
                    <a:pt x="374" y="178"/>
                  </a:cubicBezTo>
                  <a:cubicBezTo>
                    <a:pt x="375" y="179"/>
                    <a:pt x="376" y="180"/>
                    <a:pt x="376" y="181"/>
                  </a:cubicBezTo>
                  <a:cubicBezTo>
                    <a:pt x="376" y="182"/>
                    <a:pt x="375" y="183"/>
                    <a:pt x="374" y="183"/>
                  </a:cubicBezTo>
                  <a:cubicBezTo>
                    <a:pt x="372" y="185"/>
                    <a:pt x="370" y="186"/>
                    <a:pt x="367" y="187"/>
                  </a:cubicBezTo>
                  <a:cubicBezTo>
                    <a:pt x="354" y="194"/>
                    <a:pt x="354" y="194"/>
                    <a:pt x="354" y="194"/>
                  </a:cubicBezTo>
                  <a:cubicBezTo>
                    <a:pt x="348" y="197"/>
                    <a:pt x="342" y="200"/>
                    <a:pt x="336" y="203"/>
                  </a:cubicBezTo>
                  <a:cubicBezTo>
                    <a:pt x="328" y="208"/>
                    <a:pt x="320" y="213"/>
                    <a:pt x="311" y="218"/>
                  </a:cubicBezTo>
                  <a:cubicBezTo>
                    <a:pt x="303" y="223"/>
                    <a:pt x="295" y="227"/>
                    <a:pt x="287" y="232"/>
                  </a:cubicBezTo>
                  <a:cubicBezTo>
                    <a:pt x="278" y="237"/>
                    <a:pt x="270" y="241"/>
                    <a:pt x="262" y="246"/>
                  </a:cubicBezTo>
                  <a:cubicBezTo>
                    <a:pt x="253" y="250"/>
                    <a:pt x="245" y="254"/>
                    <a:pt x="237" y="259"/>
                  </a:cubicBezTo>
                  <a:cubicBezTo>
                    <a:pt x="220" y="268"/>
                    <a:pt x="204" y="278"/>
                    <a:pt x="188" y="288"/>
                  </a:cubicBezTo>
                  <a:cubicBezTo>
                    <a:pt x="180" y="292"/>
                    <a:pt x="172" y="297"/>
                    <a:pt x="163" y="302"/>
                  </a:cubicBezTo>
                  <a:cubicBezTo>
                    <a:pt x="155" y="306"/>
                    <a:pt x="147" y="311"/>
                    <a:pt x="138" y="316"/>
                  </a:cubicBezTo>
                  <a:cubicBezTo>
                    <a:pt x="122" y="325"/>
                    <a:pt x="105" y="334"/>
                    <a:pt x="88" y="343"/>
                  </a:cubicBezTo>
                  <a:cubicBezTo>
                    <a:pt x="80" y="347"/>
                    <a:pt x="71" y="352"/>
                    <a:pt x="63" y="356"/>
                  </a:cubicBezTo>
                  <a:cubicBezTo>
                    <a:pt x="54" y="360"/>
                    <a:pt x="46" y="365"/>
                    <a:pt x="38" y="369"/>
                  </a:cubicBezTo>
                  <a:cubicBezTo>
                    <a:pt x="26" y="376"/>
                    <a:pt x="26" y="376"/>
                    <a:pt x="26" y="376"/>
                  </a:cubicBezTo>
                  <a:cubicBezTo>
                    <a:pt x="22" y="377"/>
                    <a:pt x="22" y="377"/>
                    <a:pt x="22" y="377"/>
                  </a:cubicBezTo>
                  <a:cubicBezTo>
                    <a:pt x="21" y="378"/>
                    <a:pt x="20" y="378"/>
                    <a:pt x="19" y="379"/>
                  </a:cubicBezTo>
                  <a:cubicBezTo>
                    <a:pt x="19" y="379"/>
                    <a:pt x="19" y="380"/>
                    <a:pt x="19" y="381"/>
                  </a:cubicBezTo>
                  <a:cubicBezTo>
                    <a:pt x="19" y="383"/>
                    <a:pt x="21" y="385"/>
                    <a:pt x="22" y="385"/>
                  </a:cubicBezTo>
                  <a:cubicBezTo>
                    <a:pt x="23" y="385"/>
                    <a:pt x="23" y="385"/>
                    <a:pt x="23" y="384"/>
                  </a:cubicBezTo>
                  <a:cubicBezTo>
                    <a:pt x="55" y="371"/>
                    <a:pt x="86" y="355"/>
                    <a:pt x="118" y="341"/>
                  </a:cubicBezTo>
                  <a:cubicBezTo>
                    <a:pt x="126" y="338"/>
                    <a:pt x="134" y="334"/>
                    <a:pt x="142" y="330"/>
                  </a:cubicBezTo>
                  <a:cubicBezTo>
                    <a:pt x="150" y="327"/>
                    <a:pt x="158" y="322"/>
                    <a:pt x="166" y="318"/>
                  </a:cubicBezTo>
                  <a:cubicBezTo>
                    <a:pt x="181" y="310"/>
                    <a:pt x="197" y="301"/>
                    <a:pt x="213" y="293"/>
                  </a:cubicBezTo>
                  <a:cubicBezTo>
                    <a:pt x="228" y="285"/>
                    <a:pt x="244" y="276"/>
                    <a:pt x="259" y="268"/>
                  </a:cubicBezTo>
                  <a:cubicBezTo>
                    <a:pt x="267" y="264"/>
                    <a:pt x="275" y="260"/>
                    <a:pt x="283" y="256"/>
                  </a:cubicBezTo>
                  <a:cubicBezTo>
                    <a:pt x="291" y="252"/>
                    <a:pt x="303" y="247"/>
                    <a:pt x="313" y="242"/>
                  </a:cubicBezTo>
                  <a:cubicBezTo>
                    <a:pt x="326" y="236"/>
                    <a:pt x="337" y="230"/>
                    <a:pt x="348" y="225"/>
                  </a:cubicBezTo>
                  <a:cubicBezTo>
                    <a:pt x="354" y="222"/>
                    <a:pt x="360" y="220"/>
                    <a:pt x="366" y="217"/>
                  </a:cubicBezTo>
                  <a:cubicBezTo>
                    <a:pt x="367" y="216"/>
                    <a:pt x="368" y="216"/>
                    <a:pt x="370" y="215"/>
                  </a:cubicBezTo>
                  <a:cubicBezTo>
                    <a:pt x="371" y="215"/>
                    <a:pt x="371" y="215"/>
                    <a:pt x="371" y="215"/>
                  </a:cubicBezTo>
                  <a:cubicBezTo>
                    <a:pt x="372" y="214"/>
                    <a:pt x="372" y="214"/>
                    <a:pt x="372" y="214"/>
                  </a:cubicBezTo>
                  <a:cubicBezTo>
                    <a:pt x="372" y="214"/>
                    <a:pt x="372" y="214"/>
                    <a:pt x="372" y="214"/>
                  </a:cubicBezTo>
                  <a:cubicBezTo>
                    <a:pt x="373" y="214"/>
                    <a:pt x="373" y="214"/>
                    <a:pt x="373" y="214"/>
                  </a:cubicBezTo>
                  <a:cubicBezTo>
                    <a:pt x="375" y="213"/>
                    <a:pt x="376" y="212"/>
                    <a:pt x="378" y="212"/>
                  </a:cubicBezTo>
                  <a:cubicBezTo>
                    <a:pt x="383" y="209"/>
                    <a:pt x="389" y="207"/>
                    <a:pt x="395" y="204"/>
                  </a:cubicBezTo>
                  <a:cubicBezTo>
                    <a:pt x="399" y="201"/>
                    <a:pt x="402" y="198"/>
                    <a:pt x="406" y="195"/>
                  </a:cubicBezTo>
                  <a:cubicBezTo>
                    <a:pt x="407" y="194"/>
                    <a:pt x="408" y="193"/>
                    <a:pt x="409" y="193"/>
                  </a:cubicBezTo>
                  <a:cubicBezTo>
                    <a:pt x="410" y="192"/>
                    <a:pt x="411" y="191"/>
                    <a:pt x="411" y="190"/>
                  </a:cubicBezTo>
                  <a:cubicBezTo>
                    <a:pt x="412" y="188"/>
                    <a:pt x="413" y="187"/>
                    <a:pt x="413" y="184"/>
                  </a:cubicBezTo>
                  <a:cubicBezTo>
                    <a:pt x="414" y="183"/>
                    <a:pt x="414" y="181"/>
                    <a:pt x="414" y="179"/>
                  </a:cubicBezTo>
                  <a:cubicBezTo>
                    <a:pt x="414" y="178"/>
                    <a:pt x="414" y="176"/>
                    <a:pt x="413" y="175"/>
                  </a:cubicBezTo>
                  <a:cubicBezTo>
                    <a:pt x="413" y="173"/>
                    <a:pt x="413" y="172"/>
                    <a:pt x="412" y="171"/>
                  </a:cubicBezTo>
                  <a:cubicBezTo>
                    <a:pt x="412" y="170"/>
                    <a:pt x="412" y="170"/>
                    <a:pt x="411" y="169"/>
                  </a:cubicBezTo>
                  <a:cubicBezTo>
                    <a:pt x="411" y="168"/>
                    <a:pt x="411" y="168"/>
                    <a:pt x="411" y="168"/>
                  </a:cubicBezTo>
                  <a:cubicBezTo>
                    <a:pt x="411" y="168"/>
                    <a:pt x="411" y="168"/>
                    <a:pt x="411" y="168"/>
                  </a:cubicBezTo>
                  <a:cubicBezTo>
                    <a:pt x="410" y="168"/>
                    <a:pt x="410" y="168"/>
                    <a:pt x="410" y="168"/>
                  </a:cubicBezTo>
                  <a:cubicBezTo>
                    <a:pt x="392" y="156"/>
                    <a:pt x="392" y="156"/>
                    <a:pt x="392" y="156"/>
                  </a:cubicBezTo>
                  <a:cubicBezTo>
                    <a:pt x="383" y="151"/>
                    <a:pt x="383" y="151"/>
                    <a:pt x="383" y="151"/>
                  </a:cubicBezTo>
                  <a:cubicBezTo>
                    <a:pt x="378" y="148"/>
                    <a:pt x="378" y="148"/>
                    <a:pt x="378" y="148"/>
                  </a:cubicBezTo>
                  <a:cubicBezTo>
                    <a:pt x="377" y="147"/>
                    <a:pt x="377" y="147"/>
                    <a:pt x="377" y="147"/>
                  </a:cubicBezTo>
                  <a:cubicBezTo>
                    <a:pt x="377" y="147"/>
                    <a:pt x="377" y="147"/>
                    <a:pt x="377" y="147"/>
                  </a:cubicBezTo>
                  <a:cubicBezTo>
                    <a:pt x="376" y="146"/>
                    <a:pt x="376" y="146"/>
                    <a:pt x="376" y="146"/>
                  </a:cubicBezTo>
                  <a:cubicBezTo>
                    <a:pt x="373" y="145"/>
                    <a:pt x="373" y="145"/>
                    <a:pt x="373" y="145"/>
                  </a:cubicBezTo>
                  <a:cubicBezTo>
                    <a:pt x="359" y="139"/>
                    <a:pt x="359" y="139"/>
                    <a:pt x="359" y="139"/>
                  </a:cubicBezTo>
                  <a:cubicBezTo>
                    <a:pt x="343" y="132"/>
                    <a:pt x="327" y="125"/>
                    <a:pt x="311" y="118"/>
                  </a:cubicBezTo>
                  <a:cubicBezTo>
                    <a:pt x="286" y="107"/>
                    <a:pt x="261" y="96"/>
                    <a:pt x="236" y="86"/>
                  </a:cubicBezTo>
                  <a:cubicBezTo>
                    <a:pt x="167" y="57"/>
                    <a:pt x="167" y="57"/>
                    <a:pt x="167" y="57"/>
                  </a:cubicBezTo>
                  <a:cubicBezTo>
                    <a:pt x="144" y="47"/>
                    <a:pt x="121" y="38"/>
                    <a:pt x="98" y="28"/>
                  </a:cubicBezTo>
                  <a:cubicBezTo>
                    <a:pt x="63" y="15"/>
                    <a:pt x="63" y="15"/>
                    <a:pt x="63" y="15"/>
                  </a:cubicBezTo>
                  <a:cubicBezTo>
                    <a:pt x="51" y="10"/>
                    <a:pt x="38" y="4"/>
                    <a:pt x="25" y="1"/>
                  </a:cubicBezTo>
                  <a:cubicBezTo>
                    <a:pt x="22" y="1"/>
                    <a:pt x="20" y="0"/>
                    <a:pt x="17" y="0"/>
                  </a:cubicBezTo>
                </a:path>
              </a:pathLst>
            </a:custGeom>
            <a:ln/>
          </p:spPr>
          <p:style>
            <a:lnRef idx="1">
              <a:schemeClr val="accent4"/>
            </a:lnRef>
            <a:fillRef idx="0">
              <a:schemeClr val="accent4"/>
            </a:fillRef>
            <a:effectRef idx="0">
              <a:schemeClr val="accent4"/>
            </a:effectRef>
            <a:fontRef idx="minor">
              <a:schemeClr val="tx1"/>
            </a:fontRef>
          </p:style>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GB" sz="1013"/>
            </a:p>
          </p:txBody>
        </p:sp>
      </p:grpSp>
      <p:sp>
        <p:nvSpPr>
          <p:cNvPr id="22" name="テキスト ボックス 34">
            <a:extLst>
              <a:ext uri="{FF2B5EF4-FFF2-40B4-BE49-F238E27FC236}">
                <a16:creationId xmlns:a16="http://schemas.microsoft.com/office/drawing/2014/main" id="{FD03BE56-F42D-4F89-A834-0F3EE6915F73}"/>
              </a:ext>
            </a:extLst>
          </p:cNvPr>
          <p:cNvSpPr txBox="1">
            <a:spLocks/>
          </p:cNvSpPr>
          <p:nvPr/>
        </p:nvSpPr>
        <p:spPr>
          <a:xfrm>
            <a:off x="6586171" y="1629862"/>
            <a:ext cx="1345240" cy="276999"/>
          </a:xfrm>
          <a:prstGeom prst="rect">
            <a:avLst/>
          </a:prstGeom>
          <a:noFill/>
          <a:ln>
            <a:noFill/>
          </a:ln>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200" dirty="0">
                <a:solidFill>
                  <a:srgbClr val="7030A0"/>
                </a:solidFill>
              </a:rPr>
              <a:t>工程ファイルを送信</a:t>
            </a:r>
            <a:endParaRPr kumimoji="1" lang="en-US" altLang="ja-JP" sz="1200" dirty="0">
              <a:solidFill>
                <a:srgbClr val="7030A0"/>
              </a:solidFill>
            </a:endParaRPr>
          </a:p>
        </p:txBody>
      </p:sp>
      <p:sp>
        <p:nvSpPr>
          <p:cNvPr id="23" name="文本框 66">
            <a:extLst>
              <a:ext uri="{FF2B5EF4-FFF2-40B4-BE49-F238E27FC236}">
                <a16:creationId xmlns:a16="http://schemas.microsoft.com/office/drawing/2014/main" id="{CBE79B48-DAE0-4ED8-888B-9B18BAE6BD03}"/>
              </a:ext>
            </a:extLst>
          </p:cNvPr>
          <p:cNvSpPr txBox="1"/>
          <p:nvPr/>
        </p:nvSpPr>
        <p:spPr>
          <a:xfrm>
            <a:off x="6701417" y="2255126"/>
            <a:ext cx="1171066" cy="27699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ja-JP" sz="1200" dirty="0">
                <a:latin typeface="Meiryo UI" panose="020B0604030504040204" pitchFamily="50" charset="-128"/>
                <a:ea typeface="Meiryo UI" panose="020B0604030504040204" pitchFamily="50" charset="-128"/>
              </a:rPr>
              <a:t>Raspberry Pi</a:t>
            </a:r>
            <a:endParaRPr lang="ja-JP" altLang="en-US" sz="1200" dirty="0"/>
          </a:p>
        </p:txBody>
      </p:sp>
      <p:sp>
        <p:nvSpPr>
          <p:cNvPr id="24" name="テキスト ボックス 285">
            <a:extLst>
              <a:ext uri="{FF2B5EF4-FFF2-40B4-BE49-F238E27FC236}">
                <a16:creationId xmlns:a16="http://schemas.microsoft.com/office/drawing/2014/main" id="{825BE764-DFAF-4F6D-8881-25E272AF48CA}"/>
              </a:ext>
            </a:extLst>
          </p:cNvPr>
          <p:cNvSpPr txBox="1"/>
          <p:nvPr/>
        </p:nvSpPr>
        <p:spPr>
          <a:xfrm>
            <a:off x="6609708" y="3418794"/>
            <a:ext cx="861133" cy="27699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none" rtlCol="0" anchor="t">
            <a:sp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kumimoji="1" lang="ja-JP" altLang="en-US" sz="1200" dirty="0">
                <a:latin typeface="Meiryo UI" panose="020B0604030504040204" pitchFamily="50" charset="-128"/>
                <a:ea typeface="Meiryo UI" panose="020B0604030504040204" pitchFamily="50" charset="-128"/>
              </a:rPr>
              <a:t>マシン本体</a:t>
            </a:r>
          </a:p>
        </p:txBody>
      </p:sp>
      <p:cxnSp>
        <p:nvCxnSpPr>
          <p:cNvPr id="25" name="直線コネクタ 24">
            <a:extLst>
              <a:ext uri="{FF2B5EF4-FFF2-40B4-BE49-F238E27FC236}">
                <a16:creationId xmlns:a16="http://schemas.microsoft.com/office/drawing/2014/main" id="{9DE2E09A-7A98-40FC-8E1C-2E54CB7B3E4C}"/>
              </a:ext>
            </a:extLst>
          </p:cNvPr>
          <p:cNvCxnSpPr>
            <a:cxnSpLocks/>
          </p:cNvCxnSpPr>
          <p:nvPr/>
        </p:nvCxnSpPr>
        <p:spPr>
          <a:xfrm rot="5400000" flipH="1">
            <a:off x="6203256" y="1802165"/>
            <a:ext cx="612000" cy="0"/>
          </a:xfrm>
          <a:prstGeom prst="line">
            <a:avLst/>
          </a:prstGeom>
          <a:ln w="38100">
            <a:solidFill>
              <a:srgbClr val="7030A0"/>
            </a:solidFill>
            <a:prstDash val="sys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1C2B2E4B-BCE6-4772-971A-9212ADB8CEC3}"/>
              </a:ext>
            </a:extLst>
          </p:cNvPr>
          <p:cNvCxnSpPr>
            <a:cxnSpLocks/>
          </p:cNvCxnSpPr>
          <p:nvPr/>
        </p:nvCxnSpPr>
        <p:spPr>
          <a:xfrm rot="5400000" flipH="1">
            <a:off x="6203256" y="2952429"/>
            <a:ext cx="612000" cy="0"/>
          </a:xfrm>
          <a:prstGeom prst="line">
            <a:avLst/>
          </a:prstGeom>
          <a:ln w="38100">
            <a:solidFill>
              <a:srgbClr val="7030A0"/>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sp>
        <p:nvSpPr>
          <p:cNvPr id="27" name="テキスト ボックス 35">
            <a:extLst>
              <a:ext uri="{FF2B5EF4-FFF2-40B4-BE49-F238E27FC236}">
                <a16:creationId xmlns:a16="http://schemas.microsoft.com/office/drawing/2014/main" id="{1560FDA0-F50A-4AFA-99B4-6C4FAED692B3}"/>
              </a:ext>
            </a:extLst>
          </p:cNvPr>
          <p:cNvSpPr txBox="1">
            <a:spLocks/>
          </p:cNvSpPr>
          <p:nvPr/>
        </p:nvSpPr>
        <p:spPr>
          <a:xfrm>
            <a:off x="6546048" y="2777061"/>
            <a:ext cx="1514536" cy="276999"/>
          </a:xfrm>
          <a:prstGeom prst="rect">
            <a:avLst/>
          </a:prstGeom>
          <a:noFill/>
          <a:ln>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200" dirty="0">
                <a:solidFill>
                  <a:srgbClr val="7030A0"/>
                </a:solidFill>
              </a:rPr>
              <a:t>コマンドを順番に実行</a:t>
            </a:r>
            <a:endParaRPr kumimoji="1" lang="en-US" altLang="ja-JP" sz="1200" dirty="0">
              <a:solidFill>
                <a:srgbClr val="7030A0"/>
              </a:solidFill>
            </a:endParaRPr>
          </a:p>
        </p:txBody>
      </p:sp>
      <p:sp>
        <p:nvSpPr>
          <p:cNvPr id="28" name="文本框 71">
            <a:extLst>
              <a:ext uri="{FF2B5EF4-FFF2-40B4-BE49-F238E27FC236}">
                <a16:creationId xmlns:a16="http://schemas.microsoft.com/office/drawing/2014/main" id="{192F2AE3-D9D0-49F9-900A-B38A294EAEB4}"/>
              </a:ext>
            </a:extLst>
          </p:cNvPr>
          <p:cNvSpPr txBox="1"/>
          <p:nvPr/>
        </p:nvSpPr>
        <p:spPr>
          <a:xfrm>
            <a:off x="4945783" y="4157758"/>
            <a:ext cx="4004141"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lgn="l">
              <a:buFont typeface="Wingdings" panose="05000000000000000000" pitchFamily="2" charset="2"/>
              <a:buChar char="Ø"/>
            </a:pPr>
            <a:r>
              <a:rPr lang="ja-JP" altLang="en-US" sz="1200" dirty="0">
                <a:latin typeface="+mn-ea"/>
              </a:rPr>
              <a:t>作業工程を </a:t>
            </a:r>
            <a:r>
              <a:rPr lang="en-US" altLang="ja-JP" sz="1200" dirty="0" err="1">
                <a:latin typeface="+mn-ea"/>
              </a:rPr>
              <a:t>HostPC</a:t>
            </a:r>
            <a:r>
              <a:rPr lang="ja-JP" altLang="en-US" sz="1200" dirty="0">
                <a:latin typeface="+mn-ea"/>
              </a:rPr>
              <a:t> から </a:t>
            </a:r>
            <a:r>
              <a:rPr lang="en-US" altLang="ja-JP" sz="1200" dirty="0">
                <a:latin typeface="+mn-ea"/>
              </a:rPr>
              <a:t>Raspberry Pi </a:t>
            </a:r>
            <a:r>
              <a:rPr lang="ja-JP" altLang="en-US" sz="1200" dirty="0">
                <a:latin typeface="+mn-ea"/>
              </a:rPr>
              <a:t>に送信</a:t>
            </a:r>
            <a:endParaRPr lang="en-US" altLang="ja-JP" sz="1200" dirty="0">
              <a:latin typeface="+mn-ea"/>
            </a:endParaRPr>
          </a:p>
          <a:p>
            <a:pPr marL="171450" indent="-171450" algn="l">
              <a:buFont typeface="Wingdings" panose="05000000000000000000" pitchFamily="2" charset="2"/>
              <a:buChar char="Ø"/>
            </a:pPr>
            <a:r>
              <a:rPr lang="en-US" altLang="ja-JP" sz="1200" dirty="0">
                <a:latin typeface="+mn-ea"/>
              </a:rPr>
              <a:t>Raspberry Pi</a:t>
            </a:r>
            <a:r>
              <a:rPr lang="ja-JP" altLang="en-US" sz="1200" dirty="0">
                <a:latin typeface="+mn-ea"/>
              </a:rPr>
              <a:t>は工程ファイルを解析してマシンに設定</a:t>
            </a:r>
            <a:endParaRPr lang="en-US" altLang="ja-JP" sz="1200" dirty="0">
              <a:latin typeface="+mn-ea"/>
            </a:endParaRPr>
          </a:p>
          <a:p>
            <a:pPr algn="l"/>
            <a:r>
              <a:rPr lang="ja-JP" altLang="en-US" sz="1200" dirty="0">
                <a:latin typeface="+mn-ea"/>
              </a:rPr>
              <a:t>（</a:t>
            </a:r>
            <a:r>
              <a:rPr lang="ja-JP" altLang="en-US" sz="1200" b="1" dirty="0">
                <a:solidFill>
                  <a:srgbClr val="C00000"/>
                </a:solidFill>
                <a:latin typeface="+mn-ea"/>
              </a:rPr>
              <a:t>自動連続作業</a:t>
            </a:r>
            <a:r>
              <a:rPr lang="ja-JP" altLang="en-US" sz="1200" dirty="0">
                <a:latin typeface="+mn-ea"/>
              </a:rPr>
              <a:t>、作業者手動操作は最小に）　</a:t>
            </a:r>
          </a:p>
        </p:txBody>
      </p:sp>
      <p:cxnSp>
        <p:nvCxnSpPr>
          <p:cNvPr id="29" name="直線コネクタ 28">
            <a:extLst>
              <a:ext uri="{FF2B5EF4-FFF2-40B4-BE49-F238E27FC236}">
                <a16:creationId xmlns:a16="http://schemas.microsoft.com/office/drawing/2014/main" id="{51A737CA-49FE-47D8-A73C-6B66F27B1AAB}"/>
              </a:ext>
            </a:extLst>
          </p:cNvPr>
          <p:cNvCxnSpPr>
            <a:cxnSpLocks/>
          </p:cNvCxnSpPr>
          <p:nvPr/>
        </p:nvCxnSpPr>
        <p:spPr>
          <a:xfrm rot="16200000" flipH="1" flipV="1">
            <a:off x="5922214" y="2920959"/>
            <a:ext cx="612000" cy="0"/>
          </a:xfrm>
          <a:prstGeom prst="line">
            <a:avLst/>
          </a:prstGeom>
          <a:ln w="38100">
            <a:solidFill>
              <a:srgbClr val="7030A0"/>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870D08B-1AFC-4754-86B0-180EFCA31AFD}"/>
              </a:ext>
            </a:extLst>
          </p:cNvPr>
          <p:cNvCxnSpPr>
            <a:cxnSpLocks/>
          </p:cNvCxnSpPr>
          <p:nvPr/>
        </p:nvCxnSpPr>
        <p:spPr>
          <a:xfrm rot="16200000" flipH="1" flipV="1">
            <a:off x="5954965" y="1734481"/>
            <a:ext cx="612000" cy="0"/>
          </a:xfrm>
          <a:prstGeom prst="line">
            <a:avLst/>
          </a:prstGeom>
          <a:ln w="38100">
            <a:solidFill>
              <a:srgbClr val="7030A0"/>
            </a:solidFill>
            <a:prstDash val="sysDash"/>
            <a:headEnd type="arrow"/>
            <a:tailEnd type="none"/>
          </a:ln>
        </p:spPr>
        <p:style>
          <a:lnRef idx="1">
            <a:schemeClr val="accent1"/>
          </a:lnRef>
          <a:fillRef idx="0">
            <a:schemeClr val="accent1"/>
          </a:fillRef>
          <a:effectRef idx="0">
            <a:schemeClr val="accent1"/>
          </a:effectRef>
          <a:fontRef idx="minor">
            <a:schemeClr val="tx1"/>
          </a:fontRef>
        </p:style>
      </p:cxnSp>
      <p:sp>
        <p:nvSpPr>
          <p:cNvPr id="31" name="テキスト ボックス 35">
            <a:extLst>
              <a:ext uri="{FF2B5EF4-FFF2-40B4-BE49-F238E27FC236}">
                <a16:creationId xmlns:a16="http://schemas.microsoft.com/office/drawing/2014/main" id="{EF195626-5802-4A6F-850B-060B327BD053}"/>
              </a:ext>
            </a:extLst>
          </p:cNvPr>
          <p:cNvSpPr txBox="1">
            <a:spLocks/>
          </p:cNvSpPr>
          <p:nvPr/>
        </p:nvSpPr>
        <p:spPr>
          <a:xfrm>
            <a:off x="4857511" y="2826978"/>
            <a:ext cx="1455620" cy="276999"/>
          </a:xfrm>
          <a:prstGeom prst="rect">
            <a:avLst/>
          </a:prstGeom>
          <a:noFill/>
          <a:ln>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200" dirty="0">
                <a:solidFill>
                  <a:srgbClr val="7030A0"/>
                </a:solidFill>
              </a:rPr>
              <a:t>コマンド結果を返答</a:t>
            </a:r>
            <a:endParaRPr kumimoji="1" lang="en-US" altLang="ja-JP" sz="1200" dirty="0">
              <a:solidFill>
                <a:srgbClr val="7030A0"/>
              </a:solidFill>
            </a:endParaRPr>
          </a:p>
        </p:txBody>
      </p:sp>
      <p:sp>
        <p:nvSpPr>
          <p:cNvPr id="32" name="テキスト ボックス 35">
            <a:extLst>
              <a:ext uri="{FF2B5EF4-FFF2-40B4-BE49-F238E27FC236}">
                <a16:creationId xmlns:a16="http://schemas.microsoft.com/office/drawing/2014/main" id="{901C4714-6612-47C2-9D21-F12D973E06FD}"/>
              </a:ext>
            </a:extLst>
          </p:cNvPr>
          <p:cNvSpPr txBox="1">
            <a:spLocks/>
          </p:cNvSpPr>
          <p:nvPr/>
        </p:nvSpPr>
        <p:spPr>
          <a:xfrm>
            <a:off x="4927375" y="1492740"/>
            <a:ext cx="1444285" cy="461665"/>
          </a:xfrm>
          <a:prstGeom prst="rect">
            <a:avLst/>
          </a:prstGeom>
          <a:noFill/>
          <a:ln>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200" dirty="0">
                <a:solidFill>
                  <a:srgbClr val="7030A0"/>
                </a:solidFill>
              </a:rPr>
              <a:t>・工程問い合わせ</a:t>
            </a:r>
            <a:endParaRPr kumimoji="1" lang="en-US" altLang="ja-JP" sz="1200" dirty="0">
              <a:solidFill>
                <a:srgbClr val="7030A0"/>
              </a:solidFill>
            </a:endParaRPr>
          </a:p>
          <a:p>
            <a:r>
              <a:rPr kumimoji="1" lang="ja-JP" altLang="en-US" sz="1200" dirty="0">
                <a:solidFill>
                  <a:srgbClr val="7030A0"/>
                </a:solidFill>
              </a:rPr>
              <a:t>・結果を通知</a:t>
            </a:r>
            <a:endParaRPr kumimoji="1" lang="en-US" altLang="ja-JP" sz="1200" dirty="0">
              <a:solidFill>
                <a:srgbClr val="7030A0"/>
              </a:solidFill>
            </a:endParaRPr>
          </a:p>
        </p:txBody>
      </p:sp>
      <p:sp>
        <p:nvSpPr>
          <p:cNvPr id="39" name="タイトル 1">
            <a:extLst>
              <a:ext uri="{FF2B5EF4-FFF2-40B4-BE49-F238E27FC236}">
                <a16:creationId xmlns:a16="http://schemas.microsoft.com/office/drawing/2014/main" id="{039E8534-F077-73D7-77BF-BD011AB82511}"/>
              </a:ext>
            </a:extLst>
          </p:cNvPr>
          <p:cNvSpPr txBox="1">
            <a:spLocks/>
          </p:cNvSpPr>
          <p:nvPr/>
        </p:nvSpPr>
        <p:spPr>
          <a:xfrm>
            <a:off x="1440872" y="211931"/>
            <a:ext cx="6265069" cy="23812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ja-JP" altLang="en-US" sz="1800" dirty="0"/>
              <a:t>現行システムとの違いについて</a:t>
            </a:r>
            <a:endParaRPr lang="en-US" altLang="ja-JP" sz="1800" dirty="0"/>
          </a:p>
        </p:txBody>
      </p:sp>
      <p:pic>
        <p:nvPicPr>
          <p:cNvPr id="42" name="図 41">
            <a:extLst>
              <a:ext uri="{FF2B5EF4-FFF2-40B4-BE49-F238E27FC236}">
                <a16:creationId xmlns:a16="http://schemas.microsoft.com/office/drawing/2014/main" id="{090ECCB3-E35A-5C2F-6C74-969DDBC3FA92}"/>
              </a:ext>
            </a:extLst>
          </p:cNvPr>
          <p:cNvPicPr>
            <a:picLocks noChangeAspect="1"/>
          </p:cNvPicPr>
          <p:nvPr/>
        </p:nvPicPr>
        <p:blipFill>
          <a:blip r:embed="rId7"/>
          <a:stretch>
            <a:fillRect/>
          </a:stretch>
        </p:blipFill>
        <p:spPr>
          <a:xfrm>
            <a:off x="6197717" y="3391885"/>
            <a:ext cx="411854" cy="626440"/>
          </a:xfrm>
          <a:prstGeom prst="rect">
            <a:avLst/>
          </a:prstGeom>
        </p:spPr>
      </p:pic>
      <p:pic>
        <p:nvPicPr>
          <p:cNvPr id="43" name="図 42">
            <a:extLst>
              <a:ext uri="{FF2B5EF4-FFF2-40B4-BE49-F238E27FC236}">
                <a16:creationId xmlns:a16="http://schemas.microsoft.com/office/drawing/2014/main" id="{509E3532-46EC-EE9F-E237-D747E60EA2AC}"/>
              </a:ext>
            </a:extLst>
          </p:cNvPr>
          <p:cNvPicPr>
            <a:picLocks noChangeAspect="1"/>
          </p:cNvPicPr>
          <p:nvPr/>
        </p:nvPicPr>
        <p:blipFill>
          <a:blip r:embed="rId8"/>
          <a:stretch>
            <a:fillRect/>
          </a:stretch>
        </p:blipFill>
        <p:spPr>
          <a:xfrm>
            <a:off x="6113257" y="819080"/>
            <a:ext cx="580774" cy="580774"/>
          </a:xfrm>
          <a:prstGeom prst="rect">
            <a:avLst/>
          </a:prstGeom>
        </p:spPr>
      </p:pic>
      <p:cxnSp>
        <p:nvCxnSpPr>
          <p:cNvPr id="44" name="直線コネクタ 43">
            <a:extLst>
              <a:ext uri="{FF2B5EF4-FFF2-40B4-BE49-F238E27FC236}">
                <a16:creationId xmlns:a16="http://schemas.microsoft.com/office/drawing/2014/main" id="{46943325-0663-AB8E-A2B7-F9121670E502}"/>
              </a:ext>
            </a:extLst>
          </p:cNvPr>
          <p:cNvCxnSpPr>
            <a:cxnSpLocks/>
          </p:cNvCxnSpPr>
          <p:nvPr/>
        </p:nvCxnSpPr>
        <p:spPr>
          <a:xfrm>
            <a:off x="6814963" y="1235933"/>
            <a:ext cx="655878" cy="0"/>
          </a:xfrm>
          <a:prstGeom prst="line">
            <a:avLst/>
          </a:prstGeom>
          <a:ln w="38100">
            <a:solidFill>
              <a:srgbClr val="7030A0"/>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DA8DC3CF-7B9E-5724-533F-3AAE522F5F6D}"/>
              </a:ext>
            </a:extLst>
          </p:cNvPr>
          <p:cNvCxnSpPr>
            <a:cxnSpLocks/>
          </p:cNvCxnSpPr>
          <p:nvPr/>
        </p:nvCxnSpPr>
        <p:spPr>
          <a:xfrm flipH="1">
            <a:off x="6825729" y="1055846"/>
            <a:ext cx="645112" cy="0"/>
          </a:xfrm>
          <a:prstGeom prst="line">
            <a:avLst/>
          </a:prstGeom>
          <a:ln w="38100">
            <a:solidFill>
              <a:srgbClr val="7030A0"/>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848206DE-8876-90A5-93E0-00CA644D89FB}"/>
              </a:ext>
            </a:extLst>
          </p:cNvPr>
          <p:cNvPicPr>
            <a:picLocks noChangeAspect="1"/>
          </p:cNvPicPr>
          <p:nvPr/>
        </p:nvPicPr>
        <p:blipFill>
          <a:blip r:embed="rId9"/>
          <a:stretch>
            <a:fillRect/>
          </a:stretch>
        </p:blipFill>
        <p:spPr>
          <a:xfrm>
            <a:off x="7591773" y="876230"/>
            <a:ext cx="457218" cy="457218"/>
          </a:xfrm>
          <a:prstGeom prst="rect">
            <a:avLst/>
          </a:prstGeom>
        </p:spPr>
      </p:pic>
      <p:sp>
        <p:nvSpPr>
          <p:cNvPr id="51" name="テキスト ボックス 284">
            <a:extLst>
              <a:ext uri="{FF2B5EF4-FFF2-40B4-BE49-F238E27FC236}">
                <a16:creationId xmlns:a16="http://schemas.microsoft.com/office/drawing/2014/main" id="{50A01428-56E4-830F-358C-6BA031BA5479}"/>
              </a:ext>
            </a:extLst>
          </p:cNvPr>
          <p:cNvSpPr txBox="1"/>
          <p:nvPr/>
        </p:nvSpPr>
        <p:spPr>
          <a:xfrm>
            <a:off x="7511681" y="1273831"/>
            <a:ext cx="1149674" cy="27699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none" rtlCol="0" anchor="t">
            <a:sp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kumimoji="1" lang="ja-JP" altLang="en-US" sz="1200" dirty="0">
                <a:latin typeface="Meiryo UI" panose="020B0604030504040204" pitchFamily="50" charset="-128"/>
                <a:ea typeface="Meiryo UI" panose="020B0604030504040204" pitchFamily="50" charset="-128"/>
              </a:rPr>
              <a:t>画像解析用</a:t>
            </a:r>
            <a:r>
              <a:rPr kumimoji="1" lang="en-US" altLang="ja-JP" sz="1200" dirty="0">
                <a:latin typeface="Meiryo UI" panose="020B0604030504040204" pitchFamily="50" charset="-128"/>
                <a:ea typeface="Meiryo UI" panose="020B0604030504040204" pitchFamily="50" charset="-128"/>
              </a:rPr>
              <a:t>PC</a:t>
            </a:r>
          </a:p>
        </p:txBody>
      </p:sp>
      <p:sp>
        <p:nvSpPr>
          <p:cNvPr id="52" name="テキスト ボックス 34">
            <a:extLst>
              <a:ext uri="{FF2B5EF4-FFF2-40B4-BE49-F238E27FC236}">
                <a16:creationId xmlns:a16="http://schemas.microsoft.com/office/drawing/2014/main" id="{FE68C2CD-7906-3B97-84EC-512D4E103FD6}"/>
              </a:ext>
            </a:extLst>
          </p:cNvPr>
          <p:cNvSpPr txBox="1">
            <a:spLocks/>
          </p:cNvSpPr>
          <p:nvPr/>
        </p:nvSpPr>
        <p:spPr>
          <a:xfrm>
            <a:off x="6694031" y="772790"/>
            <a:ext cx="848309" cy="276999"/>
          </a:xfrm>
          <a:prstGeom prst="rect">
            <a:avLst/>
          </a:prstGeom>
          <a:noFill/>
          <a:ln>
            <a:noFill/>
          </a:ln>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200" dirty="0">
                <a:solidFill>
                  <a:srgbClr val="7030A0"/>
                </a:solidFill>
              </a:rPr>
              <a:t>画像データ</a:t>
            </a:r>
            <a:endParaRPr kumimoji="1" lang="en-US" altLang="ja-JP" sz="1200" dirty="0">
              <a:solidFill>
                <a:srgbClr val="7030A0"/>
              </a:solidFill>
            </a:endParaRPr>
          </a:p>
        </p:txBody>
      </p:sp>
      <p:sp>
        <p:nvSpPr>
          <p:cNvPr id="53" name="テキスト ボックス 34">
            <a:extLst>
              <a:ext uri="{FF2B5EF4-FFF2-40B4-BE49-F238E27FC236}">
                <a16:creationId xmlns:a16="http://schemas.microsoft.com/office/drawing/2014/main" id="{4F27B0ED-3D39-EF5D-A218-75178DF18F4A}"/>
              </a:ext>
            </a:extLst>
          </p:cNvPr>
          <p:cNvSpPr txBox="1">
            <a:spLocks/>
          </p:cNvSpPr>
          <p:nvPr/>
        </p:nvSpPr>
        <p:spPr>
          <a:xfrm>
            <a:off x="6708625" y="1289982"/>
            <a:ext cx="800219" cy="276999"/>
          </a:xfrm>
          <a:prstGeom prst="rect">
            <a:avLst/>
          </a:prstGeom>
          <a:noFill/>
          <a:ln>
            <a:noFill/>
          </a:ln>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200" dirty="0">
                <a:solidFill>
                  <a:srgbClr val="7030A0"/>
                </a:solidFill>
              </a:rPr>
              <a:t>解析結果</a:t>
            </a:r>
            <a:endParaRPr kumimoji="1" lang="en-US" altLang="ja-JP" sz="1200" dirty="0">
              <a:solidFill>
                <a:srgbClr val="7030A0"/>
              </a:solidFill>
            </a:endParaRPr>
          </a:p>
        </p:txBody>
      </p:sp>
      <p:sp>
        <p:nvSpPr>
          <p:cNvPr id="54" name="テキスト ボックス 284">
            <a:extLst>
              <a:ext uri="{FF2B5EF4-FFF2-40B4-BE49-F238E27FC236}">
                <a16:creationId xmlns:a16="http://schemas.microsoft.com/office/drawing/2014/main" id="{4558A3C9-7DF0-9FDC-17D5-70C0FC35BCD5}"/>
              </a:ext>
            </a:extLst>
          </p:cNvPr>
          <p:cNvSpPr txBox="1"/>
          <p:nvPr/>
        </p:nvSpPr>
        <p:spPr>
          <a:xfrm>
            <a:off x="5004802" y="880869"/>
            <a:ext cx="1223412" cy="46166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none" rtlCol="0" anchor="t">
            <a:sp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kumimoji="1" lang="en-US" altLang="ja-JP" sz="1200" dirty="0" err="1">
                <a:latin typeface="Meiryo UI" panose="020B0604030504040204" pitchFamily="50" charset="-128"/>
                <a:ea typeface="Meiryo UI" panose="020B0604030504040204" pitchFamily="50" charset="-128"/>
              </a:rPr>
              <a:t>HostPC</a:t>
            </a:r>
            <a:endParaRPr kumimoji="1" lang="en-US" altLang="ja-JP" sz="1200" dirty="0">
              <a:latin typeface="Meiryo UI" panose="020B0604030504040204" pitchFamily="50" charset="-128"/>
              <a:ea typeface="Meiryo UI" panose="020B0604030504040204" pitchFamily="50" charset="-128"/>
            </a:endParaRPr>
          </a:p>
          <a:p>
            <a:pPr algn="ctr"/>
            <a:r>
              <a:rPr kumimoji="1" lang="ja-JP" altLang="en-US" sz="1200" dirty="0">
                <a:latin typeface="Meiryo UI" panose="020B0604030504040204" pitchFamily="50" charset="-128"/>
                <a:ea typeface="Meiryo UI" panose="020B0604030504040204" pitchFamily="50" charset="-128"/>
              </a:rPr>
              <a:t>・工程情報管理</a:t>
            </a:r>
            <a:endParaRPr kumimoji="1" lang="en-US" altLang="ja-JP" sz="1200" dirty="0">
              <a:latin typeface="Meiryo UI" panose="020B0604030504040204" pitchFamily="50" charset="-128"/>
              <a:ea typeface="Meiryo UI" panose="020B0604030504040204" pitchFamily="50" charset="-128"/>
            </a:endParaRPr>
          </a:p>
        </p:txBody>
      </p:sp>
      <p:sp>
        <p:nvSpPr>
          <p:cNvPr id="56" name="テキスト ボックス 285">
            <a:extLst>
              <a:ext uri="{FF2B5EF4-FFF2-40B4-BE49-F238E27FC236}">
                <a16:creationId xmlns:a16="http://schemas.microsoft.com/office/drawing/2014/main" id="{552F1B80-287E-77CF-3338-FD46C0A97B87}"/>
              </a:ext>
            </a:extLst>
          </p:cNvPr>
          <p:cNvSpPr txBox="1"/>
          <p:nvPr/>
        </p:nvSpPr>
        <p:spPr>
          <a:xfrm>
            <a:off x="6752499" y="3787636"/>
            <a:ext cx="506292" cy="27699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none" rtlCol="0" anchor="t">
            <a:spAutoFit/>
          </a:bodyP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kumimoji="1" lang="en-US" altLang="ja-JP" sz="1200" dirty="0">
                <a:latin typeface="Meiryo UI" panose="020B0604030504040204" pitchFamily="50" charset="-128"/>
                <a:ea typeface="Meiryo UI" panose="020B0604030504040204" pitchFamily="50" charset="-128"/>
              </a:rPr>
              <a:t>AGV</a:t>
            </a:r>
            <a:endParaRPr kumimoji="1" lang="ja-JP" altLang="en-US" sz="1200" dirty="0">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0234B50D-7362-A300-5567-1A6EF5B280E6}"/>
              </a:ext>
            </a:extLst>
          </p:cNvPr>
          <p:cNvPicPr>
            <a:picLocks noChangeAspect="1"/>
          </p:cNvPicPr>
          <p:nvPr/>
        </p:nvPicPr>
        <p:blipFill>
          <a:blip r:embed="rId10"/>
          <a:stretch>
            <a:fillRect/>
          </a:stretch>
        </p:blipFill>
        <p:spPr>
          <a:xfrm>
            <a:off x="6647206" y="1970300"/>
            <a:ext cx="215110" cy="215110"/>
          </a:xfrm>
          <a:prstGeom prst="rect">
            <a:avLst/>
          </a:prstGeom>
        </p:spPr>
      </p:pic>
      <p:sp>
        <p:nvSpPr>
          <p:cNvPr id="4" name="テキスト ボックス 35">
            <a:extLst>
              <a:ext uri="{FF2B5EF4-FFF2-40B4-BE49-F238E27FC236}">
                <a16:creationId xmlns:a16="http://schemas.microsoft.com/office/drawing/2014/main" id="{9DC73175-1AF8-3010-3C59-B2221ED1E227}"/>
              </a:ext>
            </a:extLst>
          </p:cNvPr>
          <p:cNvSpPr txBox="1">
            <a:spLocks/>
          </p:cNvSpPr>
          <p:nvPr/>
        </p:nvSpPr>
        <p:spPr>
          <a:xfrm>
            <a:off x="4847221" y="2049215"/>
            <a:ext cx="1345240" cy="461665"/>
          </a:xfrm>
          <a:prstGeom prst="rect">
            <a:avLst/>
          </a:prstGeom>
          <a:noFill/>
          <a:ln>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200" dirty="0">
                <a:solidFill>
                  <a:srgbClr val="7030A0"/>
                </a:solidFill>
              </a:rPr>
              <a:t>・工程ファイル解析</a:t>
            </a:r>
            <a:endParaRPr kumimoji="1" lang="en-US" altLang="ja-JP" sz="1200" dirty="0">
              <a:solidFill>
                <a:srgbClr val="7030A0"/>
              </a:solidFill>
            </a:endParaRPr>
          </a:p>
          <a:p>
            <a:r>
              <a:rPr kumimoji="1" lang="ja-JP" altLang="en-US" sz="1200" dirty="0">
                <a:solidFill>
                  <a:srgbClr val="7030A0"/>
                </a:solidFill>
              </a:rPr>
              <a:t>・コマンド生成</a:t>
            </a:r>
            <a:endParaRPr kumimoji="1" lang="en-US" altLang="ja-JP" sz="1200" dirty="0">
              <a:solidFill>
                <a:srgbClr val="7030A0"/>
              </a:solidFill>
            </a:endParaRPr>
          </a:p>
        </p:txBody>
      </p:sp>
    </p:spTree>
    <p:extLst>
      <p:ext uri="{BB962C8B-B14F-4D97-AF65-F5344CB8AC3E}">
        <p14:creationId xmlns:p14="http://schemas.microsoft.com/office/powerpoint/2010/main" val="1722429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0E939C6-01BE-62CF-AA1F-6FFA4134AD07}"/>
              </a:ext>
            </a:extLst>
          </p:cNvPr>
          <p:cNvSpPr txBox="1">
            <a:spLocks/>
          </p:cNvSpPr>
          <p:nvPr/>
        </p:nvSpPr>
        <p:spPr>
          <a:xfrm>
            <a:off x="1440872" y="211931"/>
            <a:ext cx="6265069" cy="23812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ja-JP" altLang="en-US" sz="1800" dirty="0"/>
              <a:t>現行システムとの違いについて</a:t>
            </a:r>
            <a:endParaRPr lang="en-US" altLang="ja-JP" sz="1800" dirty="0"/>
          </a:p>
        </p:txBody>
      </p:sp>
      <p:sp>
        <p:nvSpPr>
          <p:cNvPr id="4" name="正方形/長方形 3">
            <a:extLst>
              <a:ext uri="{FF2B5EF4-FFF2-40B4-BE49-F238E27FC236}">
                <a16:creationId xmlns:a16="http://schemas.microsoft.com/office/drawing/2014/main" id="{791B4296-10AD-4E9C-3004-82442AFAD864}"/>
              </a:ext>
            </a:extLst>
          </p:cNvPr>
          <p:cNvSpPr/>
          <p:nvPr/>
        </p:nvSpPr>
        <p:spPr>
          <a:xfrm>
            <a:off x="427703" y="918272"/>
            <a:ext cx="521333"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rPr>
              <a:t>2V9</a:t>
            </a:r>
          </a:p>
        </p:txBody>
      </p:sp>
      <p:sp>
        <p:nvSpPr>
          <p:cNvPr id="18" name="正方形/長方形 17">
            <a:extLst>
              <a:ext uri="{FF2B5EF4-FFF2-40B4-BE49-F238E27FC236}">
                <a16:creationId xmlns:a16="http://schemas.microsoft.com/office/drawing/2014/main" id="{61417193-0CCA-FD62-AF7F-4FE21724EA1E}"/>
              </a:ext>
            </a:extLst>
          </p:cNvPr>
          <p:cNvSpPr/>
          <p:nvPr/>
        </p:nvSpPr>
        <p:spPr>
          <a:xfrm>
            <a:off x="1855459" y="3678322"/>
            <a:ext cx="4101995"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rPr>
              <a:t>2V9_7900</a:t>
            </a:r>
            <a:r>
              <a:rPr kumimoji="1" lang="ja-JP" altLang="en-US" sz="1050" b="1" dirty="0">
                <a:solidFill>
                  <a:schemeClr val="tx1"/>
                </a:solidFill>
              </a:rPr>
              <a:t>（統合検査プログラム：従来プログラム ）</a:t>
            </a:r>
            <a:endParaRPr kumimoji="1" lang="en-US" altLang="ja-JP" sz="1050" b="1" dirty="0">
              <a:solidFill>
                <a:schemeClr val="tx1"/>
              </a:solidFill>
            </a:endParaRPr>
          </a:p>
        </p:txBody>
      </p:sp>
      <p:sp>
        <p:nvSpPr>
          <p:cNvPr id="36" name="正方形/長方形 35">
            <a:extLst>
              <a:ext uri="{FF2B5EF4-FFF2-40B4-BE49-F238E27FC236}">
                <a16:creationId xmlns:a16="http://schemas.microsoft.com/office/drawing/2014/main" id="{31D919BB-8A0E-2E61-0261-A90FC2127A49}"/>
              </a:ext>
            </a:extLst>
          </p:cNvPr>
          <p:cNvSpPr/>
          <p:nvPr/>
        </p:nvSpPr>
        <p:spPr>
          <a:xfrm>
            <a:off x="1858735" y="921539"/>
            <a:ext cx="4368242"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rPr>
              <a:t>2V9_7401</a:t>
            </a:r>
            <a:r>
              <a:rPr kumimoji="1" lang="ja-JP" altLang="en-US" sz="1050" b="1" dirty="0">
                <a:solidFill>
                  <a:schemeClr val="tx1"/>
                </a:solidFill>
              </a:rPr>
              <a:t>（</a:t>
            </a:r>
            <a:r>
              <a:rPr kumimoji="1" lang="en-US" altLang="ja-JP" sz="1050" b="1" dirty="0" err="1">
                <a:solidFill>
                  <a:schemeClr val="tx1"/>
                </a:solidFill>
              </a:rPr>
              <a:t>HostPC</a:t>
            </a:r>
            <a:r>
              <a:rPr kumimoji="1" lang="ja-JP" altLang="en-US" sz="1050" b="1" dirty="0">
                <a:solidFill>
                  <a:schemeClr val="tx1"/>
                </a:solidFill>
              </a:rPr>
              <a:t>：システム統括サーバー</a:t>
            </a:r>
            <a:r>
              <a:rPr kumimoji="1" lang="en-US" altLang="ja-JP" sz="1050" b="1" dirty="0">
                <a:solidFill>
                  <a:schemeClr val="tx1"/>
                </a:solidFill>
              </a:rPr>
              <a:t>)</a:t>
            </a:r>
            <a:r>
              <a:rPr kumimoji="1" lang="ja-JP" altLang="en-US" sz="1050" b="1" dirty="0">
                <a:solidFill>
                  <a:schemeClr val="tx1"/>
                </a:solidFill>
              </a:rPr>
              <a:t>　</a:t>
            </a:r>
            <a:endParaRPr kumimoji="1" lang="en-US" altLang="ja-JP" sz="1050" dirty="0">
              <a:solidFill>
                <a:schemeClr val="tx1"/>
              </a:solidFill>
            </a:endParaRPr>
          </a:p>
        </p:txBody>
      </p:sp>
      <p:sp>
        <p:nvSpPr>
          <p:cNvPr id="38" name="正方形/長方形 37">
            <a:extLst>
              <a:ext uri="{FF2B5EF4-FFF2-40B4-BE49-F238E27FC236}">
                <a16:creationId xmlns:a16="http://schemas.microsoft.com/office/drawing/2014/main" id="{5F1CA9B3-7C48-05BD-CB60-B1DF727E6EF3}"/>
              </a:ext>
            </a:extLst>
          </p:cNvPr>
          <p:cNvSpPr/>
          <p:nvPr/>
        </p:nvSpPr>
        <p:spPr>
          <a:xfrm>
            <a:off x="1870104" y="1389785"/>
            <a:ext cx="4368242"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rPr>
              <a:t>2V9_7402</a:t>
            </a:r>
            <a:r>
              <a:rPr kumimoji="1" lang="ja-JP" altLang="en-US" sz="1050" b="1" dirty="0">
                <a:solidFill>
                  <a:schemeClr val="tx1"/>
                </a:solidFill>
              </a:rPr>
              <a:t>（</a:t>
            </a:r>
            <a:r>
              <a:rPr kumimoji="1" lang="en-US" altLang="ja-JP" sz="1050" b="1" dirty="0" err="1">
                <a:solidFill>
                  <a:schemeClr val="tx1"/>
                </a:solidFill>
              </a:rPr>
              <a:t>RaspberryPi</a:t>
            </a:r>
            <a:r>
              <a:rPr kumimoji="1" lang="ja-JP" altLang="en-US" sz="1050" b="1" dirty="0">
                <a:solidFill>
                  <a:schemeClr val="tx1"/>
                </a:solidFill>
              </a:rPr>
              <a:t>：コマンド送信プログラム</a:t>
            </a:r>
            <a:r>
              <a:rPr kumimoji="1" lang="en-US" altLang="ja-JP" sz="1050" b="1" dirty="0">
                <a:solidFill>
                  <a:schemeClr val="tx1"/>
                </a:solidFill>
              </a:rPr>
              <a:t>)</a:t>
            </a:r>
            <a:r>
              <a:rPr kumimoji="1" lang="ja-JP" altLang="en-US" sz="1050" b="1" dirty="0">
                <a:solidFill>
                  <a:schemeClr val="tx1"/>
                </a:solidFill>
              </a:rPr>
              <a:t>　</a:t>
            </a:r>
            <a:endParaRPr kumimoji="1" lang="en-US" altLang="ja-JP" sz="1050" b="1" dirty="0">
              <a:solidFill>
                <a:schemeClr val="tx1"/>
              </a:solidFill>
            </a:endParaRPr>
          </a:p>
        </p:txBody>
      </p:sp>
      <p:sp>
        <p:nvSpPr>
          <p:cNvPr id="39" name="正方形/長方形 38">
            <a:extLst>
              <a:ext uri="{FF2B5EF4-FFF2-40B4-BE49-F238E27FC236}">
                <a16:creationId xmlns:a16="http://schemas.microsoft.com/office/drawing/2014/main" id="{F92DFF49-FDB8-B000-9B47-1A778B11CADD}"/>
              </a:ext>
            </a:extLst>
          </p:cNvPr>
          <p:cNvSpPr/>
          <p:nvPr/>
        </p:nvSpPr>
        <p:spPr>
          <a:xfrm>
            <a:off x="1870104" y="1894994"/>
            <a:ext cx="5470001"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rPr>
              <a:t>2V9_7403</a:t>
            </a:r>
            <a:r>
              <a:rPr kumimoji="1" lang="ja-JP" altLang="en-US" sz="1050" b="1" dirty="0">
                <a:solidFill>
                  <a:schemeClr val="tx1"/>
                </a:solidFill>
              </a:rPr>
              <a:t>（</a:t>
            </a:r>
            <a:r>
              <a:rPr kumimoji="1" lang="en-US" altLang="ja-JP" sz="1050" b="1" dirty="0" err="1">
                <a:solidFill>
                  <a:schemeClr val="tx1"/>
                </a:solidFill>
              </a:rPr>
              <a:t>AutoBatchFilesForImage</a:t>
            </a:r>
            <a:r>
              <a:rPr kumimoji="1" lang="ja-JP" altLang="en-US" sz="1050" b="1" dirty="0">
                <a:solidFill>
                  <a:schemeClr val="tx1"/>
                </a:solidFill>
              </a:rPr>
              <a:t>：画像解析プログラム</a:t>
            </a:r>
            <a:r>
              <a:rPr kumimoji="1" lang="en-US" altLang="ja-JP" sz="1050" b="1" dirty="0">
                <a:solidFill>
                  <a:schemeClr val="tx1"/>
                </a:solidFill>
              </a:rPr>
              <a:t>)</a:t>
            </a:r>
            <a:r>
              <a:rPr kumimoji="1" lang="ja-JP" altLang="en-US" sz="1050" b="1" dirty="0">
                <a:solidFill>
                  <a:schemeClr val="tx1"/>
                </a:solidFill>
              </a:rPr>
              <a:t>　</a:t>
            </a:r>
            <a:endParaRPr kumimoji="1" lang="en-US" altLang="ja-JP" sz="1050" dirty="0">
              <a:solidFill>
                <a:schemeClr val="tx1"/>
              </a:solidFill>
            </a:endParaRPr>
          </a:p>
        </p:txBody>
      </p:sp>
      <p:sp>
        <p:nvSpPr>
          <p:cNvPr id="40" name="正方形/長方形 39">
            <a:extLst>
              <a:ext uri="{FF2B5EF4-FFF2-40B4-BE49-F238E27FC236}">
                <a16:creationId xmlns:a16="http://schemas.microsoft.com/office/drawing/2014/main" id="{1F96B81B-7745-98B7-6BA6-A495EF0D8BFA}"/>
              </a:ext>
            </a:extLst>
          </p:cNvPr>
          <p:cNvSpPr/>
          <p:nvPr/>
        </p:nvSpPr>
        <p:spPr>
          <a:xfrm>
            <a:off x="1858735" y="2404143"/>
            <a:ext cx="4567870"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rPr>
              <a:t>2V9_7404</a:t>
            </a:r>
            <a:r>
              <a:rPr kumimoji="1" lang="ja-JP" altLang="en-US" sz="1050" b="1" dirty="0">
                <a:solidFill>
                  <a:schemeClr val="tx1"/>
                </a:solidFill>
              </a:rPr>
              <a:t>（</a:t>
            </a:r>
            <a:r>
              <a:rPr kumimoji="1" lang="en-US" altLang="ja-JP" sz="1050" b="1" dirty="0">
                <a:solidFill>
                  <a:schemeClr val="tx1"/>
                </a:solidFill>
              </a:rPr>
              <a:t>Tablet</a:t>
            </a:r>
            <a:r>
              <a:rPr kumimoji="1" lang="ja-JP" altLang="en-US" sz="1050" b="1" dirty="0">
                <a:solidFill>
                  <a:schemeClr val="tx1"/>
                </a:solidFill>
              </a:rPr>
              <a:t>：作業者作業表示</a:t>
            </a:r>
            <a:r>
              <a:rPr kumimoji="1" lang="en-US" altLang="ja-JP" sz="1050" b="1" dirty="0">
                <a:solidFill>
                  <a:schemeClr val="tx1"/>
                </a:solidFill>
              </a:rPr>
              <a:t>/</a:t>
            </a:r>
            <a:r>
              <a:rPr kumimoji="1" lang="ja-JP" altLang="en-US" sz="1050" b="1" dirty="0">
                <a:solidFill>
                  <a:schemeClr val="tx1"/>
                </a:solidFill>
              </a:rPr>
              <a:t>実施結果入力</a:t>
            </a:r>
            <a:r>
              <a:rPr kumimoji="1" lang="en-US" altLang="ja-JP" sz="1050" b="1" dirty="0">
                <a:solidFill>
                  <a:schemeClr val="tx1"/>
                </a:solidFill>
              </a:rPr>
              <a:t>)</a:t>
            </a:r>
            <a:r>
              <a:rPr kumimoji="1" lang="ja-JP" altLang="en-US" sz="1050" b="1" dirty="0">
                <a:solidFill>
                  <a:schemeClr val="tx1"/>
                </a:solidFill>
              </a:rPr>
              <a:t>　</a:t>
            </a:r>
            <a:endParaRPr kumimoji="1" lang="en-US" altLang="ja-JP" sz="1050" b="1" dirty="0">
              <a:solidFill>
                <a:schemeClr val="tx1"/>
              </a:solidFill>
            </a:endParaRPr>
          </a:p>
        </p:txBody>
      </p:sp>
      <p:sp>
        <p:nvSpPr>
          <p:cNvPr id="45" name="正方形/長方形 44">
            <a:extLst>
              <a:ext uri="{FF2B5EF4-FFF2-40B4-BE49-F238E27FC236}">
                <a16:creationId xmlns:a16="http://schemas.microsoft.com/office/drawing/2014/main" id="{9965289F-F87E-3F6B-B733-1490B2B80961}"/>
              </a:ext>
            </a:extLst>
          </p:cNvPr>
          <p:cNvSpPr/>
          <p:nvPr/>
        </p:nvSpPr>
        <p:spPr>
          <a:xfrm>
            <a:off x="1870104" y="2945928"/>
            <a:ext cx="3911363"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rPr>
              <a:t>2V9_7405</a:t>
            </a:r>
            <a:r>
              <a:rPr kumimoji="1" lang="ja-JP" altLang="en-US" sz="1050" b="1" dirty="0">
                <a:solidFill>
                  <a:schemeClr val="tx1"/>
                </a:solidFill>
              </a:rPr>
              <a:t>（</a:t>
            </a:r>
            <a:r>
              <a:rPr kumimoji="1" lang="en-US" altLang="ja-JP" sz="1050" b="1" dirty="0" err="1">
                <a:solidFill>
                  <a:schemeClr val="tx1"/>
                </a:solidFill>
              </a:rPr>
              <a:t>DashBoard</a:t>
            </a:r>
            <a:r>
              <a:rPr kumimoji="1" lang="ja-JP" altLang="en-US" sz="1050" b="1" dirty="0">
                <a:solidFill>
                  <a:schemeClr val="tx1"/>
                </a:solidFill>
              </a:rPr>
              <a:t>：工程状況表示）</a:t>
            </a:r>
            <a:endParaRPr kumimoji="1" lang="en-US" altLang="ja-JP" sz="1050" b="1" dirty="0">
              <a:solidFill>
                <a:schemeClr val="tx1"/>
              </a:solidFill>
            </a:endParaRPr>
          </a:p>
        </p:txBody>
      </p:sp>
      <p:cxnSp>
        <p:nvCxnSpPr>
          <p:cNvPr id="48" name="直線コネクタ 47">
            <a:extLst>
              <a:ext uri="{FF2B5EF4-FFF2-40B4-BE49-F238E27FC236}">
                <a16:creationId xmlns:a16="http://schemas.microsoft.com/office/drawing/2014/main" id="{E579D3B8-3B8E-7C29-9D56-1629F2EC50A1}"/>
              </a:ext>
            </a:extLst>
          </p:cNvPr>
          <p:cNvCxnSpPr>
            <a:cxnSpLocks/>
            <a:stCxn id="4" idx="3"/>
            <a:endCxn id="36" idx="1"/>
          </p:cNvCxnSpPr>
          <p:nvPr/>
        </p:nvCxnSpPr>
        <p:spPr>
          <a:xfrm>
            <a:off x="949036" y="1102685"/>
            <a:ext cx="909699" cy="3267"/>
          </a:xfrm>
          <a:prstGeom prst="line">
            <a:avLst/>
          </a:prstGeom>
        </p:spPr>
        <p:style>
          <a:lnRef idx="1">
            <a:schemeClr val="dk1"/>
          </a:lnRef>
          <a:fillRef idx="0">
            <a:schemeClr val="dk1"/>
          </a:fillRef>
          <a:effectRef idx="0">
            <a:schemeClr val="dk1"/>
          </a:effectRef>
          <a:fontRef idx="minor">
            <a:schemeClr val="tx1"/>
          </a:fontRef>
        </p:style>
      </p:cxnSp>
      <p:cxnSp>
        <p:nvCxnSpPr>
          <p:cNvPr id="61" name="コネクタ: カギ線 60">
            <a:extLst>
              <a:ext uri="{FF2B5EF4-FFF2-40B4-BE49-F238E27FC236}">
                <a16:creationId xmlns:a16="http://schemas.microsoft.com/office/drawing/2014/main" id="{4B021FCA-E2E1-8CB4-ED3F-EB384E5EF179}"/>
              </a:ext>
            </a:extLst>
          </p:cNvPr>
          <p:cNvCxnSpPr>
            <a:cxnSpLocks/>
            <a:endCxn id="18" idx="1"/>
          </p:cNvCxnSpPr>
          <p:nvPr/>
        </p:nvCxnSpPr>
        <p:spPr>
          <a:xfrm rot="16200000" flipH="1">
            <a:off x="97762" y="2105038"/>
            <a:ext cx="2682644" cy="832750"/>
          </a:xfrm>
          <a:prstGeom prst="bentConnector2">
            <a:avLst/>
          </a:prstGeom>
        </p:spPr>
        <p:style>
          <a:lnRef idx="1">
            <a:schemeClr val="dk1"/>
          </a:lnRef>
          <a:fillRef idx="0">
            <a:schemeClr val="dk1"/>
          </a:fillRef>
          <a:effectRef idx="0">
            <a:schemeClr val="dk1"/>
          </a:effectRef>
          <a:fontRef idx="minor">
            <a:schemeClr val="tx1"/>
          </a:fontRef>
        </p:style>
      </p:cxnSp>
      <p:cxnSp>
        <p:nvCxnSpPr>
          <p:cNvPr id="62" name="コネクタ: カギ線 61">
            <a:extLst>
              <a:ext uri="{FF2B5EF4-FFF2-40B4-BE49-F238E27FC236}">
                <a16:creationId xmlns:a16="http://schemas.microsoft.com/office/drawing/2014/main" id="{C78AEEF1-B0C5-8DFE-6FD4-E93771C8F91D}"/>
              </a:ext>
            </a:extLst>
          </p:cNvPr>
          <p:cNvCxnSpPr>
            <a:cxnSpLocks/>
          </p:cNvCxnSpPr>
          <p:nvPr/>
        </p:nvCxnSpPr>
        <p:spPr>
          <a:xfrm>
            <a:off x="1415615" y="1106610"/>
            <a:ext cx="454346" cy="474518"/>
          </a:xfrm>
          <a:prstGeom prst="bentConnector3">
            <a:avLst>
              <a:gd name="adj1" fmla="val -1839"/>
            </a:avLst>
          </a:prstGeom>
        </p:spPr>
        <p:style>
          <a:lnRef idx="1">
            <a:schemeClr val="dk1"/>
          </a:lnRef>
          <a:fillRef idx="0">
            <a:schemeClr val="dk1"/>
          </a:fillRef>
          <a:effectRef idx="0">
            <a:schemeClr val="dk1"/>
          </a:effectRef>
          <a:fontRef idx="minor">
            <a:schemeClr val="tx1"/>
          </a:fontRef>
        </p:style>
      </p:cxnSp>
      <p:cxnSp>
        <p:nvCxnSpPr>
          <p:cNvPr id="1025" name="コネクタ: カギ線 1024">
            <a:extLst>
              <a:ext uri="{FF2B5EF4-FFF2-40B4-BE49-F238E27FC236}">
                <a16:creationId xmlns:a16="http://schemas.microsoft.com/office/drawing/2014/main" id="{115DFFAF-5FD1-0B6C-2DBF-54E13D94B8CE}"/>
              </a:ext>
            </a:extLst>
          </p:cNvPr>
          <p:cNvCxnSpPr>
            <a:cxnSpLocks/>
          </p:cNvCxnSpPr>
          <p:nvPr/>
        </p:nvCxnSpPr>
        <p:spPr>
          <a:xfrm rot="16200000" flipH="1">
            <a:off x="1149461" y="1365835"/>
            <a:ext cx="972798" cy="454346"/>
          </a:xfrm>
          <a:prstGeom prst="bentConnector2">
            <a:avLst/>
          </a:prstGeom>
        </p:spPr>
        <p:style>
          <a:lnRef idx="1">
            <a:schemeClr val="dk1"/>
          </a:lnRef>
          <a:fillRef idx="0">
            <a:schemeClr val="dk1"/>
          </a:fillRef>
          <a:effectRef idx="0">
            <a:schemeClr val="dk1"/>
          </a:effectRef>
          <a:fontRef idx="minor">
            <a:schemeClr val="tx1"/>
          </a:fontRef>
        </p:style>
      </p:cxnSp>
      <p:cxnSp>
        <p:nvCxnSpPr>
          <p:cNvPr id="1032" name="コネクタ: カギ線 1031">
            <a:extLst>
              <a:ext uri="{FF2B5EF4-FFF2-40B4-BE49-F238E27FC236}">
                <a16:creationId xmlns:a16="http://schemas.microsoft.com/office/drawing/2014/main" id="{81E4231C-1CFC-B837-502A-9AB2B7A693A7}"/>
              </a:ext>
            </a:extLst>
          </p:cNvPr>
          <p:cNvCxnSpPr>
            <a:cxnSpLocks/>
          </p:cNvCxnSpPr>
          <p:nvPr/>
        </p:nvCxnSpPr>
        <p:spPr>
          <a:xfrm rot="16200000" flipH="1">
            <a:off x="619695" y="1891302"/>
            <a:ext cx="2023733" cy="454346"/>
          </a:xfrm>
          <a:prstGeom prst="bentConnector2">
            <a:avLst/>
          </a:prstGeom>
        </p:spPr>
        <p:style>
          <a:lnRef idx="1">
            <a:schemeClr val="dk1"/>
          </a:lnRef>
          <a:fillRef idx="0">
            <a:schemeClr val="dk1"/>
          </a:fillRef>
          <a:effectRef idx="0">
            <a:schemeClr val="dk1"/>
          </a:effectRef>
          <a:fontRef idx="minor">
            <a:schemeClr val="tx1"/>
          </a:fontRef>
        </p:style>
      </p:cxnSp>
      <p:cxnSp>
        <p:nvCxnSpPr>
          <p:cNvPr id="11" name="コネクタ: カギ線 10">
            <a:extLst>
              <a:ext uri="{FF2B5EF4-FFF2-40B4-BE49-F238E27FC236}">
                <a16:creationId xmlns:a16="http://schemas.microsoft.com/office/drawing/2014/main" id="{BCDA0124-91D0-0EFD-9F84-0EACCB0B15FE}"/>
              </a:ext>
            </a:extLst>
          </p:cNvPr>
          <p:cNvCxnSpPr>
            <a:cxnSpLocks/>
          </p:cNvCxnSpPr>
          <p:nvPr/>
        </p:nvCxnSpPr>
        <p:spPr>
          <a:xfrm rot="16200000" flipH="1">
            <a:off x="1146146" y="1874986"/>
            <a:ext cx="972798" cy="454346"/>
          </a:xfrm>
          <a:prstGeom prst="bentConnector2">
            <a:avLst/>
          </a:prstGeom>
        </p:spPr>
        <p:style>
          <a:lnRef idx="1">
            <a:schemeClr val="dk1"/>
          </a:lnRef>
          <a:fillRef idx="0">
            <a:schemeClr val="dk1"/>
          </a:fillRef>
          <a:effectRef idx="0">
            <a:schemeClr val="dk1"/>
          </a:effectRef>
          <a:fontRef idx="minor">
            <a:schemeClr val="tx1"/>
          </a:fontRef>
        </p:style>
      </p:cxnSp>
      <p:cxnSp>
        <p:nvCxnSpPr>
          <p:cNvPr id="5" name="コネクタ: カギ線 4">
            <a:extLst>
              <a:ext uri="{FF2B5EF4-FFF2-40B4-BE49-F238E27FC236}">
                <a16:creationId xmlns:a16="http://schemas.microsoft.com/office/drawing/2014/main" id="{A70B83C6-E026-346A-BD0C-E85A43995DD9}"/>
              </a:ext>
            </a:extLst>
          </p:cNvPr>
          <p:cNvCxnSpPr>
            <a:cxnSpLocks/>
            <a:endCxn id="16" idx="1"/>
          </p:cNvCxnSpPr>
          <p:nvPr/>
        </p:nvCxnSpPr>
        <p:spPr>
          <a:xfrm rot="16200000" flipH="1">
            <a:off x="-171264" y="2295669"/>
            <a:ext cx="3220697" cy="832749"/>
          </a:xfrm>
          <a:prstGeom prst="bentConnector2">
            <a:avLst/>
          </a:prstGeom>
        </p:spPr>
        <p:style>
          <a:lnRef idx="1">
            <a:schemeClr val="dk1"/>
          </a:lnRef>
          <a:fillRef idx="0">
            <a:schemeClr val="dk1"/>
          </a:fillRef>
          <a:effectRef idx="0">
            <a:schemeClr val="dk1"/>
          </a:effectRef>
          <a:fontRef idx="minor">
            <a:schemeClr val="tx1"/>
          </a:fontRef>
        </p:style>
      </p:cxnSp>
      <p:sp>
        <p:nvSpPr>
          <p:cNvPr id="16" name="正方形/長方形 15">
            <a:extLst>
              <a:ext uri="{FF2B5EF4-FFF2-40B4-BE49-F238E27FC236}">
                <a16:creationId xmlns:a16="http://schemas.microsoft.com/office/drawing/2014/main" id="{AB0EEDD6-37E4-DBE3-0D53-BEE1EA42A29D}"/>
              </a:ext>
            </a:extLst>
          </p:cNvPr>
          <p:cNvSpPr/>
          <p:nvPr/>
        </p:nvSpPr>
        <p:spPr>
          <a:xfrm>
            <a:off x="1855459" y="4137979"/>
            <a:ext cx="4240541" cy="368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rPr>
              <a:t>2V9_7910</a:t>
            </a:r>
            <a:r>
              <a:rPr kumimoji="1" lang="ja-JP" altLang="en-US" sz="1050" b="1" dirty="0">
                <a:solidFill>
                  <a:schemeClr val="tx1"/>
                </a:solidFill>
              </a:rPr>
              <a:t>（統合検査プログラム：従来プログラム ）</a:t>
            </a:r>
            <a:endParaRPr kumimoji="1" lang="en-US" altLang="ja-JP" sz="1050" b="1" dirty="0">
              <a:solidFill>
                <a:schemeClr val="tx1"/>
              </a:solidFill>
            </a:endParaRPr>
          </a:p>
        </p:txBody>
      </p:sp>
      <p:sp>
        <p:nvSpPr>
          <p:cNvPr id="17" name="正方形/長方形 16">
            <a:extLst>
              <a:ext uri="{FF2B5EF4-FFF2-40B4-BE49-F238E27FC236}">
                <a16:creationId xmlns:a16="http://schemas.microsoft.com/office/drawing/2014/main" id="{01AA17F1-1F95-DD18-E425-F49D86B250B7}"/>
              </a:ext>
            </a:extLst>
          </p:cNvPr>
          <p:cNvSpPr/>
          <p:nvPr/>
        </p:nvSpPr>
        <p:spPr>
          <a:xfrm>
            <a:off x="3534493" y="3566102"/>
            <a:ext cx="582584" cy="5783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50" b="1" dirty="0">
                <a:solidFill>
                  <a:srgbClr val="FF0000"/>
                </a:solidFill>
              </a:rPr>
              <a:t>✖</a:t>
            </a:r>
            <a:endParaRPr kumimoji="1" lang="en-US" altLang="ja-JP" sz="4050" dirty="0">
              <a:solidFill>
                <a:srgbClr val="FF0000"/>
              </a:solidFill>
            </a:endParaRPr>
          </a:p>
        </p:txBody>
      </p:sp>
      <p:sp>
        <p:nvSpPr>
          <p:cNvPr id="19" name="正方形/長方形 18">
            <a:extLst>
              <a:ext uri="{FF2B5EF4-FFF2-40B4-BE49-F238E27FC236}">
                <a16:creationId xmlns:a16="http://schemas.microsoft.com/office/drawing/2014/main" id="{02443CDE-34F2-06FA-38A0-77BBCC4EF64B}"/>
              </a:ext>
            </a:extLst>
          </p:cNvPr>
          <p:cNvSpPr/>
          <p:nvPr/>
        </p:nvSpPr>
        <p:spPr>
          <a:xfrm>
            <a:off x="4940663" y="3683996"/>
            <a:ext cx="3097208" cy="3585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50" dirty="0">
                <a:solidFill>
                  <a:schemeClr val="tx1"/>
                </a:solidFill>
              </a:rPr>
              <a:t>・</a:t>
            </a:r>
            <a:r>
              <a:rPr kumimoji="1" lang="en-US" altLang="ja-JP" sz="1050" dirty="0">
                <a:solidFill>
                  <a:schemeClr val="tx1"/>
                </a:solidFill>
              </a:rPr>
              <a:t>Athena</a:t>
            </a:r>
            <a:r>
              <a:rPr kumimoji="1" lang="ja-JP" altLang="en-US" sz="1050" dirty="0">
                <a:solidFill>
                  <a:schemeClr val="tx1"/>
                </a:solidFill>
              </a:rPr>
              <a:t>では使用無し</a:t>
            </a:r>
            <a:r>
              <a:rPr kumimoji="1" lang="ja-JP" altLang="en-US" sz="1050" b="1" dirty="0">
                <a:solidFill>
                  <a:srgbClr val="FF0000"/>
                </a:solidFill>
              </a:rPr>
              <a:t>（</a:t>
            </a:r>
            <a:r>
              <a:rPr kumimoji="1" lang="en-US" altLang="ja-JP" sz="1050" b="1" dirty="0">
                <a:solidFill>
                  <a:srgbClr val="FF0000"/>
                </a:solidFill>
              </a:rPr>
              <a:t>7402</a:t>
            </a:r>
            <a:r>
              <a:rPr kumimoji="1" lang="ja-JP" altLang="en-US" sz="1050" b="1" dirty="0">
                <a:solidFill>
                  <a:srgbClr val="FF0000"/>
                </a:solidFill>
              </a:rPr>
              <a:t>に置き換え）</a:t>
            </a:r>
            <a:endParaRPr kumimoji="1" lang="en-US" altLang="ja-JP" sz="1050" b="1" dirty="0">
              <a:solidFill>
                <a:srgbClr val="FF0000"/>
              </a:solidFill>
            </a:endParaRPr>
          </a:p>
        </p:txBody>
      </p:sp>
      <p:sp>
        <p:nvSpPr>
          <p:cNvPr id="20" name="正方形/長方形 19">
            <a:extLst>
              <a:ext uri="{FF2B5EF4-FFF2-40B4-BE49-F238E27FC236}">
                <a16:creationId xmlns:a16="http://schemas.microsoft.com/office/drawing/2014/main" id="{E0035703-C449-1816-AD92-6453A399E686}"/>
              </a:ext>
            </a:extLst>
          </p:cNvPr>
          <p:cNvSpPr/>
          <p:nvPr/>
        </p:nvSpPr>
        <p:spPr>
          <a:xfrm>
            <a:off x="4940664" y="4154762"/>
            <a:ext cx="3911363" cy="5236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50" dirty="0">
                <a:solidFill>
                  <a:schemeClr val="tx1"/>
                </a:solidFill>
              </a:rPr>
              <a:t>・</a:t>
            </a:r>
            <a:r>
              <a:rPr kumimoji="1" lang="en-US" altLang="ja-JP" sz="1050" dirty="0">
                <a:solidFill>
                  <a:schemeClr val="tx1"/>
                </a:solidFill>
              </a:rPr>
              <a:t>PMT</a:t>
            </a:r>
            <a:r>
              <a:rPr kumimoji="1" lang="ja-JP" altLang="en-US" sz="1050" dirty="0">
                <a:solidFill>
                  <a:schemeClr val="tx1"/>
                </a:solidFill>
              </a:rPr>
              <a:t>までのデータ取りで使用</a:t>
            </a:r>
            <a:endParaRPr kumimoji="1" lang="en-US" altLang="ja-JP" sz="1050" dirty="0">
              <a:solidFill>
                <a:schemeClr val="tx1"/>
              </a:solidFill>
            </a:endParaRPr>
          </a:p>
          <a:p>
            <a:r>
              <a:rPr kumimoji="1" lang="ja-JP" altLang="en-US" sz="1050" dirty="0">
                <a:solidFill>
                  <a:schemeClr val="tx1"/>
                </a:solidFill>
              </a:rPr>
              <a:t>・</a:t>
            </a:r>
            <a:r>
              <a:rPr kumimoji="1" lang="en-US" altLang="ja-JP" sz="1050" dirty="0">
                <a:solidFill>
                  <a:schemeClr val="tx1"/>
                </a:solidFill>
              </a:rPr>
              <a:t>PMT</a:t>
            </a:r>
            <a:r>
              <a:rPr kumimoji="1" lang="ja-JP" altLang="en-US" sz="1050" dirty="0">
                <a:solidFill>
                  <a:schemeClr val="tx1"/>
                </a:solidFill>
              </a:rPr>
              <a:t>以降はラインアウト後のリワークで使用予定（単発出力）</a:t>
            </a:r>
            <a:endParaRPr kumimoji="1" lang="en-US" altLang="ja-JP" sz="1050" dirty="0">
              <a:solidFill>
                <a:schemeClr val="tx1"/>
              </a:solidFill>
            </a:endParaRPr>
          </a:p>
          <a:p>
            <a:r>
              <a:rPr kumimoji="1" lang="ja-JP" altLang="en-US" sz="1050" dirty="0">
                <a:solidFill>
                  <a:schemeClr val="tx1"/>
                </a:solidFill>
              </a:rPr>
              <a:t>　→保証工程システムに置き換え予定</a:t>
            </a:r>
            <a:endParaRPr kumimoji="1" lang="en-US" altLang="ja-JP" sz="1050" dirty="0">
              <a:solidFill>
                <a:schemeClr val="tx1"/>
              </a:solidFill>
            </a:endParaRPr>
          </a:p>
        </p:txBody>
      </p:sp>
      <p:sp>
        <p:nvSpPr>
          <p:cNvPr id="34" name="正方形/長方形 33">
            <a:extLst>
              <a:ext uri="{FF2B5EF4-FFF2-40B4-BE49-F238E27FC236}">
                <a16:creationId xmlns:a16="http://schemas.microsoft.com/office/drawing/2014/main" id="{CE0C3DEB-1C7A-446A-7C76-C9B375A35DAF}"/>
              </a:ext>
            </a:extLst>
          </p:cNvPr>
          <p:cNvSpPr/>
          <p:nvPr/>
        </p:nvSpPr>
        <p:spPr>
          <a:xfrm>
            <a:off x="1326115" y="757027"/>
            <a:ext cx="1190843" cy="238652"/>
          </a:xfrm>
          <a:prstGeom prst="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rPr>
              <a:t>保証工程システム</a:t>
            </a:r>
            <a:endParaRPr kumimoji="1" lang="en-US" altLang="ja-JP" sz="1050" b="1" dirty="0">
              <a:solidFill>
                <a:schemeClr val="tx1"/>
              </a:solidFill>
            </a:endParaRPr>
          </a:p>
        </p:txBody>
      </p:sp>
      <p:sp>
        <p:nvSpPr>
          <p:cNvPr id="35" name="正方形/長方形 34">
            <a:extLst>
              <a:ext uri="{FF2B5EF4-FFF2-40B4-BE49-F238E27FC236}">
                <a16:creationId xmlns:a16="http://schemas.microsoft.com/office/drawing/2014/main" id="{5AB9C8DD-4235-A1F3-CCE1-FF2B2C17F49B}"/>
              </a:ext>
            </a:extLst>
          </p:cNvPr>
          <p:cNvSpPr/>
          <p:nvPr/>
        </p:nvSpPr>
        <p:spPr>
          <a:xfrm>
            <a:off x="1326115" y="3418238"/>
            <a:ext cx="1190843" cy="238652"/>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rPr>
              <a:t>既存システム</a:t>
            </a:r>
            <a:endParaRPr kumimoji="1" lang="en-US" altLang="ja-JP" sz="1050" b="1" dirty="0">
              <a:solidFill>
                <a:schemeClr val="tx1"/>
              </a:solidFill>
            </a:endParaRPr>
          </a:p>
        </p:txBody>
      </p:sp>
      <p:sp>
        <p:nvSpPr>
          <p:cNvPr id="6" name="スライド番号プレースホルダー 5">
            <a:extLst>
              <a:ext uri="{FF2B5EF4-FFF2-40B4-BE49-F238E27FC236}">
                <a16:creationId xmlns:a16="http://schemas.microsoft.com/office/drawing/2014/main" id="{3C5751A7-53B9-04E1-98D1-653FCAA52C8A}"/>
              </a:ext>
            </a:extLst>
          </p:cNvPr>
          <p:cNvSpPr>
            <a:spLocks noGrp="1"/>
          </p:cNvSpPr>
          <p:nvPr>
            <p:ph type="sldNum" sz="quarter" idx="12"/>
          </p:nvPr>
        </p:nvSpPr>
        <p:spPr/>
        <p:txBody>
          <a:bodyPr/>
          <a:lstStyle/>
          <a:p>
            <a:fld id="{75BB8461-A4F8-4BBC-AB2D-5D80B8F30C85}" type="slidenum">
              <a:rPr kumimoji="1" lang="ja-JP" altLang="en-US" smtClean="0"/>
              <a:t>11</a:t>
            </a:fld>
            <a:endParaRPr kumimoji="1" lang="ja-JP" altLang="en-US"/>
          </a:p>
        </p:txBody>
      </p:sp>
    </p:spTree>
    <p:extLst>
      <p:ext uri="{BB962C8B-B14F-4D97-AF65-F5344CB8AC3E}">
        <p14:creationId xmlns:p14="http://schemas.microsoft.com/office/powerpoint/2010/main" val="1484696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ED61A3-DDC6-EC9A-662B-DE2C97326FB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823F1D0-56E6-B440-4650-842F1570E390}"/>
              </a:ext>
            </a:extLst>
          </p:cNvPr>
          <p:cNvSpPr>
            <a:spLocks noGrp="1"/>
          </p:cNvSpPr>
          <p:nvPr>
            <p:ph type="sldNum" sz="quarter" idx="12"/>
          </p:nvPr>
        </p:nvSpPr>
        <p:spPr/>
        <p:txBody>
          <a:bodyPr/>
          <a:lstStyle/>
          <a:p>
            <a:fld id="{75BB8461-A4F8-4BBC-AB2D-5D80B8F30C85}" type="slidenum">
              <a:rPr kumimoji="1" lang="ja-JP" altLang="en-US" smtClean="0"/>
              <a:t>12</a:t>
            </a:fld>
            <a:endParaRPr kumimoji="1" lang="ja-JP" altLang="en-US"/>
          </a:p>
        </p:txBody>
      </p:sp>
      <p:sp>
        <p:nvSpPr>
          <p:cNvPr id="3" name="タイトル 1">
            <a:extLst>
              <a:ext uri="{FF2B5EF4-FFF2-40B4-BE49-F238E27FC236}">
                <a16:creationId xmlns:a16="http://schemas.microsoft.com/office/drawing/2014/main" id="{3BF4C34B-A82C-6D87-333E-C7B44F65C4DA}"/>
              </a:ext>
            </a:extLst>
          </p:cNvPr>
          <p:cNvSpPr txBox="1">
            <a:spLocks/>
          </p:cNvSpPr>
          <p:nvPr/>
        </p:nvSpPr>
        <p:spPr>
          <a:xfrm>
            <a:off x="1440872" y="211931"/>
            <a:ext cx="6265069" cy="23812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ja-JP" altLang="en-US" sz="1800" dirty="0"/>
              <a:t>工程分けについて</a:t>
            </a:r>
            <a:endParaRPr lang="en-US" altLang="ja-JP" sz="1800" dirty="0"/>
          </a:p>
        </p:txBody>
      </p:sp>
      <p:sp>
        <p:nvSpPr>
          <p:cNvPr id="4" name="正方形/長方形 3">
            <a:extLst>
              <a:ext uri="{FF2B5EF4-FFF2-40B4-BE49-F238E27FC236}">
                <a16:creationId xmlns:a16="http://schemas.microsoft.com/office/drawing/2014/main" id="{84BC4871-4499-F896-562C-8545CDDF4394}"/>
              </a:ext>
            </a:extLst>
          </p:cNvPr>
          <p:cNvSpPr/>
          <p:nvPr/>
        </p:nvSpPr>
        <p:spPr>
          <a:xfrm>
            <a:off x="326073" y="569175"/>
            <a:ext cx="8571002" cy="851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solidFill>
              </a:rPr>
              <a:t>■工程の分解と工程</a:t>
            </a:r>
            <a:r>
              <a:rPr kumimoji="1" lang="en-US" altLang="ja-JP" sz="1200" b="1" dirty="0">
                <a:solidFill>
                  <a:schemeClr val="tx1"/>
                </a:solidFill>
              </a:rPr>
              <a:t>Json</a:t>
            </a:r>
            <a:r>
              <a:rPr kumimoji="1" lang="ja-JP" altLang="en-US" sz="1200" b="1" dirty="0">
                <a:solidFill>
                  <a:schemeClr val="tx1"/>
                </a:solidFill>
              </a:rPr>
              <a:t>ファイル作成</a:t>
            </a:r>
            <a:endParaRPr kumimoji="1" lang="en-US" altLang="ja-JP" sz="1200" b="1" dirty="0">
              <a:solidFill>
                <a:schemeClr val="tx1"/>
              </a:solidFill>
            </a:endParaRPr>
          </a:p>
          <a:p>
            <a:r>
              <a:rPr kumimoji="1" lang="ja-JP" altLang="en-US" sz="1200" dirty="0">
                <a:solidFill>
                  <a:schemeClr val="tx1"/>
                </a:solidFill>
              </a:rPr>
              <a:t>・全工程を工程単位で </a:t>
            </a:r>
            <a:r>
              <a:rPr kumimoji="1" lang="ja-JP" altLang="en-US" sz="1200" b="1" dirty="0">
                <a:solidFill>
                  <a:schemeClr val="accent4"/>
                </a:solidFill>
              </a:rPr>
              <a:t>自動化できる箇所 </a:t>
            </a:r>
            <a:r>
              <a:rPr kumimoji="1" lang="ja-JP" altLang="en-US" sz="1200" dirty="0">
                <a:solidFill>
                  <a:schemeClr val="tx1"/>
                </a:solidFill>
              </a:rPr>
              <a:t>と </a:t>
            </a:r>
            <a:r>
              <a:rPr kumimoji="1" lang="ja-JP" altLang="en-US" sz="1200" b="1" dirty="0">
                <a:solidFill>
                  <a:schemeClr val="accent5"/>
                </a:solidFill>
              </a:rPr>
              <a:t>作業者作業 </a:t>
            </a:r>
            <a:r>
              <a:rPr kumimoji="1" lang="ja-JP" altLang="en-US" sz="1200" dirty="0">
                <a:solidFill>
                  <a:schemeClr val="tx1"/>
                </a:solidFill>
              </a:rPr>
              <a:t>に分解し、最適な工程割に変更</a:t>
            </a:r>
            <a:endParaRPr kumimoji="1" lang="en-US" altLang="ja-JP" sz="1200" dirty="0">
              <a:solidFill>
                <a:schemeClr val="tx1"/>
              </a:solidFill>
            </a:endParaRPr>
          </a:p>
          <a:p>
            <a:r>
              <a:rPr kumimoji="1" lang="ja-JP" altLang="en-US" sz="1200" dirty="0">
                <a:solidFill>
                  <a:schemeClr val="tx1"/>
                </a:solidFill>
              </a:rPr>
              <a:t>・上記の工程を</a:t>
            </a:r>
            <a:r>
              <a:rPr kumimoji="1" lang="en-US" altLang="ja-JP" sz="1200" b="1" dirty="0">
                <a:solidFill>
                  <a:schemeClr val="tx1"/>
                </a:solidFill>
              </a:rPr>
              <a:t>Json</a:t>
            </a:r>
            <a:r>
              <a:rPr kumimoji="1" lang="ja-JP" altLang="en-US" sz="1200" b="1" dirty="0">
                <a:solidFill>
                  <a:schemeClr val="tx1"/>
                </a:solidFill>
              </a:rPr>
              <a:t>ファイル形式</a:t>
            </a:r>
            <a:r>
              <a:rPr kumimoji="1" lang="ja-JP" altLang="en-US" sz="1200" dirty="0">
                <a:solidFill>
                  <a:schemeClr val="tx1"/>
                </a:solidFill>
              </a:rPr>
              <a:t>に変換して</a:t>
            </a:r>
            <a:r>
              <a:rPr kumimoji="1" lang="en-US" altLang="ja-JP" sz="1200" dirty="0" err="1">
                <a:solidFill>
                  <a:schemeClr val="tx1"/>
                </a:solidFill>
              </a:rPr>
              <a:t>HostPC</a:t>
            </a:r>
            <a:r>
              <a:rPr kumimoji="1" lang="ja-JP" altLang="en-US" sz="1200" dirty="0">
                <a:solidFill>
                  <a:schemeClr val="tx1"/>
                </a:solidFill>
              </a:rPr>
              <a:t>に登録</a:t>
            </a:r>
            <a:endParaRPr kumimoji="1" lang="en-US" altLang="ja-JP" sz="1200" dirty="0">
              <a:solidFill>
                <a:schemeClr val="tx1"/>
              </a:solidFill>
            </a:endParaRPr>
          </a:p>
        </p:txBody>
      </p:sp>
      <p:grpSp>
        <p:nvGrpSpPr>
          <p:cNvPr id="29" name="グループ化 28">
            <a:extLst>
              <a:ext uri="{FF2B5EF4-FFF2-40B4-BE49-F238E27FC236}">
                <a16:creationId xmlns:a16="http://schemas.microsoft.com/office/drawing/2014/main" id="{6AE6DC1F-1D56-0ED9-2D43-C9EBFC076997}"/>
              </a:ext>
            </a:extLst>
          </p:cNvPr>
          <p:cNvGrpSpPr/>
          <p:nvPr/>
        </p:nvGrpSpPr>
        <p:grpSpPr>
          <a:xfrm>
            <a:off x="1512631" y="3528395"/>
            <a:ext cx="6847750" cy="817542"/>
            <a:chOff x="1512631" y="3528395"/>
            <a:chExt cx="6847750" cy="817542"/>
          </a:xfrm>
        </p:grpSpPr>
        <p:pic>
          <p:nvPicPr>
            <p:cNvPr id="5" name="Picture 10" descr="コンピューター icon">
              <a:extLst>
                <a:ext uri="{FF2B5EF4-FFF2-40B4-BE49-F238E27FC236}">
                  <a16:creationId xmlns:a16="http://schemas.microsoft.com/office/drawing/2014/main" id="{68A5E2C5-84D1-13E2-4791-D2A549EB65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12631" y="3640148"/>
              <a:ext cx="411861" cy="411861"/>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a:extLst>
                <a:ext uri="{FF2B5EF4-FFF2-40B4-BE49-F238E27FC236}">
                  <a16:creationId xmlns:a16="http://schemas.microsoft.com/office/drawing/2014/main" id="{E5086207-D0D2-9DF6-3EDD-6C9C783299BB}"/>
                </a:ext>
              </a:extLst>
            </p:cNvPr>
            <p:cNvPicPr>
              <a:picLocks noChangeAspect="1"/>
            </p:cNvPicPr>
            <p:nvPr/>
          </p:nvPicPr>
          <p:blipFill>
            <a:blip r:embed="rId3"/>
            <a:stretch>
              <a:fillRect/>
            </a:stretch>
          </p:blipFill>
          <p:spPr>
            <a:xfrm>
              <a:off x="7688316" y="3962990"/>
              <a:ext cx="672065" cy="382947"/>
            </a:xfrm>
            <a:prstGeom prst="rect">
              <a:avLst/>
            </a:prstGeom>
          </p:spPr>
        </p:pic>
        <p:grpSp>
          <p:nvGrpSpPr>
            <p:cNvPr id="8" name="グループ化 7">
              <a:extLst>
                <a:ext uri="{FF2B5EF4-FFF2-40B4-BE49-F238E27FC236}">
                  <a16:creationId xmlns:a16="http://schemas.microsoft.com/office/drawing/2014/main" id="{3F07B873-DE00-4375-355A-C44D29DF6AB2}"/>
                </a:ext>
              </a:extLst>
            </p:cNvPr>
            <p:cNvGrpSpPr/>
            <p:nvPr/>
          </p:nvGrpSpPr>
          <p:grpSpPr>
            <a:xfrm>
              <a:off x="4230561" y="3528395"/>
              <a:ext cx="3976295" cy="548075"/>
              <a:chOff x="3991622" y="568604"/>
              <a:chExt cx="4475510" cy="624901"/>
            </a:xfrm>
          </p:grpSpPr>
          <p:pic>
            <p:nvPicPr>
              <p:cNvPr id="9" name="図 8">
                <a:extLst>
                  <a:ext uri="{FF2B5EF4-FFF2-40B4-BE49-F238E27FC236}">
                    <a16:creationId xmlns:a16="http://schemas.microsoft.com/office/drawing/2014/main" id="{668D43FF-BBCB-AE46-1546-41BA3F8983F5}"/>
                  </a:ext>
                </a:extLst>
              </p:cNvPr>
              <p:cNvPicPr>
                <a:picLocks noChangeAspect="1"/>
              </p:cNvPicPr>
              <p:nvPr/>
            </p:nvPicPr>
            <p:blipFill>
              <a:blip r:embed="rId4"/>
              <a:stretch>
                <a:fillRect/>
              </a:stretch>
            </p:blipFill>
            <p:spPr>
              <a:xfrm>
                <a:off x="8056290" y="568604"/>
                <a:ext cx="410842" cy="624901"/>
              </a:xfrm>
              <a:prstGeom prst="rect">
                <a:avLst/>
              </a:prstGeom>
            </p:spPr>
          </p:pic>
          <p:pic>
            <p:nvPicPr>
              <p:cNvPr id="10" name="図 9" descr="シングルボードコンピュータのイラスト | かわいいフリー素材集 いらすとや">
                <a:extLst>
                  <a:ext uri="{FF2B5EF4-FFF2-40B4-BE49-F238E27FC236}">
                    <a16:creationId xmlns:a16="http://schemas.microsoft.com/office/drawing/2014/main" id="{4FD41760-AD03-8BA2-8787-4A2358E5DA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91622" y="603235"/>
                <a:ext cx="463568" cy="41816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 name="正方形/長方形 5">
            <a:extLst>
              <a:ext uri="{FF2B5EF4-FFF2-40B4-BE49-F238E27FC236}">
                <a16:creationId xmlns:a16="http://schemas.microsoft.com/office/drawing/2014/main" id="{695D9ABC-0831-B2B9-12EA-B16C53130B3E}"/>
              </a:ext>
            </a:extLst>
          </p:cNvPr>
          <p:cNvSpPr/>
          <p:nvPr/>
        </p:nvSpPr>
        <p:spPr>
          <a:xfrm>
            <a:off x="407079" y="1563021"/>
            <a:ext cx="450221" cy="1478963"/>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vert="wordArtVertRtl" rtlCol="0" anchor="ctr"/>
          <a:lstStyle/>
          <a:p>
            <a:pPr algn="ctr"/>
            <a:r>
              <a:rPr kumimoji="1" lang="ja-JP" altLang="en-US" sz="1400" dirty="0">
                <a:solidFill>
                  <a:schemeClr val="tx1"/>
                </a:solidFill>
              </a:rPr>
              <a:t>コピー検査</a:t>
            </a:r>
          </a:p>
        </p:txBody>
      </p:sp>
      <p:grpSp>
        <p:nvGrpSpPr>
          <p:cNvPr id="26" name="グループ化 25">
            <a:extLst>
              <a:ext uri="{FF2B5EF4-FFF2-40B4-BE49-F238E27FC236}">
                <a16:creationId xmlns:a16="http://schemas.microsoft.com/office/drawing/2014/main" id="{58152256-7FAD-893A-8533-F9A3D952F1E3}"/>
              </a:ext>
            </a:extLst>
          </p:cNvPr>
          <p:cNvGrpSpPr/>
          <p:nvPr/>
        </p:nvGrpSpPr>
        <p:grpSpPr>
          <a:xfrm>
            <a:off x="5868715" y="1548264"/>
            <a:ext cx="612961" cy="1515358"/>
            <a:chOff x="2125472" y="2002148"/>
            <a:chExt cx="612961" cy="1515358"/>
          </a:xfrm>
        </p:grpSpPr>
        <p:sp>
          <p:nvSpPr>
            <p:cNvPr id="19" name="正方形/長方形 18">
              <a:extLst>
                <a:ext uri="{FF2B5EF4-FFF2-40B4-BE49-F238E27FC236}">
                  <a16:creationId xmlns:a16="http://schemas.microsoft.com/office/drawing/2014/main" id="{1C77A5EE-CF32-3257-0603-85BA664DD746}"/>
                </a:ext>
              </a:extLst>
            </p:cNvPr>
            <p:cNvSpPr/>
            <p:nvPr/>
          </p:nvSpPr>
          <p:spPr>
            <a:xfrm>
              <a:off x="2125472" y="2002148"/>
              <a:ext cx="612961" cy="274921"/>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rPr>
                <a:t>ラズパイ</a:t>
              </a:r>
            </a:p>
          </p:txBody>
        </p:sp>
        <p:sp>
          <p:nvSpPr>
            <p:cNvPr id="20" name="正方形/長方形 19">
              <a:extLst>
                <a:ext uri="{FF2B5EF4-FFF2-40B4-BE49-F238E27FC236}">
                  <a16:creationId xmlns:a16="http://schemas.microsoft.com/office/drawing/2014/main" id="{B4F079B4-3167-E28C-5D09-8D2C618C10C1}"/>
                </a:ext>
              </a:extLst>
            </p:cNvPr>
            <p:cNvSpPr/>
            <p:nvPr/>
          </p:nvSpPr>
          <p:spPr>
            <a:xfrm>
              <a:off x="2125472" y="2304434"/>
              <a:ext cx="612961" cy="27492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rPr>
                <a:t>作業者</a:t>
              </a:r>
            </a:p>
          </p:txBody>
        </p:sp>
        <p:sp>
          <p:nvSpPr>
            <p:cNvPr id="21" name="正方形/長方形 20">
              <a:extLst>
                <a:ext uri="{FF2B5EF4-FFF2-40B4-BE49-F238E27FC236}">
                  <a16:creationId xmlns:a16="http://schemas.microsoft.com/office/drawing/2014/main" id="{9BAED481-CB6A-E612-840A-1F29044499BE}"/>
                </a:ext>
              </a:extLst>
            </p:cNvPr>
            <p:cNvSpPr/>
            <p:nvPr/>
          </p:nvSpPr>
          <p:spPr>
            <a:xfrm>
              <a:off x="2125472" y="2612244"/>
              <a:ext cx="612961" cy="2749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rPr>
                <a:t>ラズパイ</a:t>
              </a:r>
            </a:p>
          </p:txBody>
        </p:sp>
        <p:sp>
          <p:nvSpPr>
            <p:cNvPr id="22" name="正方形/長方形 21">
              <a:extLst>
                <a:ext uri="{FF2B5EF4-FFF2-40B4-BE49-F238E27FC236}">
                  <a16:creationId xmlns:a16="http://schemas.microsoft.com/office/drawing/2014/main" id="{DFE8C80F-5FA4-D4BB-4E8D-F132D723A327}"/>
                </a:ext>
              </a:extLst>
            </p:cNvPr>
            <p:cNvSpPr/>
            <p:nvPr/>
          </p:nvSpPr>
          <p:spPr>
            <a:xfrm>
              <a:off x="2125472" y="2917021"/>
              <a:ext cx="612961" cy="280151"/>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rPr>
                <a:t>ラズパイ</a:t>
              </a:r>
            </a:p>
          </p:txBody>
        </p:sp>
        <p:sp>
          <p:nvSpPr>
            <p:cNvPr id="23" name="正方形/長方形 22">
              <a:extLst>
                <a:ext uri="{FF2B5EF4-FFF2-40B4-BE49-F238E27FC236}">
                  <a16:creationId xmlns:a16="http://schemas.microsoft.com/office/drawing/2014/main" id="{4926E139-AACE-EBC2-E8AD-2395B3DB57F0}"/>
                </a:ext>
              </a:extLst>
            </p:cNvPr>
            <p:cNvSpPr/>
            <p:nvPr/>
          </p:nvSpPr>
          <p:spPr>
            <a:xfrm>
              <a:off x="2125472" y="3242586"/>
              <a:ext cx="612961" cy="274920"/>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rPr>
                <a:t>作業者</a:t>
              </a:r>
            </a:p>
          </p:txBody>
        </p:sp>
      </p:grpSp>
      <p:pic>
        <p:nvPicPr>
          <p:cNvPr id="25" name="図 24">
            <a:extLst>
              <a:ext uri="{FF2B5EF4-FFF2-40B4-BE49-F238E27FC236}">
                <a16:creationId xmlns:a16="http://schemas.microsoft.com/office/drawing/2014/main" id="{6402B3EE-60E2-3C0A-7D14-7BF036937E9B}"/>
              </a:ext>
            </a:extLst>
          </p:cNvPr>
          <p:cNvPicPr>
            <a:picLocks noChangeAspect="1"/>
          </p:cNvPicPr>
          <p:nvPr/>
        </p:nvPicPr>
        <p:blipFill>
          <a:blip r:embed="rId6"/>
          <a:stretch>
            <a:fillRect/>
          </a:stretch>
        </p:blipFill>
        <p:spPr>
          <a:xfrm>
            <a:off x="1876771" y="1601835"/>
            <a:ext cx="3000006" cy="1379070"/>
          </a:xfrm>
          <a:prstGeom prst="rect">
            <a:avLst/>
          </a:prstGeom>
        </p:spPr>
      </p:pic>
      <p:grpSp>
        <p:nvGrpSpPr>
          <p:cNvPr id="34" name="グループ化 33">
            <a:extLst>
              <a:ext uri="{FF2B5EF4-FFF2-40B4-BE49-F238E27FC236}">
                <a16:creationId xmlns:a16="http://schemas.microsoft.com/office/drawing/2014/main" id="{F202C857-4B41-3E02-9323-A9D5F8F7C6B3}"/>
              </a:ext>
            </a:extLst>
          </p:cNvPr>
          <p:cNvGrpSpPr/>
          <p:nvPr/>
        </p:nvGrpSpPr>
        <p:grpSpPr>
          <a:xfrm>
            <a:off x="7366449" y="1356028"/>
            <a:ext cx="1348496" cy="1738024"/>
            <a:chOff x="6753903" y="1654512"/>
            <a:chExt cx="1348496" cy="1738024"/>
          </a:xfrm>
        </p:grpSpPr>
        <p:pic>
          <p:nvPicPr>
            <p:cNvPr id="28" name="図 27">
              <a:extLst>
                <a:ext uri="{FF2B5EF4-FFF2-40B4-BE49-F238E27FC236}">
                  <a16:creationId xmlns:a16="http://schemas.microsoft.com/office/drawing/2014/main" id="{91AE71E1-E225-3EF5-A052-29E4190AC24B}"/>
                </a:ext>
              </a:extLst>
            </p:cNvPr>
            <p:cNvPicPr>
              <a:picLocks noChangeAspect="1"/>
            </p:cNvPicPr>
            <p:nvPr/>
          </p:nvPicPr>
          <p:blipFill>
            <a:blip r:embed="rId7"/>
            <a:stretch>
              <a:fillRect/>
            </a:stretch>
          </p:blipFill>
          <p:spPr>
            <a:xfrm>
              <a:off x="6753903" y="1738554"/>
              <a:ext cx="1137384" cy="1653982"/>
            </a:xfrm>
            <a:prstGeom prst="rect">
              <a:avLst/>
            </a:prstGeom>
          </p:spPr>
        </p:pic>
        <p:pic>
          <p:nvPicPr>
            <p:cNvPr id="18" name="Picture 2" descr="https://image.flaticon.com/icons/png/512/136/136525.png">
              <a:extLst>
                <a:ext uri="{FF2B5EF4-FFF2-40B4-BE49-F238E27FC236}">
                  <a16:creationId xmlns:a16="http://schemas.microsoft.com/office/drawing/2014/main" id="{46AA8CD2-7AB0-613F-5BF2-8F7926F9BD7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80175" y="1654512"/>
              <a:ext cx="422224" cy="4362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グループ化 30">
            <a:extLst>
              <a:ext uri="{FF2B5EF4-FFF2-40B4-BE49-F238E27FC236}">
                <a16:creationId xmlns:a16="http://schemas.microsoft.com/office/drawing/2014/main" id="{EB0CBC0D-F4F0-F001-C34E-E0F626BD02D8}"/>
              </a:ext>
            </a:extLst>
          </p:cNvPr>
          <p:cNvGrpSpPr/>
          <p:nvPr/>
        </p:nvGrpSpPr>
        <p:grpSpPr>
          <a:xfrm>
            <a:off x="3880490" y="4057702"/>
            <a:ext cx="642493" cy="635553"/>
            <a:chOff x="6246938" y="942199"/>
            <a:chExt cx="856658" cy="847403"/>
          </a:xfrm>
        </p:grpSpPr>
        <p:pic>
          <p:nvPicPr>
            <p:cNvPr id="32" name="Picture 4" descr="タブレット icon">
              <a:extLst>
                <a:ext uri="{FF2B5EF4-FFF2-40B4-BE49-F238E27FC236}">
                  <a16:creationId xmlns:a16="http://schemas.microsoft.com/office/drawing/2014/main" id="{688273BA-A696-3617-10CF-679CB0C6572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58400" y="942199"/>
              <a:ext cx="345196" cy="34519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男 icon">
              <a:extLst>
                <a:ext uri="{FF2B5EF4-FFF2-40B4-BE49-F238E27FC236}">
                  <a16:creationId xmlns:a16="http://schemas.microsoft.com/office/drawing/2014/main" id="{33AF41DE-FBCC-3F2D-D23D-75863CED5B0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246938" y="1127895"/>
              <a:ext cx="661708" cy="661707"/>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矢印: 右 10">
            <a:extLst>
              <a:ext uri="{FF2B5EF4-FFF2-40B4-BE49-F238E27FC236}">
                <a16:creationId xmlns:a16="http://schemas.microsoft.com/office/drawing/2014/main" id="{B266DCBC-A460-BDE9-7A26-4D600DD88EE6}"/>
              </a:ext>
            </a:extLst>
          </p:cNvPr>
          <p:cNvSpPr/>
          <p:nvPr/>
        </p:nvSpPr>
        <p:spPr>
          <a:xfrm>
            <a:off x="1120661" y="2223366"/>
            <a:ext cx="377815" cy="224671"/>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右 11">
            <a:extLst>
              <a:ext uri="{FF2B5EF4-FFF2-40B4-BE49-F238E27FC236}">
                <a16:creationId xmlns:a16="http://schemas.microsoft.com/office/drawing/2014/main" id="{ED0012CA-F1E9-C2FF-D345-64E2121E3CA6}"/>
              </a:ext>
            </a:extLst>
          </p:cNvPr>
          <p:cNvSpPr/>
          <p:nvPr/>
        </p:nvSpPr>
        <p:spPr>
          <a:xfrm>
            <a:off x="5161013" y="2223366"/>
            <a:ext cx="377815" cy="224671"/>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33413D4D-07D6-0281-861B-1563584DE6E5}"/>
              </a:ext>
            </a:extLst>
          </p:cNvPr>
          <p:cNvSpPr/>
          <p:nvPr/>
        </p:nvSpPr>
        <p:spPr>
          <a:xfrm>
            <a:off x="6684892" y="2183938"/>
            <a:ext cx="377815" cy="224671"/>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7" name="直線矢印コネクタ 16">
            <a:extLst>
              <a:ext uri="{FF2B5EF4-FFF2-40B4-BE49-F238E27FC236}">
                <a16:creationId xmlns:a16="http://schemas.microsoft.com/office/drawing/2014/main" id="{DBDFEAB1-B769-7626-1BB4-8E348979AF9E}"/>
              </a:ext>
            </a:extLst>
          </p:cNvPr>
          <p:cNvCxnSpPr>
            <a:cxnSpLocks/>
            <a:stCxn id="5" idx="3"/>
            <a:endCxn id="10" idx="1"/>
          </p:cNvCxnSpPr>
          <p:nvPr/>
        </p:nvCxnSpPr>
        <p:spPr>
          <a:xfrm flipV="1">
            <a:off x="1924492" y="3742147"/>
            <a:ext cx="2306069" cy="103932"/>
          </a:xfrm>
          <a:prstGeom prst="straightConnector1">
            <a:avLst/>
          </a:prstGeom>
          <a:ln w="3175">
            <a:headEnd type="triangle"/>
            <a:tailEnd type="triangle"/>
          </a:ln>
        </p:spPr>
        <p:style>
          <a:lnRef idx="1">
            <a:schemeClr val="dk1"/>
          </a:lnRef>
          <a:fillRef idx="0">
            <a:schemeClr val="dk1"/>
          </a:fillRef>
          <a:effectRef idx="0">
            <a:schemeClr val="dk1"/>
          </a:effectRef>
          <a:fontRef idx="minor">
            <a:schemeClr val="tx1"/>
          </a:fontRef>
        </p:style>
      </p:cxnSp>
      <p:cxnSp>
        <p:nvCxnSpPr>
          <p:cNvPr id="24" name="直線矢印コネクタ 23">
            <a:extLst>
              <a:ext uri="{FF2B5EF4-FFF2-40B4-BE49-F238E27FC236}">
                <a16:creationId xmlns:a16="http://schemas.microsoft.com/office/drawing/2014/main" id="{E9814594-A73D-8021-3530-4C69E993FD7B}"/>
              </a:ext>
            </a:extLst>
          </p:cNvPr>
          <p:cNvCxnSpPr>
            <a:cxnSpLocks/>
            <a:endCxn id="32" idx="1"/>
          </p:cNvCxnSpPr>
          <p:nvPr/>
        </p:nvCxnSpPr>
        <p:spPr>
          <a:xfrm>
            <a:off x="1989187" y="3955534"/>
            <a:ext cx="2274900" cy="231617"/>
          </a:xfrm>
          <a:prstGeom prst="straightConnector1">
            <a:avLst/>
          </a:prstGeom>
          <a:ln w="3175">
            <a:headEnd type="triangle"/>
            <a:tailEnd type="triangle"/>
          </a:ln>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A769F232-AEF2-642A-D45A-09B29005E3BB}"/>
              </a:ext>
            </a:extLst>
          </p:cNvPr>
          <p:cNvCxnSpPr>
            <a:cxnSpLocks/>
            <a:stCxn id="10" idx="3"/>
            <a:endCxn id="9" idx="1"/>
          </p:cNvCxnSpPr>
          <p:nvPr/>
        </p:nvCxnSpPr>
        <p:spPr>
          <a:xfrm>
            <a:off x="4642421" y="3742147"/>
            <a:ext cx="3199420" cy="60286"/>
          </a:xfrm>
          <a:prstGeom prst="straightConnector1">
            <a:avLst/>
          </a:prstGeom>
          <a:ln w="3175">
            <a:solidFill>
              <a:schemeClr val="accent4"/>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EF81A719-3A06-9898-B698-AB0685D3D8C5}"/>
              </a:ext>
            </a:extLst>
          </p:cNvPr>
          <p:cNvCxnSpPr>
            <a:cxnSpLocks/>
            <a:stCxn id="32" idx="3"/>
          </p:cNvCxnSpPr>
          <p:nvPr/>
        </p:nvCxnSpPr>
        <p:spPr>
          <a:xfrm flipV="1">
            <a:off x="4522983" y="3883005"/>
            <a:ext cx="3352382" cy="304147"/>
          </a:xfrm>
          <a:prstGeom prst="straightConnector1">
            <a:avLst/>
          </a:prstGeom>
          <a:ln w="3175">
            <a:solidFill>
              <a:schemeClr val="accent5"/>
            </a:solidFill>
            <a:headEnd type="triangle"/>
            <a:tailEnd type="triangle"/>
          </a:ln>
        </p:spPr>
        <p:style>
          <a:lnRef idx="1">
            <a:schemeClr val="dk1"/>
          </a:lnRef>
          <a:fillRef idx="0">
            <a:schemeClr val="dk1"/>
          </a:fillRef>
          <a:effectRef idx="0">
            <a:schemeClr val="dk1"/>
          </a:effectRef>
          <a:fontRef idx="minor">
            <a:schemeClr val="tx1"/>
          </a:fontRef>
        </p:style>
      </p:cxnSp>
      <p:sp>
        <p:nvSpPr>
          <p:cNvPr id="55" name="正方形/長方形 54">
            <a:extLst>
              <a:ext uri="{FF2B5EF4-FFF2-40B4-BE49-F238E27FC236}">
                <a16:creationId xmlns:a16="http://schemas.microsoft.com/office/drawing/2014/main" id="{EF50FC51-62E8-C420-B631-9075B5A8A178}"/>
              </a:ext>
            </a:extLst>
          </p:cNvPr>
          <p:cNvSpPr/>
          <p:nvPr/>
        </p:nvSpPr>
        <p:spPr>
          <a:xfrm>
            <a:off x="326073" y="3313954"/>
            <a:ext cx="1285512"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1200" b="1" dirty="0">
                <a:solidFill>
                  <a:schemeClr val="tx1"/>
                </a:solidFill>
              </a:rPr>
              <a:t>■処理シーケンス</a:t>
            </a:r>
            <a:endParaRPr kumimoji="1" lang="ja-JP" altLang="en-US" sz="1200" b="1" dirty="0">
              <a:solidFill>
                <a:srgbClr val="FF0000"/>
              </a:solidFill>
            </a:endParaRPr>
          </a:p>
        </p:txBody>
      </p:sp>
      <p:pic>
        <p:nvPicPr>
          <p:cNvPr id="63" name="Picture 2" descr="https://image.flaticon.com/icons/png/512/136/136525.png">
            <a:extLst>
              <a:ext uri="{FF2B5EF4-FFF2-40B4-BE49-F238E27FC236}">
                <a16:creationId xmlns:a16="http://schemas.microsoft.com/office/drawing/2014/main" id="{87760305-634C-54D8-9C09-1DA04B88A87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49674" y="3059189"/>
            <a:ext cx="278956" cy="288217"/>
          </a:xfrm>
          <a:prstGeom prst="rect">
            <a:avLst/>
          </a:prstGeom>
          <a:noFill/>
          <a:extLst>
            <a:ext uri="{909E8E84-426E-40DD-AFC4-6F175D3DCCD1}">
              <a14:hiddenFill xmlns:a14="http://schemas.microsoft.com/office/drawing/2010/main">
                <a:solidFill>
                  <a:srgbClr val="FFFFFF"/>
                </a:solidFill>
              </a14:hiddenFill>
            </a:ext>
          </a:extLst>
        </p:spPr>
      </p:pic>
      <p:sp>
        <p:nvSpPr>
          <p:cNvPr id="64" name="正方形/長方形 63">
            <a:extLst>
              <a:ext uri="{FF2B5EF4-FFF2-40B4-BE49-F238E27FC236}">
                <a16:creationId xmlns:a16="http://schemas.microsoft.com/office/drawing/2014/main" id="{89AD5D39-C259-C3BD-29F1-8FB069FE1F5B}"/>
              </a:ext>
            </a:extLst>
          </p:cNvPr>
          <p:cNvSpPr/>
          <p:nvPr/>
        </p:nvSpPr>
        <p:spPr>
          <a:xfrm>
            <a:off x="3458539" y="3327010"/>
            <a:ext cx="2306069"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sz="1200" b="1" dirty="0">
                <a:solidFill>
                  <a:schemeClr val="tx1"/>
                </a:solidFill>
              </a:rPr>
              <a:t>Json</a:t>
            </a:r>
            <a:r>
              <a:rPr kumimoji="1" lang="ja-JP" altLang="en-US" sz="1200" b="1" dirty="0">
                <a:solidFill>
                  <a:schemeClr val="tx1"/>
                </a:solidFill>
              </a:rPr>
              <a:t>ファイル分解</a:t>
            </a:r>
            <a:r>
              <a:rPr kumimoji="1" lang="en-US" altLang="ja-JP" sz="1200" b="1" dirty="0">
                <a:solidFill>
                  <a:schemeClr val="tx1"/>
                </a:solidFill>
              </a:rPr>
              <a:t>/</a:t>
            </a:r>
            <a:r>
              <a:rPr kumimoji="1" lang="ja-JP" altLang="en-US" sz="1200" b="1" dirty="0">
                <a:solidFill>
                  <a:schemeClr val="tx1"/>
                </a:solidFill>
              </a:rPr>
              <a:t>コマンド生成</a:t>
            </a:r>
            <a:endParaRPr kumimoji="1" lang="en-US" altLang="ja-JP" sz="1200" b="1" dirty="0">
              <a:solidFill>
                <a:schemeClr val="tx1"/>
              </a:solidFill>
            </a:endParaRPr>
          </a:p>
        </p:txBody>
      </p:sp>
      <p:sp>
        <p:nvSpPr>
          <p:cNvPr id="65" name="正方形/長方形 64">
            <a:extLst>
              <a:ext uri="{FF2B5EF4-FFF2-40B4-BE49-F238E27FC236}">
                <a16:creationId xmlns:a16="http://schemas.microsoft.com/office/drawing/2014/main" id="{B3AFBAAD-B6BD-9152-1E44-BA3FBE5CF41D}"/>
              </a:ext>
            </a:extLst>
          </p:cNvPr>
          <p:cNvSpPr/>
          <p:nvPr/>
        </p:nvSpPr>
        <p:spPr>
          <a:xfrm>
            <a:off x="669494" y="1792066"/>
            <a:ext cx="1349510" cy="262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ステップごとに</a:t>
            </a:r>
            <a:endParaRPr kumimoji="1" lang="en-US" altLang="ja-JP" sz="1200" dirty="0">
              <a:solidFill>
                <a:schemeClr val="tx1"/>
              </a:solidFill>
            </a:endParaRPr>
          </a:p>
          <a:p>
            <a:pPr algn="ctr"/>
            <a:r>
              <a:rPr kumimoji="1" lang="ja-JP" altLang="en-US" sz="1200" dirty="0">
                <a:solidFill>
                  <a:schemeClr val="tx1"/>
                </a:solidFill>
              </a:rPr>
              <a:t>作業の詳細化</a:t>
            </a:r>
            <a:endParaRPr kumimoji="1" lang="en-US" altLang="ja-JP" sz="1200" dirty="0">
              <a:solidFill>
                <a:schemeClr val="tx1"/>
              </a:solidFill>
            </a:endParaRPr>
          </a:p>
        </p:txBody>
      </p:sp>
      <p:sp>
        <p:nvSpPr>
          <p:cNvPr id="66" name="正方形/長方形 65">
            <a:extLst>
              <a:ext uri="{FF2B5EF4-FFF2-40B4-BE49-F238E27FC236}">
                <a16:creationId xmlns:a16="http://schemas.microsoft.com/office/drawing/2014/main" id="{1C0006DE-7944-FC63-C1BC-2259BA2C642E}"/>
              </a:ext>
            </a:extLst>
          </p:cNvPr>
          <p:cNvSpPr/>
          <p:nvPr/>
        </p:nvSpPr>
        <p:spPr>
          <a:xfrm>
            <a:off x="4694367" y="1775600"/>
            <a:ext cx="1349510" cy="262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工程割作成</a:t>
            </a:r>
            <a:endParaRPr kumimoji="1" lang="en-US" altLang="ja-JP" sz="1200" dirty="0">
              <a:solidFill>
                <a:schemeClr val="tx1"/>
              </a:solidFill>
            </a:endParaRPr>
          </a:p>
        </p:txBody>
      </p:sp>
      <p:sp>
        <p:nvSpPr>
          <p:cNvPr id="67" name="正方形/長方形 66">
            <a:extLst>
              <a:ext uri="{FF2B5EF4-FFF2-40B4-BE49-F238E27FC236}">
                <a16:creationId xmlns:a16="http://schemas.microsoft.com/office/drawing/2014/main" id="{23608695-2F15-AC9A-F6A3-999DB06FAD7B}"/>
              </a:ext>
            </a:extLst>
          </p:cNvPr>
          <p:cNvSpPr/>
          <p:nvPr/>
        </p:nvSpPr>
        <p:spPr>
          <a:xfrm>
            <a:off x="6339928" y="1792065"/>
            <a:ext cx="1083134" cy="26252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Json</a:t>
            </a:r>
            <a:r>
              <a:rPr kumimoji="1" lang="ja-JP" altLang="en-US" sz="1200" dirty="0">
                <a:solidFill>
                  <a:schemeClr val="tx1"/>
                </a:solidFill>
              </a:rPr>
              <a:t>作成</a:t>
            </a:r>
            <a:endParaRPr kumimoji="1" lang="en-US" altLang="ja-JP" sz="1200" dirty="0">
              <a:solidFill>
                <a:schemeClr val="tx1"/>
              </a:solidFill>
            </a:endParaRPr>
          </a:p>
        </p:txBody>
      </p:sp>
      <p:sp>
        <p:nvSpPr>
          <p:cNvPr id="68" name="吹き出し: 角を丸めた四角形 67">
            <a:extLst>
              <a:ext uri="{FF2B5EF4-FFF2-40B4-BE49-F238E27FC236}">
                <a16:creationId xmlns:a16="http://schemas.microsoft.com/office/drawing/2014/main" id="{8071660D-37B5-DB94-EDC6-B5826AEB490F}"/>
              </a:ext>
            </a:extLst>
          </p:cNvPr>
          <p:cNvSpPr/>
          <p:nvPr/>
        </p:nvSpPr>
        <p:spPr>
          <a:xfrm>
            <a:off x="4722490" y="4345937"/>
            <a:ext cx="897501" cy="258898"/>
          </a:xfrm>
          <a:prstGeom prst="wedgeRoundRectCallout">
            <a:avLst>
              <a:gd name="adj1" fmla="val -73857"/>
              <a:gd name="adj2" fmla="val -59320"/>
              <a:gd name="adj3" fmla="val 16667"/>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solidFill>
              </a:rPr>
              <a:t>作業内容表示</a:t>
            </a:r>
          </a:p>
        </p:txBody>
      </p:sp>
      <p:pic>
        <p:nvPicPr>
          <p:cNvPr id="14" name="Picture 2" descr="https://image.flaticon.com/icons/png/512/136/136525.png">
            <a:extLst>
              <a:ext uri="{FF2B5EF4-FFF2-40B4-BE49-F238E27FC236}">
                <a16:creationId xmlns:a16="http://schemas.microsoft.com/office/drawing/2014/main" id="{0E85E9F2-2EB1-F112-E3C2-16CF40C48E7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60850" y="3698545"/>
            <a:ext cx="278956" cy="288217"/>
          </a:xfrm>
          <a:prstGeom prst="rect">
            <a:avLst/>
          </a:prstGeom>
          <a:noFill/>
          <a:extLst>
            <a:ext uri="{909E8E84-426E-40DD-AFC4-6F175D3DCCD1}">
              <a14:hiddenFill xmlns:a14="http://schemas.microsoft.com/office/drawing/2010/main">
                <a:solidFill>
                  <a:srgbClr val="FFFFFF"/>
                </a:solidFill>
              </a14:hiddenFill>
            </a:ext>
          </a:extLst>
        </p:spPr>
      </p:pic>
      <p:sp>
        <p:nvSpPr>
          <p:cNvPr id="15" name="正方形/長方形 14">
            <a:extLst>
              <a:ext uri="{FF2B5EF4-FFF2-40B4-BE49-F238E27FC236}">
                <a16:creationId xmlns:a16="http://schemas.microsoft.com/office/drawing/2014/main" id="{B3FF90F3-AFF8-B674-3C4C-530CA02B5250}"/>
              </a:ext>
            </a:extLst>
          </p:cNvPr>
          <p:cNvSpPr/>
          <p:nvPr/>
        </p:nvSpPr>
        <p:spPr>
          <a:xfrm>
            <a:off x="407079" y="4023019"/>
            <a:ext cx="2244681" cy="541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1200" dirty="0">
                <a:solidFill>
                  <a:schemeClr val="tx1"/>
                </a:solidFill>
              </a:rPr>
              <a:t>工程情報を登録</a:t>
            </a:r>
            <a:endParaRPr kumimoji="1" lang="en-US" altLang="ja-JP" sz="1200" dirty="0">
              <a:solidFill>
                <a:schemeClr val="tx1"/>
              </a:solidFill>
            </a:endParaRPr>
          </a:p>
          <a:p>
            <a:pPr algn="ctr"/>
            <a:r>
              <a:rPr kumimoji="1" lang="ja-JP" altLang="en-US" sz="1200" b="1" dirty="0">
                <a:solidFill>
                  <a:srgbClr val="FF0000"/>
                </a:solidFill>
              </a:rPr>
              <a:t>（約</a:t>
            </a:r>
            <a:r>
              <a:rPr kumimoji="1" lang="en-US" altLang="ja-JP" sz="1200" b="1" dirty="0">
                <a:solidFill>
                  <a:srgbClr val="FF0000"/>
                </a:solidFill>
              </a:rPr>
              <a:t>60</a:t>
            </a:r>
            <a:r>
              <a:rPr kumimoji="1" lang="ja-JP" altLang="en-US" sz="1200" b="1" dirty="0">
                <a:solidFill>
                  <a:srgbClr val="FF0000"/>
                </a:solidFill>
              </a:rPr>
              <a:t>ファイル </a:t>
            </a:r>
            <a:r>
              <a:rPr kumimoji="1" lang="en-US" altLang="ja-JP" sz="1200" b="1" dirty="0">
                <a:solidFill>
                  <a:srgbClr val="FF0000"/>
                </a:solidFill>
              </a:rPr>
              <a:t>* </a:t>
            </a:r>
            <a:r>
              <a:rPr kumimoji="1" lang="ja-JP" altLang="en-US" sz="1200" b="1" dirty="0">
                <a:solidFill>
                  <a:srgbClr val="FF0000"/>
                </a:solidFill>
              </a:rPr>
              <a:t>仕向け数）</a:t>
            </a:r>
            <a:endParaRPr kumimoji="1" lang="en-US" altLang="ja-JP" sz="1200" b="1" dirty="0">
              <a:solidFill>
                <a:schemeClr val="tx1"/>
              </a:solidFill>
            </a:endParaRPr>
          </a:p>
        </p:txBody>
      </p:sp>
      <p:sp>
        <p:nvSpPr>
          <p:cNvPr id="16" name="正方形/長方形 15">
            <a:extLst>
              <a:ext uri="{FF2B5EF4-FFF2-40B4-BE49-F238E27FC236}">
                <a16:creationId xmlns:a16="http://schemas.microsoft.com/office/drawing/2014/main" id="{673DB9FF-FBE4-9132-CA06-B5BDB85DD3B5}"/>
              </a:ext>
            </a:extLst>
          </p:cNvPr>
          <p:cNvSpPr/>
          <p:nvPr/>
        </p:nvSpPr>
        <p:spPr>
          <a:xfrm>
            <a:off x="2436744" y="3391252"/>
            <a:ext cx="1051470" cy="428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1000" dirty="0">
                <a:solidFill>
                  <a:schemeClr val="tx1"/>
                </a:solidFill>
              </a:rPr>
              <a:t>工程問い合わせ</a:t>
            </a:r>
            <a:endParaRPr kumimoji="1" lang="en-US" altLang="ja-JP" sz="1000" dirty="0">
              <a:solidFill>
                <a:schemeClr val="tx1"/>
              </a:solidFill>
            </a:endParaRPr>
          </a:p>
          <a:p>
            <a:pPr algn="ctr"/>
            <a:r>
              <a:rPr kumimoji="1" lang="ja-JP" altLang="en-US" sz="1000" dirty="0">
                <a:solidFill>
                  <a:schemeClr val="tx1"/>
                </a:solidFill>
              </a:rPr>
              <a:t>工程結果送信</a:t>
            </a:r>
            <a:endParaRPr kumimoji="1" lang="ja-JP" altLang="en-US" sz="1000" dirty="0">
              <a:solidFill>
                <a:srgbClr val="FF0000"/>
              </a:solidFill>
            </a:endParaRPr>
          </a:p>
        </p:txBody>
      </p:sp>
      <p:sp>
        <p:nvSpPr>
          <p:cNvPr id="27" name="正方形/長方形 26">
            <a:extLst>
              <a:ext uri="{FF2B5EF4-FFF2-40B4-BE49-F238E27FC236}">
                <a16:creationId xmlns:a16="http://schemas.microsoft.com/office/drawing/2014/main" id="{BC11D711-84F6-8018-BEDB-7337703544BA}"/>
              </a:ext>
            </a:extLst>
          </p:cNvPr>
          <p:cNvSpPr/>
          <p:nvPr/>
        </p:nvSpPr>
        <p:spPr>
          <a:xfrm>
            <a:off x="2650298" y="4079246"/>
            <a:ext cx="1051470" cy="428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1000" dirty="0">
                <a:solidFill>
                  <a:schemeClr val="tx1"/>
                </a:solidFill>
              </a:rPr>
              <a:t>作業問い合わせ</a:t>
            </a:r>
            <a:endParaRPr kumimoji="1" lang="en-US" altLang="ja-JP" sz="1000" dirty="0">
              <a:solidFill>
                <a:schemeClr val="tx1"/>
              </a:solidFill>
            </a:endParaRPr>
          </a:p>
          <a:p>
            <a:pPr algn="ctr"/>
            <a:r>
              <a:rPr kumimoji="1" lang="ja-JP" altLang="en-US" sz="1000" dirty="0">
                <a:solidFill>
                  <a:schemeClr val="tx1"/>
                </a:solidFill>
              </a:rPr>
              <a:t>作業結果送信</a:t>
            </a:r>
            <a:endParaRPr kumimoji="1" lang="ja-JP" altLang="en-US" sz="1000" dirty="0">
              <a:solidFill>
                <a:srgbClr val="FF0000"/>
              </a:solidFill>
            </a:endParaRPr>
          </a:p>
        </p:txBody>
      </p:sp>
      <p:sp>
        <p:nvSpPr>
          <p:cNvPr id="35" name="正方形/長方形 34">
            <a:extLst>
              <a:ext uri="{FF2B5EF4-FFF2-40B4-BE49-F238E27FC236}">
                <a16:creationId xmlns:a16="http://schemas.microsoft.com/office/drawing/2014/main" id="{DA3313F7-C9EC-1F18-D771-15E897D5F6AF}"/>
              </a:ext>
            </a:extLst>
          </p:cNvPr>
          <p:cNvSpPr/>
          <p:nvPr/>
        </p:nvSpPr>
        <p:spPr>
          <a:xfrm>
            <a:off x="5227402" y="4091409"/>
            <a:ext cx="1051470" cy="2588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作業実施</a:t>
            </a:r>
            <a:endParaRPr kumimoji="1" lang="ja-JP" altLang="en-US" sz="1000" dirty="0">
              <a:solidFill>
                <a:srgbClr val="FF0000"/>
              </a:solidFill>
            </a:endParaRPr>
          </a:p>
        </p:txBody>
      </p:sp>
      <p:sp>
        <p:nvSpPr>
          <p:cNvPr id="37" name="正方形/長方形 36">
            <a:extLst>
              <a:ext uri="{FF2B5EF4-FFF2-40B4-BE49-F238E27FC236}">
                <a16:creationId xmlns:a16="http://schemas.microsoft.com/office/drawing/2014/main" id="{1DD311EF-B4DC-FD03-8942-972940F532DB}"/>
              </a:ext>
            </a:extLst>
          </p:cNvPr>
          <p:cNvSpPr/>
          <p:nvPr/>
        </p:nvSpPr>
        <p:spPr>
          <a:xfrm>
            <a:off x="5538828" y="3516286"/>
            <a:ext cx="1167100" cy="2246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コマンド送信・受信</a:t>
            </a:r>
          </a:p>
        </p:txBody>
      </p:sp>
    </p:spTree>
    <p:extLst>
      <p:ext uri="{BB962C8B-B14F-4D97-AF65-F5344CB8AC3E}">
        <p14:creationId xmlns:p14="http://schemas.microsoft.com/office/powerpoint/2010/main" val="813307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4AAEBD40-C375-5E88-9ED7-1B4183D8B5F9}"/>
              </a:ext>
            </a:extLst>
          </p:cNvPr>
          <p:cNvSpPr/>
          <p:nvPr/>
        </p:nvSpPr>
        <p:spPr>
          <a:xfrm>
            <a:off x="1961533" y="140960"/>
            <a:ext cx="5220934" cy="3911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b="1" dirty="0">
                <a:solidFill>
                  <a:schemeClr val="tx1"/>
                </a:solidFill>
              </a:rPr>
              <a:t>システムについて </a:t>
            </a:r>
            <a:r>
              <a:rPr kumimoji="1" lang="en-US" altLang="ja-JP" b="1" dirty="0">
                <a:solidFill>
                  <a:schemeClr val="tx1"/>
                </a:solidFill>
              </a:rPr>
              <a:t>–</a:t>
            </a:r>
            <a:r>
              <a:rPr kumimoji="1" lang="en-US" altLang="ja-JP" b="1" dirty="0" err="1">
                <a:solidFill>
                  <a:schemeClr val="tx1"/>
                </a:solidFill>
              </a:rPr>
              <a:t>HostPC</a:t>
            </a:r>
            <a:r>
              <a:rPr kumimoji="1" lang="en-US" altLang="ja-JP" b="1" dirty="0">
                <a:solidFill>
                  <a:schemeClr val="tx1"/>
                </a:solidFill>
              </a:rPr>
              <a:t>-</a:t>
            </a:r>
            <a:endParaRPr kumimoji="1" lang="ja-JP" altLang="en-US" b="1" dirty="0">
              <a:solidFill>
                <a:schemeClr val="tx1"/>
              </a:solidFill>
            </a:endParaRPr>
          </a:p>
        </p:txBody>
      </p:sp>
      <p:sp>
        <p:nvSpPr>
          <p:cNvPr id="7" name="テキスト ボックス 165">
            <a:extLst>
              <a:ext uri="{FF2B5EF4-FFF2-40B4-BE49-F238E27FC236}">
                <a16:creationId xmlns:a16="http://schemas.microsoft.com/office/drawing/2014/main" id="{6B03A7B3-38B1-5478-E92E-67BB04C5BC86}"/>
              </a:ext>
            </a:extLst>
          </p:cNvPr>
          <p:cNvSpPr txBox="1"/>
          <p:nvPr/>
        </p:nvSpPr>
        <p:spPr>
          <a:xfrm>
            <a:off x="399097" y="699258"/>
            <a:ext cx="8183793" cy="64633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200" b="1" dirty="0">
                <a:solidFill>
                  <a:schemeClr val="tx1"/>
                </a:solidFill>
                <a:latin typeface="Meiryo UI" panose="020B0604030504040204" pitchFamily="50" charset="-128"/>
                <a:ea typeface="Meiryo UI" panose="020B0604030504040204" pitchFamily="50" charset="-128"/>
              </a:rPr>
              <a:t>システム実現のためには、</a:t>
            </a:r>
            <a:r>
              <a:rPr kumimoji="1" lang="en-US" altLang="ja-JP" sz="1200" b="1" dirty="0" err="1">
                <a:solidFill>
                  <a:schemeClr val="tx1"/>
                </a:solidFill>
                <a:latin typeface="Meiryo UI" panose="020B0604030504040204" pitchFamily="50" charset="-128"/>
                <a:ea typeface="Meiryo UI" panose="020B0604030504040204" pitchFamily="50" charset="-128"/>
              </a:rPr>
              <a:t>HostPC</a:t>
            </a:r>
            <a:r>
              <a:rPr kumimoji="1" lang="ja-JP" altLang="en-US" sz="1200" b="1" dirty="0">
                <a:solidFill>
                  <a:schemeClr val="tx1"/>
                </a:solidFill>
                <a:latin typeface="Meiryo UI" panose="020B0604030504040204" pitchFamily="50" charset="-128"/>
                <a:ea typeface="Meiryo UI" panose="020B0604030504040204" pitchFamily="50" charset="-128"/>
              </a:rPr>
              <a:t>がデバイス情報を管理する必要がある</a:t>
            </a:r>
            <a:endParaRPr kumimoji="1" lang="en-US" altLang="ja-JP" sz="1200" b="1" dirty="0">
              <a:solidFill>
                <a:schemeClr val="tx1"/>
              </a:solidFill>
              <a:latin typeface="Meiryo UI" panose="020B0604030504040204" pitchFamily="50" charset="-128"/>
              <a:ea typeface="Meiryo UI" panose="020B0604030504040204" pitchFamily="50" charset="-128"/>
            </a:endParaRPr>
          </a:p>
          <a:p>
            <a:r>
              <a:rPr kumimoji="1" lang="ja-JP" altLang="en-US" sz="1200" dirty="0">
                <a:solidFill>
                  <a:schemeClr val="tx1"/>
                </a:solidFill>
                <a:latin typeface="Meiryo UI" panose="020B0604030504040204" pitchFamily="50" charset="-128"/>
                <a:ea typeface="Meiryo UI" panose="020B0604030504040204" pitchFamily="50" charset="-128"/>
              </a:rPr>
              <a:t>・</a:t>
            </a:r>
            <a:r>
              <a:rPr kumimoji="1" lang="en-US" altLang="ja-JP" sz="1200" dirty="0" err="1">
                <a:solidFill>
                  <a:schemeClr val="tx1"/>
                </a:solidFill>
                <a:latin typeface="Meiryo UI" panose="020B0604030504040204" pitchFamily="50" charset="-128"/>
                <a:ea typeface="Meiryo UI" panose="020B0604030504040204" pitchFamily="50" charset="-128"/>
              </a:rPr>
              <a:t>HostPC</a:t>
            </a:r>
            <a:r>
              <a:rPr kumimoji="1" lang="ja-JP" altLang="en-US" sz="1200" dirty="0">
                <a:solidFill>
                  <a:schemeClr val="tx1"/>
                </a:solidFill>
                <a:latin typeface="Meiryo UI" panose="020B0604030504040204" pitchFamily="50" charset="-128"/>
                <a:ea typeface="Meiryo UI" panose="020B0604030504040204" pitchFamily="50" charset="-128"/>
              </a:rPr>
              <a:t>にテーブルを作成し、</a:t>
            </a:r>
            <a:r>
              <a:rPr kumimoji="1" lang="ja-JP" altLang="en-US" sz="1200" dirty="0">
                <a:solidFill>
                  <a:srgbClr val="FF0000"/>
                </a:solidFill>
                <a:latin typeface="Meiryo UI" panose="020B0604030504040204" pitchFamily="50" charset="-128"/>
                <a:ea typeface="Meiryo UI" panose="020B0604030504040204" pitchFamily="50" charset="-128"/>
              </a:rPr>
              <a:t>他のデバイス状況を管理</a:t>
            </a:r>
            <a:endParaRPr kumimoji="1" lang="en-US" altLang="ja-JP" sz="1200" dirty="0">
              <a:solidFill>
                <a:srgbClr val="FF0000"/>
              </a:solidFill>
              <a:latin typeface="Meiryo UI" panose="020B0604030504040204" pitchFamily="50" charset="-128"/>
              <a:ea typeface="Meiryo UI" panose="020B0604030504040204" pitchFamily="50" charset="-128"/>
            </a:endParaRPr>
          </a:p>
          <a:p>
            <a:r>
              <a:rPr kumimoji="1" lang="ja-JP" altLang="en-US" sz="1200" dirty="0">
                <a:solidFill>
                  <a:schemeClr val="tx1"/>
                </a:solidFill>
                <a:latin typeface="Meiryo UI" panose="020B0604030504040204" pitchFamily="50" charset="-128"/>
                <a:ea typeface="Meiryo UI" panose="020B0604030504040204" pitchFamily="50" charset="-128"/>
              </a:rPr>
              <a:t>・作業者が判断することなく、工程を実施可能</a:t>
            </a:r>
          </a:p>
        </p:txBody>
      </p:sp>
      <p:sp>
        <p:nvSpPr>
          <p:cNvPr id="2" name="正方形/長方形 1">
            <a:extLst>
              <a:ext uri="{FF2B5EF4-FFF2-40B4-BE49-F238E27FC236}">
                <a16:creationId xmlns:a16="http://schemas.microsoft.com/office/drawing/2014/main" id="{69FCA774-D57D-B7F9-0B57-A02F1FD5A1C9}"/>
              </a:ext>
            </a:extLst>
          </p:cNvPr>
          <p:cNvSpPr/>
          <p:nvPr/>
        </p:nvSpPr>
        <p:spPr>
          <a:xfrm>
            <a:off x="619432" y="2044970"/>
            <a:ext cx="5171605" cy="2130401"/>
          </a:xfrm>
          <a:prstGeom prst="rect">
            <a:avLst/>
          </a:prstGeom>
          <a:solidFill>
            <a:schemeClr val="tx2">
              <a:lumMod val="10000"/>
              <a:lumOff val="90000"/>
            </a:schemeClr>
          </a:solidFill>
          <a:ln w="9525">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3" name="正方形/長方形 2">
            <a:extLst>
              <a:ext uri="{FF2B5EF4-FFF2-40B4-BE49-F238E27FC236}">
                <a16:creationId xmlns:a16="http://schemas.microsoft.com/office/drawing/2014/main" id="{C49C0CE5-5E58-FC68-4F3F-FABF52CB2083}"/>
              </a:ext>
            </a:extLst>
          </p:cNvPr>
          <p:cNvSpPr/>
          <p:nvPr/>
        </p:nvSpPr>
        <p:spPr>
          <a:xfrm>
            <a:off x="4448528" y="2316451"/>
            <a:ext cx="1066800" cy="7510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350" b="1" dirty="0"/>
              <a:t>保証工程</a:t>
            </a:r>
            <a:endParaRPr kumimoji="1" lang="en-US" altLang="ja-JP" sz="1350" b="1" dirty="0"/>
          </a:p>
          <a:p>
            <a:pPr algn="ctr"/>
            <a:r>
              <a:rPr kumimoji="1" lang="ja-JP" altLang="en-US" sz="1350" b="1" dirty="0"/>
              <a:t>プログラム</a:t>
            </a:r>
          </a:p>
        </p:txBody>
      </p:sp>
      <p:grpSp>
        <p:nvGrpSpPr>
          <p:cNvPr id="5" name="グループ化 4">
            <a:extLst>
              <a:ext uri="{FF2B5EF4-FFF2-40B4-BE49-F238E27FC236}">
                <a16:creationId xmlns:a16="http://schemas.microsoft.com/office/drawing/2014/main" id="{1D3BA8D6-8BC5-977C-8C60-32195416FFFA}"/>
              </a:ext>
            </a:extLst>
          </p:cNvPr>
          <p:cNvGrpSpPr/>
          <p:nvPr/>
        </p:nvGrpSpPr>
        <p:grpSpPr>
          <a:xfrm>
            <a:off x="4448528" y="3193823"/>
            <a:ext cx="514661" cy="602688"/>
            <a:chOff x="1001522" y="4168422"/>
            <a:chExt cx="578922" cy="838201"/>
          </a:xfrm>
        </p:grpSpPr>
        <p:sp>
          <p:nvSpPr>
            <p:cNvPr id="6" name="フローチャート: 磁気ディスク 5">
              <a:extLst>
                <a:ext uri="{FF2B5EF4-FFF2-40B4-BE49-F238E27FC236}">
                  <a16:creationId xmlns:a16="http://schemas.microsoft.com/office/drawing/2014/main" id="{7F8151B8-92CD-2DE1-88E8-577CBDE788B6}"/>
                </a:ext>
              </a:extLst>
            </p:cNvPr>
            <p:cNvSpPr/>
            <p:nvPr/>
          </p:nvSpPr>
          <p:spPr>
            <a:xfrm>
              <a:off x="1001522" y="4634089"/>
              <a:ext cx="578922" cy="372534"/>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kumimoji="1" lang="ja-JP" altLang="en-US" sz="1350"/>
            </a:p>
          </p:txBody>
        </p:sp>
        <p:sp>
          <p:nvSpPr>
            <p:cNvPr id="8" name="フローチャート: 磁気ディスク 7">
              <a:extLst>
                <a:ext uri="{FF2B5EF4-FFF2-40B4-BE49-F238E27FC236}">
                  <a16:creationId xmlns:a16="http://schemas.microsoft.com/office/drawing/2014/main" id="{16F12045-EE5B-5DD3-5D41-9B9CDB464B3E}"/>
                </a:ext>
              </a:extLst>
            </p:cNvPr>
            <p:cNvSpPr/>
            <p:nvPr/>
          </p:nvSpPr>
          <p:spPr>
            <a:xfrm>
              <a:off x="1001522" y="4401256"/>
              <a:ext cx="578922" cy="372534"/>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kumimoji="1" lang="ja-JP" altLang="en-US" sz="1350"/>
            </a:p>
          </p:txBody>
        </p:sp>
        <p:sp>
          <p:nvSpPr>
            <p:cNvPr id="9" name="フローチャート: 磁気ディスク 8">
              <a:extLst>
                <a:ext uri="{FF2B5EF4-FFF2-40B4-BE49-F238E27FC236}">
                  <a16:creationId xmlns:a16="http://schemas.microsoft.com/office/drawing/2014/main" id="{0F8B61F8-4886-4214-199B-7746260E3E11}"/>
                </a:ext>
              </a:extLst>
            </p:cNvPr>
            <p:cNvSpPr/>
            <p:nvPr/>
          </p:nvSpPr>
          <p:spPr>
            <a:xfrm>
              <a:off x="1001522" y="4168422"/>
              <a:ext cx="578922" cy="372534"/>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kumimoji="1" lang="ja-JP" altLang="en-US" sz="1350"/>
            </a:p>
          </p:txBody>
        </p:sp>
      </p:grpSp>
      <p:sp>
        <p:nvSpPr>
          <p:cNvPr id="10" name="四角形吹き出し 15">
            <a:extLst>
              <a:ext uri="{FF2B5EF4-FFF2-40B4-BE49-F238E27FC236}">
                <a16:creationId xmlns:a16="http://schemas.microsoft.com/office/drawing/2014/main" id="{3758816B-D68E-7C91-4B0F-814EFBCAB939}"/>
              </a:ext>
            </a:extLst>
          </p:cNvPr>
          <p:cNvSpPr/>
          <p:nvPr/>
        </p:nvSpPr>
        <p:spPr>
          <a:xfrm flipH="1">
            <a:off x="4108589" y="2651083"/>
            <a:ext cx="40952" cy="856308"/>
          </a:xfrm>
          <a:prstGeom prst="wedgeRectCallout">
            <a:avLst>
              <a:gd name="adj1" fmla="val -1433683"/>
              <a:gd name="adj2" fmla="val 53954"/>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ja-JP" altLang="en-US" sz="1350"/>
          </a:p>
        </p:txBody>
      </p:sp>
      <p:grpSp>
        <p:nvGrpSpPr>
          <p:cNvPr id="11" name="グループ化 10">
            <a:extLst>
              <a:ext uri="{FF2B5EF4-FFF2-40B4-BE49-F238E27FC236}">
                <a16:creationId xmlns:a16="http://schemas.microsoft.com/office/drawing/2014/main" id="{153F8E30-7E86-3543-0C3C-B05EFBC5C743}"/>
              </a:ext>
            </a:extLst>
          </p:cNvPr>
          <p:cNvGrpSpPr/>
          <p:nvPr/>
        </p:nvGrpSpPr>
        <p:grpSpPr>
          <a:xfrm>
            <a:off x="7228227" y="2299244"/>
            <a:ext cx="479708" cy="582656"/>
            <a:chOff x="3541683" y="2120865"/>
            <a:chExt cx="639610" cy="776875"/>
          </a:xfrm>
        </p:grpSpPr>
        <p:pic>
          <p:nvPicPr>
            <p:cNvPr id="12" name="図 11">
              <a:extLst>
                <a:ext uri="{FF2B5EF4-FFF2-40B4-BE49-F238E27FC236}">
                  <a16:creationId xmlns:a16="http://schemas.microsoft.com/office/drawing/2014/main" id="{CE8FD0DD-534E-2161-1E3A-857408B541E2}"/>
                </a:ext>
              </a:extLst>
            </p:cNvPr>
            <p:cNvPicPr>
              <a:picLocks noChangeAspect="1"/>
            </p:cNvPicPr>
            <p:nvPr/>
          </p:nvPicPr>
          <p:blipFill>
            <a:blip r:embed="rId2"/>
            <a:stretch>
              <a:fillRect/>
            </a:stretch>
          </p:blipFill>
          <p:spPr>
            <a:xfrm>
              <a:off x="3541683" y="2565949"/>
              <a:ext cx="605030" cy="331791"/>
            </a:xfrm>
            <a:prstGeom prst="rect">
              <a:avLst/>
            </a:prstGeom>
          </p:spPr>
        </p:pic>
        <p:pic>
          <p:nvPicPr>
            <p:cNvPr id="13" name="図 12">
              <a:extLst>
                <a:ext uri="{FF2B5EF4-FFF2-40B4-BE49-F238E27FC236}">
                  <a16:creationId xmlns:a16="http://schemas.microsoft.com/office/drawing/2014/main" id="{8574D203-B5AE-B33D-250B-FA6488139B3F}"/>
                </a:ext>
              </a:extLst>
            </p:cNvPr>
            <p:cNvPicPr>
              <a:picLocks noChangeAspect="1"/>
            </p:cNvPicPr>
            <p:nvPr/>
          </p:nvPicPr>
          <p:blipFill>
            <a:blip r:embed="rId3"/>
            <a:stretch>
              <a:fillRect/>
            </a:stretch>
          </p:blipFill>
          <p:spPr>
            <a:xfrm>
              <a:off x="3646241" y="2120865"/>
              <a:ext cx="395914" cy="610979"/>
            </a:xfrm>
            <a:prstGeom prst="rect">
              <a:avLst/>
            </a:prstGeom>
          </p:spPr>
        </p:pic>
        <p:pic>
          <p:nvPicPr>
            <p:cNvPr id="14" name="図 13">
              <a:extLst>
                <a:ext uri="{FF2B5EF4-FFF2-40B4-BE49-F238E27FC236}">
                  <a16:creationId xmlns:a16="http://schemas.microsoft.com/office/drawing/2014/main" id="{C6308C05-05E1-37ED-DA5A-DBBF01329AD8}"/>
                </a:ext>
              </a:extLst>
            </p:cNvPr>
            <p:cNvPicPr>
              <a:picLocks noChangeAspect="1"/>
            </p:cNvPicPr>
            <p:nvPr/>
          </p:nvPicPr>
          <p:blipFill>
            <a:blip r:embed="rId4"/>
            <a:stretch>
              <a:fillRect/>
            </a:stretch>
          </p:blipFill>
          <p:spPr>
            <a:xfrm flipH="1">
              <a:off x="3742212" y="2379883"/>
              <a:ext cx="439081" cy="333550"/>
            </a:xfrm>
            <a:prstGeom prst="rect">
              <a:avLst/>
            </a:prstGeom>
          </p:spPr>
        </p:pic>
      </p:grpSp>
      <p:sp>
        <p:nvSpPr>
          <p:cNvPr id="15" name="フローチャート: 直接アクセス記憶 14">
            <a:extLst>
              <a:ext uri="{FF2B5EF4-FFF2-40B4-BE49-F238E27FC236}">
                <a16:creationId xmlns:a16="http://schemas.microsoft.com/office/drawing/2014/main" id="{DC6B817D-17C6-BB7B-DED7-3CEE7048011E}"/>
              </a:ext>
            </a:extLst>
          </p:cNvPr>
          <p:cNvSpPr/>
          <p:nvPr/>
        </p:nvSpPr>
        <p:spPr>
          <a:xfrm>
            <a:off x="5419180" y="2671744"/>
            <a:ext cx="616581" cy="352257"/>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cxnSp>
        <p:nvCxnSpPr>
          <p:cNvPr id="16" name="直線矢印コネクタ 15">
            <a:extLst>
              <a:ext uri="{FF2B5EF4-FFF2-40B4-BE49-F238E27FC236}">
                <a16:creationId xmlns:a16="http://schemas.microsoft.com/office/drawing/2014/main" id="{8B7D52B2-793A-FB4A-02F8-8C35D735D1B0}"/>
              </a:ext>
            </a:extLst>
          </p:cNvPr>
          <p:cNvCxnSpPr/>
          <p:nvPr/>
        </p:nvCxnSpPr>
        <p:spPr>
          <a:xfrm rot="21366142" flipH="1">
            <a:off x="5882930" y="2458482"/>
            <a:ext cx="1292235" cy="27167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7" name="直線矢印コネクタ 16">
            <a:extLst>
              <a:ext uri="{FF2B5EF4-FFF2-40B4-BE49-F238E27FC236}">
                <a16:creationId xmlns:a16="http://schemas.microsoft.com/office/drawing/2014/main" id="{56334D4B-A64F-FCEF-51CA-A9177D2336DC}"/>
              </a:ext>
            </a:extLst>
          </p:cNvPr>
          <p:cNvCxnSpPr/>
          <p:nvPr/>
        </p:nvCxnSpPr>
        <p:spPr>
          <a:xfrm rot="21366142" flipH="1">
            <a:off x="5889044" y="2548212"/>
            <a:ext cx="1292235" cy="271670"/>
          </a:xfrm>
          <a:prstGeom prst="straightConnector1">
            <a:avLst/>
          </a:prstGeom>
          <a:ln w="38100">
            <a:headEnd type="triangle"/>
            <a:tailEnd type="none"/>
          </a:ln>
        </p:spPr>
        <p:style>
          <a:lnRef idx="3">
            <a:schemeClr val="accent1"/>
          </a:lnRef>
          <a:fillRef idx="0">
            <a:schemeClr val="accent1"/>
          </a:fillRef>
          <a:effectRef idx="2">
            <a:schemeClr val="accent1"/>
          </a:effectRef>
          <a:fontRef idx="minor">
            <a:schemeClr val="tx1"/>
          </a:fontRef>
        </p:style>
      </p:cxnSp>
      <p:cxnSp>
        <p:nvCxnSpPr>
          <p:cNvPr id="18" name="直線矢印コネクタ 17">
            <a:extLst>
              <a:ext uri="{FF2B5EF4-FFF2-40B4-BE49-F238E27FC236}">
                <a16:creationId xmlns:a16="http://schemas.microsoft.com/office/drawing/2014/main" id="{7A042758-E624-497D-9887-29BE8640A77E}"/>
              </a:ext>
            </a:extLst>
          </p:cNvPr>
          <p:cNvCxnSpPr/>
          <p:nvPr/>
        </p:nvCxnSpPr>
        <p:spPr>
          <a:xfrm flipH="1" flipV="1">
            <a:off x="5935193" y="2901753"/>
            <a:ext cx="1376023" cy="68134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9" name="直線矢印コネクタ 18">
            <a:extLst>
              <a:ext uri="{FF2B5EF4-FFF2-40B4-BE49-F238E27FC236}">
                <a16:creationId xmlns:a16="http://schemas.microsoft.com/office/drawing/2014/main" id="{2273574D-5FEF-977E-42A8-BC3154A944C6}"/>
              </a:ext>
            </a:extLst>
          </p:cNvPr>
          <p:cNvCxnSpPr/>
          <p:nvPr/>
        </p:nvCxnSpPr>
        <p:spPr>
          <a:xfrm flipH="1" flipV="1">
            <a:off x="5935193" y="2999602"/>
            <a:ext cx="1371453" cy="679079"/>
          </a:xfrm>
          <a:prstGeom prst="straightConnector1">
            <a:avLst/>
          </a:prstGeom>
          <a:ln w="38100">
            <a:headEnd type="triangle"/>
            <a:tailEnd type="none"/>
          </a:ln>
        </p:spPr>
        <p:style>
          <a:lnRef idx="3">
            <a:schemeClr val="accent1"/>
          </a:lnRef>
          <a:fillRef idx="0">
            <a:schemeClr val="accent1"/>
          </a:fillRef>
          <a:effectRef idx="2">
            <a:schemeClr val="accent1"/>
          </a:effectRef>
          <a:fontRef idx="minor">
            <a:schemeClr val="tx1"/>
          </a:fontRef>
        </p:style>
      </p:cxnSp>
      <p:grpSp>
        <p:nvGrpSpPr>
          <p:cNvPr id="20" name="グループ化 19">
            <a:extLst>
              <a:ext uri="{FF2B5EF4-FFF2-40B4-BE49-F238E27FC236}">
                <a16:creationId xmlns:a16="http://schemas.microsoft.com/office/drawing/2014/main" id="{C3107508-6DC0-DF8D-117B-9FFC126F067F}"/>
              </a:ext>
            </a:extLst>
          </p:cNvPr>
          <p:cNvGrpSpPr/>
          <p:nvPr/>
        </p:nvGrpSpPr>
        <p:grpSpPr>
          <a:xfrm>
            <a:off x="7240054" y="3520186"/>
            <a:ext cx="479708" cy="582656"/>
            <a:chOff x="3541683" y="2120865"/>
            <a:chExt cx="639610" cy="776875"/>
          </a:xfrm>
        </p:grpSpPr>
        <p:pic>
          <p:nvPicPr>
            <p:cNvPr id="21" name="図 20">
              <a:extLst>
                <a:ext uri="{FF2B5EF4-FFF2-40B4-BE49-F238E27FC236}">
                  <a16:creationId xmlns:a16="http://schemas.microsoft.com/office/drawing/2014/main" id="{FFAC530A-B60F-706A-75F1-AEF5E3072662}"/>
                </a:ext>
              </a:extLst>
            </p:cNvPr>
            <p:cNvPicPr>
              <a:picLocks noChangeAspect="1"/>
            </p:cNvPicPr>
            <p:nvPr/>
          </p:nvPicPr>
          <p:blipFill>
            <a:blip r:embed="rId2"/>
            <a:stretch>
              <a:fillRect/>
            </a:stretch>
          </p:blipFill>
          <p:spPr>
            <a:xfrm>
              <a:off x="3541683" y="2565949"/>
              <a:ext cx="605030" cy="331791"/>
            </a:xfrm>
            <a:prstGeom prst="rect">
              <a:avLst/>
            </a:prstGeom>
          </p:spPr>
        </p:pic>
        <p:pic>
          <p:nvPicPr>
            <p:cNvPr id="22" name="図 21">
              <a:extLst>
                <a:ext uri="{FF2B5EF4-FFF2-40B4-BE49-F238E27FC236}">
                  <a16:creationId xmlns:a16="http://schemas.microsoft.com/office/drawing/2014/main" id="{950A8246-D323-4740-E4D6-A2594C9F8534}"/>
                </a:ext>
              </a:extLst>
            </p:cNvPr>
            <p:cNvPicPr>
              <a:picLocks noChangeAspect="1"/>
            </p:cNvPicPr>
            <p:nvPr/>
          </p:nvPicPr>
          <p:blipFill>
            <a:blip r:embed="rId3"/>
            <a:stretch>
              <a:fillRect/>
            </a:stretch>
          </p:blipFill>
          <p:spPr>
            <a:xfrm>
              <a:off x="3646241" y="2120865"/>
              <a:ext cx="395914" cy="610979"/>
            </a:xfrm>
            <a:prstGeom prst="rect">
              <a:avLst/>
            </a:prstGeom>
          </p:spPr>
        </p:pic>
        <p:pic>
          <p:nvPicPr>
            <p:cNvPr id="23" name="図 22">
              <a:extLst>
                <a:ext uri="{FF2B5EF4-FFF2-40B4-BE49-F238E27FC236}">
                  <a16:creationId xmlns:a16="http://schemas.microsoft.com/office/drawing/2014/main" id="{4DE4ED8C-41B3-8B05-A90B-861B9AC055E9}"/>
                </a:ext>
              </a:extLst>
            </p:cNvPr>
            <p:cNvPicPr>
              <a:picLocks noChangeAspect="1"/>
            </p:cNvPicPr>
            <p:nvPr/>
          </p:nvPicPr>
          <p:blipFill>
            <a:blip r:embed="rId4"/>
            <a:stretch>
              <a:fillRect/>
            </a:stretch>
          </p:blipFill>
          <p:spPr>
            <a:xfrm flipH="1">
              <a:off x="3742212" y="2379883"/>
              <a:ext cx="439081" cy="333550"/>
            </a:xfrm>
            <a:prstGeom prst="rect">
              <a:avLst/>
            </a:prstGeom>
          </p:spPr>
        </p:pic>
      </p:grpSp>
      <p:graphicFrame>
        <p:nvGraphicFramePr>
          <p:cNvPr id="24" name="表 23">
            <a:extLst>
              <a:ext uri="{FF2B5EF4-FFF2-40B4-BE49-F238E27FC236}">
                <a16:creationId xmlns:a16="http://schemas.microsoft.com/office/drawing/2014/main" id="{573C7853-CE60-0210-06B9-91C98977B33E}"/>
              </a:ext>
            </a:extLst>
          </p:cNvPr>
          <p:cNvGraphicFramePr>
            <a:graphicFrameLocks noGrp="1"/>
          </p:cNvGraphicFramePr>
          <p:nvPr>
            <p:extLst>
              <p:ext uri="{D42A27DB-BD31-4B8C-83A1-F6EECF244321}">
                <p14:modId xmlns:p14="http://schemas.microsoft.com/office/powerpoint/2010/main" val="3394220452"/>
              </p:ext>
            </p:extLst>
          </p:nvPr>
        </p:nvGraphicFramePr>
        <p:xfrm>
          <a:off x="774290" y="2415450"/>
          <a:ext cx="3387194" cy="1127760"/>
        </p:xfrm>
        <a:graphic>
          <a:graphicData uri="http://schemas.openxmlformats.org/drawingml/2006/table">
            <a:tbl>
              <a:tblPr firstRow="1" bandRow="1">
                <a:tableStyleId>{F5AB1C69-6EDB-4FF4-983F-18BD219EF322}</a:tableStyleId>
              </a:tblPr>
              <a:tblGrid>
                <a:gridCol w="1076348">
                  <a:extLst>
                    <a:ext uri="{9D8B030D-6E8A-4147-A177-3AD203B41FA5}">
                      <a16:colId xmlns:a16="http://schemas.microsoft.com/office/drawing/2014/main" val="3978935550"/>
                    </a:ext>
                  </a:extLst>
                </a:gridCol>
                <a:gridCol w="1146121">
                  <a:extLst>
                    <a:ext uri="{9D8B030D-6E8A-4147-A177-3AD203B41FA5}">
                      <a16:colId xmlns:a16="http://schemas.microsoft.com/office/drawing/2014/main" val="2165368286"/>
                    </a:ext>
                  </a:extLst>
                </a:gridCol>
                <a:gridCol w="1164725">
                  <a:extLst>
                    <a:ext uri="{9D8B030D-6E8A-4147-A177-3AD203B41FA5}">
                      <a16:colId xmlns:a16="http://schemas.microsoft.com/office/drawing/2014/main" val="1368517384"/>
                    </a:ext>
                  </a:extLst>
                </a:gridCol>
              </a:tblGrid>
              <a:tr h="238103">
                <a:tc>
                  <a:txBody>
                    <a:bodyPr/>
                    <a:lstStyle/>
                    <a:p>
                      <a:pPr algn="ctr"/>
                      <a:r>
                        <a:rPr kumimoji="1" lang="ja-JP" altLang="en-US" sz="1400" dirty="0"/>
                        <a:t>セッション</a:t>
                      </a:r>
                      <a:r>
                        <a:rPr kumimoji="1" lang="en-US" altLang="ja-JP" sz="1400" dirty="0"/>
                        <a:t>ID</a:t>
                      </a:r>
                      <a:endParaRPr kumimoji="1" lang="ja-JP" altLang="en-US" sz="1400" dirty="0"/>
                    </a:p>
                  </a:txBody>
                  <a:tcPr marL="68580" marR="68580" marT="34290" marB="34290"/>
                </a:tc>
                <a:tc>
                  <a:txBody>
                    <a:bodyPr/>
                    <a:lstStyle/>
                    <a:p>
                      <a:pPr algn="ctr"/>
                      <a:r>
                        <a:rPr kumimoji="1" lang="ja-JP" altLang="en-US" sz="1400" dirty="0"/>
                        <a:t>工程名</a:t>
                      </a:r>
                    </a:p>
                  </a:txBody>
                  <a:tcPr marL="68580" marR="68580" marT="34290" marB="34290"/>
                </a:tc>
                <a:tc>
                  <a:txBody>
                    <a:bodyPr/>
                    <a:lstStyle/>
                    <a:p>
                      <a:pPr algn="ctr"/>
                      <a:r>
                        <a:rPr kumimoji="1" lang="ja-JP" altLang="en-US" sz="1400" dirty="0"/>
                        <a:t>製品</a:t>
                      </a:r>
                      <a:r>
                        <a:rPr kumimoji="1" lang="en-US" altLang="ja-JP" sz="1400" dirty="0"/>
                        <a:t>S/N</a:t>
                      </a:r>
                      <a:endParaRPr kumimoji="1" lang="ja-JP" altLang="en-US" sz="1400" dirty="0"/>
                    </a:p>
                  </a:txBody>
                  <a:tcPr marL="68580" marR="68580" marT="34290" marB="34290"/>
                </a:tc>
                <a:extLst>
                  <a:ext uri="{0D108BD9-81ED-4DB2-BD59-A6C34878D82A}">
                    <a16:rowId xmlns:a16="http://schemas.microsoft.com/office/drawing/2014/main" val="3770590878"/>
                  </a:ext>
                </a:extLst>
              </a:tr>
              <a:tr h="266834">
                <a:tc>
                  <a:txBody>
                    <a:bodyPr/>
                    <a:lstStyle/>
                    <a:p>
                      <a:pPr algn="ctr"/>
                      <a:endParaRPr kumimoji="1" lang="ja-JP" altLang="en-US" sz="1400" dirty="0"/>
                    </a:p>
                  </a:txBody>
                  <a:tcPr marL="68580" marR="68580" marT="34290" marB="34290"/>
                </a:tc>
                <a:tc>
                  <a:txBody>
                    <a:bodyPr/>
                    <a:lstStyle/>
                    <a:p>
                      <a:pPr algn="ctr"/>
                      <a:r>
                        <a:rPr kumimoji="1" lang="en-US" altLang="ja-JP" sz="1400" dirty="0"/>
                        <a:t>Step.1</a:t>
                      </a:r>
                      <a:endParaRPr kumimoji="1" lang="ja-JP" altLang="en-US" sz="1400" dirty="0"/>
                    </a:p>
                  </a:txBody>
                  <a:tcPr marL="68580" marR="68580" marT="34290" marB="34290"/>
                </a:tc>
                <a:tc>
                  <a:txBody>
                    <a:bodyPr/>
                    <a:lstStyle/>
                    <a:p>
                      <a:pPr algn="ctr"/>
                      <a:r>
                        <a:rPr kumimoji="1" lang="en-US" altLang="ja-JP" sz="1400" dirty="0"/>
                        <a:t>XXX001</a:t>
                      </a:r>
                      <a:endParaRPr kumimoji="1" lang="ja-JP" altLang="en-US" sz="1400" dirty="0"/>
                    </a:p>
                  </a:txBody>
                  <a:tcPr marL="68580" marR="68580" marT="34290" marB="34290"/>
                </a:tc>
                <a:extLst>
                  <a:ext uri="{0D108BD9-81ED-4DB2-BD59-A6C34878D82A}">
                    <a16:rowId xmlns:a16="http://schemas.microsoft.com/office/drawing/2014/main" val="1577069611"/>
                  </a:ext>
                </a:extLst>
              </a:tr>
              <a:tr h="266834">
                <a:tc>
                  <a:txBody>
                    <a:bodyPr/>
                    <a:lstStyle/>
                    <a:p>
                      <a:pPr algn="ctr"/>
                      <a:endParaRPr kumimoji="1" lang="ja-JP" altLang="en-US" sz="1400" dirty="0"/>
                    </a:p>
                  </a:txBody>
                  <a:tcPr marL="68580" marR="68580" marT="34290" marB="34290"/>
                </a:tc>
                <a:tc>
                  <a:txBody>
                    <a:bodyPr/>
                    <a:lstStyle/>
                    <a:p>
                      <a:pPr algn="ctr"/>
                      <a:r>
                        <a:rPr kumimoji="1" lang="en-US" altLang="ja-JP" sz="1400" dirty="0"/>
                        <a:t>Step.4</a:t>
                      </a:r>
                      <a:endParaRPr kumimoji="1" lang="ja-JP" altLang="en-US" sz="1400" dirty="0"/>
                    </a:p>
                  </a:txBody>
                  <a:tcPr marL="68580" marR="68580" marT="34290" marB="34290"/>
                </a:tc>
                <a:tc>
                  <a:txBody>
                    <a:bodyPr/>
                    <a:lstStyle/>
                    <a:p>
                      <a:pPr algn="ctr"/>
                      <a:r>
                        <a:rPr kumimoji="1" lang="en-US" altLang="ja-JP" sz="1400" dirty="0"/>
                        <a:t>XXX002</a:t>
                      </a:r>
                      <a:endParaRPr kumimoji="1" lang="ja-JP" altLang="en-US" sz="1400" dirty="0"/>
                    </a:p>
                  </a:txBody>
                  <a:tcPr marL="68580" marR="68580" marT="34290" marB="34290"/>
                </a:tc>
                <a:extLst>
                  <a:ext uri="{0D108BD9-81ED-4DB2-BD59-A6C34878D82A}">
                    <a16:rowId xmlns:a16="http://schemas.microsoft.com/office/drawing/2014/main" val="3789714565"/>
                  </a:ext>
                </a:extLst>
              </a:tr>
              <a:tr h="266834">
                <a:tc>
                  <a:txBody>
                    <a:bodyPr/>
                    <a:lstStyle/>
                    <a:p>
                      <a:pPr algn="ctr"/>
                      <a:r>
                        <a:rPr kumimoji="1" lang="en-US" altLang="ja-JP" sz="1400" dirty="0"/>
                        <a:t>:</a:t>
                      </a:r>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marL="68580" marR="68580" marT="34290" marB="3429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a:t>
                      </a:r>
                      <a:endParaRPr kumimoji="1" lang="ja-JP" altLang="en-US" sz="1400" dirty="0"/>
                    </a:p>
                  </a:txBody>
                  <a:tcPr marL="68580" marR="68580" marT="34290" marB="34290"/>
                </a:tc>
                <a:extLst>
                  <a:ext uri="{0D108BD9-81ED-4DB2-BD59-A6C34878D82A}">
                    <a16:rowId xmlns:a16="http://schemas.microsoft.com/office/drawing/2014/main" val="2967513032"/>
                  </a:ext>
                </a:extLst>
              </a:tr>
            </a:tbl>
          </a:graphicData>
        </a:graphic>
      </p:graphicFrame>
      <p:pic>
        <p:nvPicPr>
          <p:cNvPr id="25" name="図 24">
            <a:extLst>
              <a:ext uri="{FF2B5EF4-FFF2-40B4-BE49-F238E27FC236}">
                <a16:creationId xmlns:a16="http://schemas.microsoft.com/office/drawing/2014/main" id="{6E9B2162-8C7A-4625-B205-7D7D6720EC2B}"/>
              </a:ext>
            </a:extLst>
          </p:cNvPr>
          <p:cNvPicPr>
            <a:picLocks noChangeAspect="1"/>
          </p:cNvPicPr>
          <p:nvPr/>
        </p:nvPicPr>
        <p:blipFill>
          <a:blip r:embed="rId5"/>
          <a:stretch>
            <a:fillRect/>
          </a:stretch>
        </p:blipFill>
        <p:spPr>
          <a:xfrm>
            <a:off x="974608" y="2540224"/>
            <a:ext cx="589640" cy="493706"/>
          </a:xfrm>
          <a:prstGeom prst="rect">
            <a:avLst/>
          </a:prstGeom>
        </p:spPr>
      </p:pic>
      <p:pic>
        <p:nvPicPr>
          <p:cNvPr id="26" name="図 25">
            <a:extLst>
              <a:ext uri="{FF2B5EF4-FFF2-40B4-BE49-F238E27FC236}">
                <a16:creationId xmlns:a16="http://schemas.microsoft.com/office/drawing/2014/main" id="{063EB8B5-AE20-8DDD-50B0-91EA8E5EB026}"/>
              </a:ext>
            </a:extLst>
          </p:cNvPr>
          <p:cNvPicPr>
            <a:picLocks noChangeAspect="1"/>
          </p:cNvPicPr>
          <p:nvPr/>
        </p:nvPicPr>
        <p:blipFill>
          <a:blip r:embed="rId6"/>
          <a:stretch>
            <a:fillRect/>
          </a:stretch>
        </p:blipFill>
        <p:spPr>
          <a:xfrm>
            <a:off x="965691" y="2863488"/>
            <a:ext cx="559600" cy="468554"/>
          </a:xfrm>
          <a:prstGeom prst="rect">
            <a:avLst/>
          </a:prstGeom>
        </p:spPr>
      </p:pic>
      <p:sp>
        <p:nvSpPr>
          <p:cNvPr id="27" name="テキスト ボックス 26">
            <a:extLst>
              <a:ext uri="{FF2B5EF4-FFF2-40B4-BE49-F238E27FC236}">
                <a16:creationId xmlns:a16="http://schemas.microsoft.com/office/drawing/2014/main" id="{974EF603-B116-7A77-5A13-EC25B26439C7}"/>
              </a:ext>
            </a:extLst>
          </p:cNvPr>
          <p:cNvSpPr txBox="1"/>
          <p:nvPr/>
        </p:nvSpPr>
        <p:spPr>
          <a:xfrm>
            <a:off x="3923992" y="3828753"/>
            <a:ext cx="1399742" cy="30008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kumimoji="1" lang="ja-JP" altLang="en-US" sz="1350" b="1" dirty="0">
                <a:solidFill>
                  <a:schemeClr val="accent3"/>
                </a:solidFill>
              </a:rPr>
              <a:t>管理データベース</a:t>
            </a:r>
            <a:endParaRPr kumimoji="1" lang="en-US" altLang="ja-JP" sz="1350" b="1" dirty="0">
              <a:solidFill>
                <a:schemeClr val="accent3"/>
              </a:solidFill>
            </a:endParaRPr>
          </a:p>
        </p:txBody>
      </p:sp>
      <p:sp>
        <p:nvSpPr>
          <p:cNvPr id="31" name="下カーブ矢印 2">
            <a:extLst>
              <a:ext uri="{FF2B5EF4-FFF2-40B4-BE49-F238E27FC236}">
                <a16:creationId xmlns:a16="http://schemas.microsoft.com/office/drawing/2014/main" id="{43E0AF45-225A-A96C-CADE-B6A97911C045}"/>
              </a:ext>
            </a:extLst>
          </p:cNvPr>
          <p:cNvSpPr/>
          <p:nvPr/>
        </p:nvSpPr>
        <p:spPr>
          <a:xfrm rot="19989680">
            <a:off x="5959857" y="2223921"/>
            <a:ext cx="1066161" cy="398468"/>
          </a:xfrm>
          <a:prstGeom prst="curvedDown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sz="1350">
              <a:solidFill>
                <a:schemeClr val="tx1"/>
              </a:solidFill>
            </a:endParaRPr>
          </a:p>
        </p:txBody>
      </p:sp>
      <p:sp>
        <p:nvSpPr>
          <p:cNvPr id="32" name="四角形吹き出し 47">
            <a:extLst>
              <a:ext uri="{FF2B5EF4-FFF2-40B4-BE49-F238E27FC236}">
                <a16:creationId xmlns:a16="http://schemas.microsoft.com/office/drawing/2014/main" id="{BAB7CF16-368A-64B9-EE16-427211A87312}"/>
              </a:ext>
            </a:extLst>
          </p:cNvPr>
          <p:cNvSpPr/>
          <p:nvPr/>
        </p:nvSpPr>
        <p:spPr>
          <a:xfrm>
            <a:off x="2725946" y="1329287"/>
            <a:ext cx="3938811" cy="453427"/>
          </a:xfrm>
          <a:prstGeom prst="wedgeRectCallout">
            <a:avLst>
              <a:gd name="adj1" fmla="val 48695"/>
              <a:gd name="adj2" fmla="val 224554"/>
            </a:avLst>
          </a:prstGeom>
        </p:spPr>
        <p:style>
          <a:lnRef idx="2">
            <a:schemeClr val="accent4"/>
          </a:lnRef>
          <a:fillRef idx="1">
            <a:schemeClr val="lt1"/>
          </a:fillRef>
          <a:effectRef idx="0">
            <a:schemeClr val="accent4"/>
          </a:effectRef>
          <a:fontRef idx="minor">
            <a:schemeClr val="dk1"/>
          </a:fontRef>
        </p:style>
        <p:txBody>
          <a:bodyPr rtlCol="0" anchor="ctr"/>
          <a:lstStyle/>
          <a:p>
            <a:r>
              <a:rPr kumimoji="1" lang="ja-JP" altLang="en-US" sz="1350" b="1" dirty="0">
                <a:solidFill>
                  <a:schemeClr val="tx1"/>
                </a:solidFill>
              </a:rPr>
              <a:t>初回アクセス時に</a:t>
            </a:r>
            <a:r>
              <a:rPr kumimoji="1" lang="ja-JP" altLang="en-US" sz="1350" b="1" dirty="0">
                <a:solidFill>
                  <a:schemeClr val="accent4"/>
                </a:solidFill>
              </a:rPr>
              <a:t>セッション</a:t>
            </a:r>
            <a:r>
              <a:rPr kumimoji="1" lang="en-US" altLang="ja-JP" sz="1350" b="1" dirty="0">
                <a:solidFill>
                  <a:schemeClr val="accent4"/>
                </a:solidFill>
              </a:rPr>
              <a:t>ID(</a:t>
            </a:r>
            <a:r>
              <a:rPr kumimoji="1" lang="ja-JP" altLang="en-US" sz="1350" b="1" dirty="0">
                <a:solidFill>
                  <a:schemeClr val="accent4"/>
                </a:solidFill>
              </a:rPr>
              <a:t>整理番号</a:t>
            </a:r>
            <a:r>
              <a:rPr kumimoji="1" lang="en-US" altLang="ja-JP" sz="1350" b="1" dirty="0">
                <a:solidFill>
                  <a:schemeClr val="accent4"/>
                </a:solidFill>
              </a:rPr>
              <a:t>)</a:t>
            </a:r>
            <a:r>
              <a:rPr kumimoji="1" lang="ja-JP" altLang="en-US" sz="1350" b="1" dirty="0">
                <a:solidFill>
                  <a:schemeClr val="accent4"/>
                </a:solidFill>
              </a:rPr>
              <a:t>を割り当て</a:t>
            </a:r>
            <a:endParaRPr kumimoji="1" lang="en-US" altLang="ja-JP" sz="1350" b="1" dirty="0">
              <a:solidFill>
                <a:schemeClr val="accent4"/>
              </a:solidFill>
            </a:endParaRPr>
          </a:p>
          <a:p>
            <a:pPr algn="ctr"/>
            <a:r>
              <a:rPr kumimoji="1" lang="ja-JP" altLang="en-US" sz="1350" dirty="0">
                <a:solidFill>
                  <a:schemeClr val="accent4"/>
                </a:solidFill>
              </a:rPr>
              <a:t>　ラズパイ＋製品の組み合わせ</a:t>
            </a:r>
            <a:endParaRPr kumimoji="1" lang="en-US" altLang="ja-JP" sz="1350" dirty="0">
              <a:solidFill>
                <a:schemeClr val="accent4"/>
              </a:solidFill>
            </a:endParaRPr>
          </a:p>
        </p:txBody>
      </p:sp>
      <p:pic>
        <p:nvPicPr>
          <p:cNvPr id="33" name="図 32">
            <a:extLst>
              <a:ext uri="{FF2B5EF4-FFF2-40B4-BE49-F238E27FC236}">
                <a16:creationId xmlns:a16="http://schemas.microsoft.com/office/drawing/2014/main" id="{D8420B42-BAA9-FAA8-7B82-9E4B32F7F4D0}"/>
              </a:ext>
            </a:extLst>
          </p:cNvPr>
          <p:cNvPicPr>
            <a:picLocks noChangeAspect="1"/>
          </p:cNvPicPr>
          <p:nvPr/>
        </p:nvPicPr>
        <p:blipFill>
          <a:blip r:embed="rId5"/>
          <a:stretch>
            <a:fillRect/>
          </a:stretch>
        </p:blipFill>
        <p:spPr>
          <a:xfrm>
            <a:off x="6028239" y="2095362"/>
            <a:ext cx="525826" cy="525826"/>
          </a:xfrm>
          <a:prstGeom prst="rect">
            <a:avLst/>
          </a:prstGeom>
        </p:spPr>
      </p:pic>
      <p:sp>
        <p:nvSpPr>
          <p:cNvPr id="34" name="四角形吹き出し 50">
            <a:extLst>
              <a:ext uri="{FF2B5EF4-FFF2-40B4-BE49-F238E27FC236}">
                <a16:creationId xmlns:a16="http://schemas.microsoft.com/office/drawing/2014/main" id="{518E6FF5-3D1D-BD68-7AB8-D175617C8131}"/>
              </a:ext>
            </a:extLst>
          </p:cNvPr>
          <p:cNvSpPr/>
          <p:nvPr/>
        </p:nvSpPr>
        <p:spPr>
          <a:xfrm>
            <a:off x="922779" y="4181537"/>
            <a:ext cx="4331562" cy="321218"/>
          </a:xfrm>
          <a:prstGeom prst="wedgeRectCallout">
            <a:avLst>
              <a:gd name="adj1" fmla="val -36680"/>
              <a:gd name="adj2" fmla="val -236561"/>
            </a:avLst>
          </a:prstGeom>
          <a:ln>
            <a:solidFill>
              <a:schemeClr val="accent3"/>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kumimoji="1" lang="ja-JP" altLang="en-US" sz="1500" b="1" dirty="0">
                <a:solidFill>
                  <a:schemeClr val="accent4"/>
                </a:solidFill>
              </a:rPr>
              <a:t>セッション</a:t>
            </a:r>
            <a:r>
              <a:rPr kumimoji="1" lang="en-US" altLang="ja-JP" sz="1500" b="1" dirty="0">
                <a:solidFill>
                  <a:schemeClr val="accent4"/>
                </a:solidFill>
              </a:rPr>
              <a:t>ID</a:t>
            </a:r>
            <a:r>
              <a:rPr kumimoji="1" lang="ja-JP" altLang="en-US" sz="1500" b="1" dirty="0"/>
              <a:t>を基に進捗を</a:t>
            </a:r>
            <a:r>
              <a:rPr kumimoji="1" lang="ja-JP" altLang="en-US" sz="1500" b="1" dirty="0">
                <a:solidFill>
                  <a:schemeClr val="accent3"/>
                </a:solidFill>
              </a:rPr>
              <a:t>データベースシステム</a:t>
            </a:r>
            <a:r>
              <a:rPr kumimoji="1" lang="ja-JP" altLang="en-US" sz="1500" b="1" dirty="0"/>
              <a:t>で管理</a:t>
            </a:r>
          </a:p>
        </p:txBody>
      </p:sp>
      <p:sp>
        <p:nvSpPr>
          <p:cNvPr id="35" name="正方形/長方形 34">
            <a:extLst>
              <a:ext uri="{FF2B5EF4-FFF2-40B4-BE49-F238E27FC236}">
                <a16:creationId xmlns:a16="http://schemas.microsoft.com/office/drawing/2014/main" id="{B5022C56-F605-0D62-3E28-98BE323EF672}"/>
              </a:ext>
            </a:extLst>
          </p:cNvPr>
          <p:cNvSpPr/>
          <p:nvPr/>
        </p:nvSpPr>
        <p:spPr>
          <a:xfrm>
            <a:off x="531833" y="1540059"/>
            <a:ext cx="1879976" cy="222695"/>
          </a:xfrm>
          <a:prstGeom prst="rect">
            <a:avLst/>
          </a:prstGeom>
          <a:solidFill>
            <a:schemeClr val="accent2">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r>
              <a:rPr kumimoji="1" lang="en-US" altLang="ja-JP" sz="1050" b="1" dirty="0" err="1">
                <a:solidFill>
                  <a:schemeClr val="tx1"/>
                </a:solidFill>
              </a:rPr>
              <a:t>HostPC</a:t>
            </a:r>
            <a:r>
              <a:rPr kumimoji="1" lang="ja-JP" altLang="en-US" sz="1050" b="1" dirty="0">
                <a:solidFill>
                  <a:schemeClr val="tx1"/>
                </a:solidFill>
              </a:rPr>
              <a:t>の工程管理イメージ</a:t>
            </a:r>
          </a:p>
        </p:txBody>
      </p:sp>
      <p:sp>
        <p:nvSpPr>
          <p:cNvPr id="36" name="二方向矢印 5">
            <a:extLst>
              <a:ext uri="{FF2B5EF4-FFF2-40B4-BE49-F238E27FC236}">
                <a16:creationId xmlns:a16="http://schemas.microsoft.com/office/drawing/2014/main" id="{2279B427-475B-259F-6ED5-494DFD0CB9F7}"/>
              </a:ext>
            </a:extLst>
          </p:cNvPr>
          <p:cNvSpPr/>
          <p:nvPr/>
        </p:nvSpPr>
        <p:spPr>
          <a:xfrm>
            <a:off x="5043158" y="3207655"/>
            <a:ext cx="422366" cy="411963"/>
          </a:xfrm>
          <a:prstGeom prst="leftUp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sz="1350" dirty="0"/>
          </a:p>
        </p:txBody>
      </p:sp>
      <p:pic>
        <p:nvPicPr>
          <p:cNvPr id="37" name="Picture 2" descr="https://3.bp.blogspot.com/-qlSGpgl64rI/Wqih4jf-CuI/AAAAAAABK20/aoPMsqSqO_EEXE4d39WUqSc0nbwTGoV-wCLcBGAs/s800/mark_chain_kusari.png">
            <a:extLst>
              <a:ext uri="{FF2B5EF4-FFF2-40B4-BE49-F238E27FC236}">
                <a16:creationId xmlns:a16="http://schemas.microsoft.com/office/drawing/2014/main" id="{8C1DF908-E83E-E23B-8CE7-23344756AB62}"/>
              </a:ext>
            </a:extLst>
          </p:cNvPr>
          <p:cNvPicPr>
            <a:picLocks noChangeAspect="1" noChangeArrowheads="1"/>
          </p:cNvPicPr>
          <p:nvPr/>
        </p:nvPicPr>
        <p:blipFill>
          <a:blip r:embed="rId7"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63237" y="2050763"/>
            <a:ext cx="415387" cy="41538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https://3.bp.blogspot.com/-qlSGpgl64rI/Wqih4jf-CuI/AAAAAAABK20/aoPMsqSqO_EEXE4d39WUqSc0nbwTGoV-wCLcBGAs/s800/mark_chain_kusari.png">
            <a:extLst>
              <a:ext uri="{FF2B5EF4-FFF2-40B4-BE49-F238E27FC236}">
                <a16:creationId xmlns:a16="http://schemas.microsoft.com/office/drawing/2014/main" id="{AF4B82A1-E887-6566-D099-309BB511508D}"/>
              </a:ext>
            </a:extLst>
          </p:cNvPr>
          <p:cNvPicPr>
            <a:picLocks noChangeAspect="1" noChangeArrowheads="1"/>
          </p:cNvPicPr>
          <p:nvPr/>
        </p:nvPicPr>
        <p:blipFill>
          <a:blip r:embed="rId8"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505489">
            <a:off x="7258521" y="3144866"/>
            <a:ext cx="441045" cy="441045"/>
          </a:xfrm>
          <a:prstGeom prst="rect">
            <a:avLst/>
          </a:prstGeom>
          <a:noFill/>
          <a:extLst>
            <a:ext uri="{909E8E84-426E-40DD-AFC4-6F175D3DCCD1}">
              <a14:hiddenFill xmlns:a14="http://schemas.microsoft.com/office/drawing/2010/main">
                <a:solidFill>
                  <a:srgbClr val="FFFFFF"/>
                </a:solidFill>
              </a14:hiddenFill>
            </a:ext>
          </a:extLst>
        </p:spPr>
      </p:pic>
      <p:sp>
        <p:nvSpPr>
          <p:cNvPr id="39" name="下カーブ矢印 64">
            <a:extLst>
              <a:ext uri="{FF2B5EF4-FFF2-40B4-BE49-F238E27FC236}">
                <a16:creationId xmlns:a16="http://schemas.microsoft.com/office/drawing/2014/main" id="{EA452F68-AD8B-E7F6-03B4-CE10665E582B}"/>
              </a:ext>
            </a:extLst>
          </p:cNvPr>
          <p:cNvSpPr/>
          <p:nvPr/>
        </p:nvSpPr>
        <p:spPr>
          <a:xfrm rot="1559550">
            <a:off x="6296683" y="2945388"/>
            <a:ext cx="951059" cy="309382"/>
          </a:xfrm>
          <a:prstGeom prst="curvedDownArrow">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ja-JP" altLang="en-US" sz="1350">
              <a:solidFill>
                <a:schemeClr val="tx1"/>
              </a:solidFill>
            </a:endParaRPr>
          </a:p>
        </p:txBody>
      </p:sp>
      <p:sp>
        <p:nvSpPr>
          <p:cNvPr id="40" name="四角形吹き出し 66">
            <a:extLst>
              <a:ext uri="{FF2B5EF4-FFF2-40B4-BE49-F238E27FC236}">
                <a16:creationId xmlns:a16="http://schemas.microsoft.com/office/drawing/2014/main" id="{F8E06295-7BA3-DA1E-298D-31080C5E2D1C}"/>
              </a:ext>
            </a:extLst>
          </p:cNvPr>
          <p:cNvSpPr/>
          <p:nvPr/>
        </p:nvSpPr>
        <p:spPr>
          <a:xfrm>
            <a:off x="6800468" y="1315665"/>
            <a:ext cx="1074889" cy="468290"/>
          </a:xfrm>
          <a:prstGeom prst="wedgeRectCallout">
            <a:avLst>
              <a:gd name="adj1" fmla="val 735"/>
              <a:gd name="adj2" fmla="val 129930"/>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kumimoji="1" lang="ja-JP" altLang="en-US" sz="1350" b="1" dirty="0">
                <a:solidFill>
                  <a:schemeClr val="accent4"/>
                </a:solidFill>
              </a:rPr>
              <a:t>セッション</a:t>
            </a:r>
            <a:r>
              <a:rPr kumimoji="1" lang="en-US" altLang="ja-JP" sz="1350" b="1" dirty="0">
                <a:solidFill>
                  <a:schemeClr val="accent4"/>
                </a:solidFill>
              </a:rPr>
              <a:t>ID</a:t>
            </a:r>
          </a:p>
          <a:p>
            <a:pPr algn="ctr"/>
            <a:r>
              <a:rPr kumimoji="1" lang="ja-JP" altLang="en-US" sz="1350" b="1" dirty="0"/>
              <a:t>紐付け</a:t>
            </a:r>
          </a:p>
        </p:txBody>
      </p:sp>
      <p:pic>
        <p:nvPicPr>
          <p:cNvPr id="43" name="図 42">
            <a:extLst>
              <a:ext uri="{FF2B5EF4-FFF2-40B4-BE49-F238E27FC236}">
                <a16:creationId xmlns:a16="http://schemas.microsoft.com/office/drawing/2014/main" id="{0804A0F3-3181-FD56-05CE-FCF5D3140C03}"/>
              </a:ext>
            </a:extLst>
          </p:cNvPr>
          <p:cNvPicPr>
            <a:picLocks noChangeAspect="1"/>
          </p:cNvPicPr>
          <p:nvPr/>
        </p:nvPicPr>
        <p:blipFill>
          <a:blip r:embed="rId6"/>
          <a:stretch>
            <a:fillRect/>
          </a:stretch>
        </p:blipFill>
        <p:spPr>
          <a:xfrm rot="975417">
            <a:off x="6521808" y="2736690"/>
            <a:ext cx="525826" cy="525826"/>
          </a:xfrm>
          <a:prstGeom prst="rect">
            <a:avLst/>
          </a:prstGeom>
        </p:spPr>
      </p:pic>
      <p:pic>
        <p:nvPicPr>
          <p:cNvPr id="44" name="Picture 10" descr="コンピューター icon">
            <a:extLst>
              <a:ext uri="{FF2B5EF4-FFF2-40B4-BE49-F238E27FC236}">
                <a16:creationId xmlns:a16="http://schemas.microsoft.com/office/drawing/2014/main" id="{1F648F57-C86A-83C9-7EB9-88BA749BC1B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44224" y="1762754"/>
            <a:ext cx="527597" cy="527597"/>
          </a:xfrm>
          <a:prstGeom prst="rect">
            <a:avLst/>
          </a:prstGeom>
          <a:noFill/>
          <a:extLst>
            <a:ext uri="{909E8E84-426E-40DD-AFC4-6F175D3DCCD1}">
              <a14:hiddenFill xmlns:a14="http://schemas.microsoft.com/office/drawing/2010/main">
                <a:solidFill>
                  <a:srgbClr val="FFFFFF"/>
                </a:solidFill>
              </a14:hiddenFill>
            </a:ext>
          </a:extLst>
        </p:spPr>
      </p:pic>
      <p:sp>
        <p:nvSpPr>
          <p:cNvPr id="28" name="スライド番号プレースホルダー 1">
            <a:extLst>
              <a:ext uri="{FF2B5EF4-FFF2-40B4-BE49-F238E27FC236}">
                <a16:creationId xmlns:a16="http://schemas.microsoft.com/office/drawing/2014/main" id="{C86AA3C8-AB2D-350F-AD88-45DA0C6BC5DA}"/>
              </a:ext>
            </a:extLst>
          </p:cNvPr>
          <p:cNvSpPr txBox="1">
            <a:spLocks/>
          </p:cNvSpPr>
          <p:nvPr/>
        </p:nvSpPr>
        <p:spPr>
          <a:xfrm>
            <a:off x="7530413" y="4665373"/>
            <a:ext cx="1236216" cy="28123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CAF52D-4F9C-4C98-97E5-368871F90D31}" type="slidenum">
              <a:rPr kumimoji="1" lang="ja-JP" altLang="en-US" smtClean="0"/>
              <a:pPr algn="r"/>
              <a:t>13</a:t>
            </a:fld>
            <a:endParaRPr kumimoji="1" lang="ja-JP" altLang="en-US" dirty="0"/>
          </a:p>
        </p:txBody>
      </p:sp>
    </p:spTree>
    <p:extLst>
      <p:ext uri="{BB962C8B-B14F-4D97-AF65-F5344CB8AC3E}">
        <p14:creationId xmlns:p14="http://schemas.microsoft.com/office/powerpoint/2010/main" val="95161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角丸四角形 3"/>
          <p:cNvSpPr/>
          <p:nvPr/>
        </p:nvSpPr>
        <p:spPr>
          <a:xfrm>
            <a:off x="3193225" y="1201691"/>
            <a:ext cx="2644867" cy="2802959"/>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350" dirty="0"/>
          </a:p>
        </p:txBody>
      </p:sp>
      <p:sp>
        <p:nvSpPr>
          <p:cNvPr id="58" name="角丸四角形 57"/>
          <p:cNvSpPr/>
          <p:nvPr/>
        </p:nvSpPr>
        <p:spPr>
          <a:xfrm>
            <a:off x="5041828" y="1201691"/>
            <a:ext cx="2664109" cy="2802959"/>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sz="1350" dirty="0"/>
          </a:p>
        </p:txBody>
      </p:sp>
      <p:sp>
        <p:nvSpPr>
          <p:cNvPr id="5" name="角丸四角形 4"/>
          <p:cNvSpPr/>
          <p:nvPr/>
        </p:nvSpPr>
        <p:spPr>
          <a:xfrm>
            <a:off x="5031127" y="1201691"/>
            <a:ext cx="801631" cy="2794124"/>
          </a:xfrm>
          <a:prstGeom prst="roundRect">
            <a:avLst>
              <a:gd name="adj" fmla="val 50000"/>
            </a:avLst>
          </a:prstGeom>
          <a:noFill/>
          <a:ln w="9525"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sz="1350"/>
          </a:p>
        </p:txBody>
      </p:sp>
      <p:sp>
        <p:nvSpPr>
          <p:cNvPr id="2" name="タイトル 1"/>
          <p:cNvSpPr>
            <a:spLocks noGrp="1"/>
          </p:cNvSpPr>
          <p:nvPr>
            <p:ph type="title" idx="4294967295"/>
          </p:nvPr>
        </p:nvSpPr>
        <p:spPr>
          <a:xfrm>
            <a:off x="1440868" y="211931"/>
            <a:ext cx="6265069" cy="238125"/>
          </a:xfrm>
        </p:spPr>
        <p:txBody>
          <a:bodyPr wrap="none" anchor="ctr">
            <a:noAutofit/>
          </a:bodyPr>
          <a:lstStyle/>
          <a:p>
            <a:pPr lvl="0" algn="ctr"/>
            <a:r>
              <a:rPr lang="ja-JP" altLang="en-US" dirty="0"/>
              <a:t>システム概要</a:t>
            </a:r>
          </a:p>
        </p:txBody>
      </p:sp>
      <p:pic>
        <p:nvPicPr>
          <p:cNvPr id="14" name="図 13"/>
          <p:cNvPicPr>
            <a:picLocks noChangeAspect="1"/>
          </p:cNvPicPr>
          <p:nvPr/>
        </p:nvPicPr>
        <p:blipFill>
          <a:blip r:embed="rId3"/>
          <a:stretch>
            <a:fillRect/>
          </a:stretch>
        </p:blipFill>
        <p:spPr>
          <a:xfrm>
            <a:off x="6978897" y="1966212"/>
            <a:ext cx="296936" cy="458234"/>
          </a:xfrm>
          <a:prstGeom prst="rect">
            <a:avLst/>
          </a:prstGeom>
        </p:spPr>
      </p:pic>
      <p:pic>
        <p:nvPicPr>
          <p:cNvPr id="15" name="図 14"/>
          <p:cNvPicPr>
            <a:picLocks noChangeAspect="1"/>
          </p:cNvPicPr>
          <p:nvPr/>
        </p:nvPicPr>
        <p:blipFill>
          <a:blip r:embed="rId4"/>
          <a:stretch>
            <a:fillRect/>
          </a:stretch>
        </p:blipFill>
        <p:spPr>
          <a:xfrm flipH="1">
            <a:off x="5110578" y="1957492"/>
            <a:ext cx="637027" cy="483920"/>
          </a:xfrm>
          <a:prstGeom prst="rect">
            <a:avLst/>
          </a:prstGeom>
        </p:spPr>
      </p:pic>
      <p:pic>
        <p:nvPicPr>
          <p:cNvPr id="18" name="図 17"/>
          <p:cNvPicPr>
            <a:picLocks noChangeAspect="1"/>
          </p:cNvPicPr>
          <p:nvPr/>
        </p:nvPicPr>
        <p:blipFill>
          <a:blip r:embed="rId3"/>
          <a:stretch>
            <a:fillRect/>
          </a:stretch>
        </p:blipFill>
        <p:spPr>
          <a:xfrm>
            <a:off x="6951510" y="2593543"/>
            <a:ext cx="296936" cy="458234"/>
          </a:xfrm>
          <a:prstGeom prst="rect">
            <a:avLst/>
          </a:prstGeom>
        </p:spPr>
      </p:pic>
      <p:pic>
        <p:nvPicPr>
          <p:cNvPr id="19" name="図 18"/>
          <p:cNvPicPr>
            <a:picLocks noChangeAspect="1"/>
          </p:cNvPicPr>
          <p:nvPr/>
        </p:nvPicPr>
        <p:blipFill>
          <a:blip r:embed="rId4"/>
          <a:stretch>
            <a:fillRect/>
          </a:stretch>
        </p:blipFill>
        <p:spPr>
          <a:xfrm flipH="1">
            <a:off x="5118920" y="3409820"/>
            <a:ext cx="586085" cy="445223"/>
          </a:xfrm>
          <a:prstGeom prst="rect">
            <a:avLst/>
          </a:prstGeom>
        </p:spPr>
      </p:pic>
      <p:cxnSp>
        <p:nvCxnSpPr>
          <p:cNvPr id="20" name="直線コネクタ 19"/>
          <p:cNvCxnSpPr>
            <a:stCxn id="24" idx="3"/>
          </p:cNvCxnSpPr>
          <p:nvPr/>
        </p:nvCxnSpPr>
        <p:spPr>
          <a:xfrm>
            <a:off x="2070413" y="2424446"/>
            <a:ext cx="932669" cy="13603"/>
          </a:xfrm>
          <a:prstGeom prst="line">
            <a:avLst/>
          </a:prstGeom>
          <a:ln>
            <a:prstDash val="sysDash"/>
          </a:ln>
        </p:spPr>
        <p:style>
          <a:lnRef idx="3">
            <a:schemeClr val="accent1"/>
          </a:lnRef>
          <a:fillRef idx="0">
            <a:schemeClr val="accent1"/>
          </a:fillRef>
          <a:effectRef idx="2">
            <a:schemeClr val="accent1"/>
          </a:effectRef>
          <a:fontRef idx="minor">
            <a:schemeClr val="tx1"/>
          </a:fontRef>
        </p:style>
      </p:cxnSp>
      <p:grpSp>
        <p:nvGrpSpPr>
          <p:cNvPr id="21" name="グループ化 20"/>
          <p:cNvGrpSpPr/>
          <p:nvPr/>
        </p:nvGrpSpPr>
        <p:grpSpPr>
          <a:xfrm>
            <a:off x="1397670" y="1770326"/>
            <a:ext cx="720223" cy="897942"/>
            <a:chOff x="505685" y="1151681"/>
            <a:chExt cx="960298" cy="1197256"/>
          </a:xfrm>
        </p:grpSpPr>
        <p:pic>
          <p:nvPicPr>
            <p:cNvPr id="22" name="図 21">
              <a:extLst>
                <a:ext uri="{FF2B5EF4-FFF2-40B4-BE49-F238E27FC236}">
                  <a16:creationId xmlns:a16="http://schemas.microsoft.com/office/drawing/2014/main" id="{24C9F500-EA74-4786-B5D7-5A8D219A3A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5685" y="1494973"/>
              <a:ext cx="442259" cy="547004"/>
            </a:xfrm>
            <a:prstGeom prst="rect">
              <a:avLst/>
            </a:prstGeom>
          </p:spPr>
        </p:pic>
        <p:grpSp>
          <p:nvGrpSpPr>
            <p:cNvPr id="23" name="グループ化 22"/>
            <p:cNvGrpSpPr/>
            <p:nvPr/>
          </p:nvGrpSpPr>
          <p:grpSpPr>
            <a:xfrm>
              <a:off x="683289" y="1151681"/>
              <a:ext cx="782694" cy="1197256"/>
              <a:chOff x="789121" y="4826505"/>
              <a:chExt cx="535585" cy="769195"/>
            </a:xfrm>
          </p:grpSpPr>
          <p:pic>
            <p:nvPicPr>
              <p:cNvPr id="24"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305" y="5177971"/>
                <a:ext cx="451082" cy="417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テキスト ボックス 24"/>
              <p:cNvSpPr txBox="1"/>
              <p:nvPr/>
            </p:nvSpPr>
            <p:spPr>
              <a:xfrm>
                <a:off x="789121" y="4826505"/>
                <a:ext cx="535585" cy="23728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kumimoji="1" lang="en-US" altLang="ja-JP" sz="1200" b="1" dirty="0"/>
                  <a:t>MOM</a:t>
                </a:r>
                <a:endParaRPr kumimoji="1" lang="ja-JP" altLang="en-US" sz="1200" b="1" dirty="0"/>
              </a:p>
            </p:txBody>
          </p:sp>
        </p:grpSp>
      </p:grpSp>
      <p:pic>
        <p:nvPicPr>
          <p:cNvPr id="28" name="図 27"/>
          <p:cNvPicPr>
            <a:picLocks noChangeAspect="1"/>
          </p:cNvPicPr>
          <p:nvPr/>
        </p:nvPicPr>
        <p:blipFill>
          <a:blip r:embed="rId4"/>
          <a:stretch>
            <a:fillRect/>
          </a:stretch>
        </p:blipFill>
        <p:spPr>
          <a:xfrm flipH="1">
            <a:off x="5106376" y="2595283"/>
            <a:ext cx="598629" cy="454751"/>
          </a:xfrm>
          <a:prstGeom prst="rect">
            <a:avLst/>
          </a:prstGeom>
        </p:spPr>
      </p:pic>
      <p:cxnSp>
        <p:nvCxnSpPr>
          <p:cNvPr id="30" name="直線コネクタ 29"/>
          <p:cNvCxnSpPr/>
          <p:nvPr/>
        </p:nvCxnSpPr>
        <p:spPr>
          <a:xfrm>
            <a:off x="5350959" y="3138213"/>
            <a:ext cx="8830" cy="207796"/>
          </a:xfrm>
          <a:prstGeom prst="line">
            <a:avLst/>
          </a:prstGeom>
          <a:ln w="44450" cmpd="sng">
            <a:prstDash val="sysDot"/>
          </a:ln>
        </p:spPr>
        <p:style>
          <a:lnRef idx="3">
            <a:schemeClr val="dk1"/>
          </a:lnRef>
          <a:fillRef idx="0">
            <a:schemeClr val="dk1"/>
          </a:fillRef>
          <a:effectRef idx="2">
            <a:schemeClr val="dk1"/>
          </a:effectRef>
          <a:fontRef idx="minor">
            <a:schemeClr val="tx1"/>
          </a:fontRef>
        </p:style>
      </p:cxnSp>
      <p:pic>
        <p:nvPicPr>
          <p:cNvPr id="33" name="図 32"/>
          <p:cNvPicPr>
            <a:picLocks noChangeAspect="1"/>
          </p:cNvPicPr>
          <p:nvPr/>
        </p:nvPicPr>
        <p:blipFill>
          <a:blip r:embed="rId3"/>
          <a:stretch>
            <a:fillRect/>
          </a:stretch>
        </p:blipFill>
        <p:spPr>
          <a:xfrm>
            <a:off x="6978897" y="3408060"/>
            <a:ext cx="296936" cy="458234"/>
          </a:xfrm>
          <a:prstGeom prst="rect">
            <a:avLst/>
          </a:prstGeom>
        </p:spPr>
      </p:pic>
      <p:sp>
        <p:nvSpPr>
          <p:cNvPr id="37" name="テキスト ボックス 36"/>
          <p:cNvSpPr txBox="1"/>
          <p:nvPr/>
        </p:nvSpPr>
        <p:spPr>
          <a:xfrm>
            <a:off x="4787408" y="1409751"/>
            <a:ext cx="1277144" cy="27699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ctr"/>
            <a:r>
              <a:rPr kumimoji="1" lang="en-US" altLang="ja-JP" sz="1200" b="1" dirty="0"/>
              <a:t>Raspberry Pi </a:t>
            </a:r>
          </a:p>
        </p:txBody>
      </p:sp>
      <p:sp>
        <p:nvSpPr>
          <p:cNvPr id="41" name="角丸四角形 40"/>
          <p:cNvSpPr/>
          <p:nvPr/>
        </p:nvSpPr>
        <p:spPr>
          <a:xfrm>
            <a:off x="1506064" y="1109775"/>
            <a:ext cx="1602279" cy="48619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ja-JP" altLang="en-US" sz="1500" b="1" dirty="0"/>
              <a:t>製造情報・</a:t>
            </a:r>
            <a:endParaRPr kumimoji="1" lang="en-US" altLang="ja-JP" sz="1500" b="1" dirty="0"/>
          </a:p>
          <a:p>
            <a:pPr algn="ctr"/>
            <a:r>
              <a:rPr kumimoji="1" lang="ja-JP" altLang="en-US" sz="1500" b="1" dirty="0"/>
              <a:t>作業指示の取得</a:t>
            </a:r>
          </a:p>
        </p:txBody>
      </p:sp>
      <p:sp>
        <p:nvSpPr>
          <p:cNvPr id="42" name="角丸四角形 41"/>
          <p:cNvSpPr/>
          <p:nvPr/>
        </p:nvSpPr>
        <p:spPr>
          <a:xfrm>
            <a:off x="1506064" y="3040980"/>
            <a:ext cx="1602279" cy="51342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500" b="1" dirty="0"/>
              <a:t>工程進捗情報</a:t>
            </a:r>
            <a:endParaRPr kumimoji="1" lang="en-US" altLang="ja-JP" sz="1500" b="1" dirty="0"/>
          </a:p>
          <a:p>
            <a:pPr algn="ctr"/>
            <a:r>
              <a:rPr kumimoji="1" lang="ja-JP" altLang="en-US" sz="1500" b="1" dirty="0"/>
              <a:t>リアルタイム連携</a:t>
            </a:r>
          </a:p>
        </p:txBody>
      </p:sp>
      <p:sp>
        <p:nvSpPr>
          <p:cNvPr id="43" name="角丸四角形 42"/>
          <p:cNvSpPr/>
          <p:nvPr/>
        </p:nvSpPr>
        <p:spPr>
          <a:xfrm>
            <a:off x="3654173" y="820806"/>
            <a:ext cx="1729839" cy="48038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ja-JP" altLang="en-US" sz="1500" b="1" dirty="0"/>
              <a:t>システム・製品</a:t>
            </a:r>
            <a:endParaRPr kumimoji="1" lang="en-US" altLang="ja-JP" sz="1500" b="1" dirty="0"/>
          </a:p>
          <a:p>
            <a:pPr algn="ctr"/>
            <a:r>
              <a:rPr kumimoji="1" lang="ja-JP" altLang="en-US" sz="1500" b="1" dirty="0"/>
              <a:t>無線接続</a:t>
            </a:r>
          </a:p>
        </p:txBody>
      </p:sp>
      <p:sp>
        <p:nvSpPr>
          <p:cNvPr id="44" name="角丸四角形 43"/>
          <p:cNvSpPr/>
          <p:nvPr/>
        </p:nvSpPr>
        <p:spPr>
          <a:xfrm>
            <a:off x="5705005" y="812490"/>
            <a:ext cx="1729043" cy="48849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ja-JP" sz="1500" b="1" dirty="0"/>
              <a:t>AGV</a:t>
            </a:r>
          </a:p>
          <a:p>
            <a:pPr algn="ctr"/>
            <a:r>
              <a:rPr kumimoji="1" lang="ja-JP" altLang="en-US" sz="1500" b="1" dirty="0"/>
              <a:t>自動運搬可能</a:t>
            </a:r>
          </a:p>
        </p:txBody>
      </p:sp>
      <p:sp>
        <p:nvSpPr>
          <p:cNvPr id="45" name="テキスト ボックス 44"/>
          <p:cNvSpPr txBox="1"/>
          <p:nvPr/>
        </p:nvSpPr>
        <p:spPr>
          <a:xfrm>
            <a:off x="6823262" y="1414305"/>
            <a:ext cx="492443" cy="27699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ctr"/>
            <a:r>
              <a:rPr kumimoji="1" lang="ja-JP" altLang="en-US" sz="1200" b="1" dirty="0"/>
              <a:t>製品</a:t>
            </a:r>
            <a:endParaRPr kumimoji="1" lang="en-US" altLang="ja-JP" sz="1200" b="1" dirty="0"/>
          </a:p>
        </p:txBody>
      </p:sp>
      <p:grpSp>
        <p:nvGrpSpPr>
          <p:cNvPr id="46" name="グループ化 45"/>
          <p:cNvGrpSpPr/>
          <p:nvPr/>
        </p:nvGrpSpPr>
        <p:grpSpPr>
          <a:xfrm>
            <a:off x="1767338" y="4140303"/>
            <a:ext cx="5695931" cy="494894"/>
            <a:chOff x="271821" y="4925138"/>
            <a:chExt cx="7594574" cy="659858"/>
          </a:xfrm>
        </p:grpSpPr>
        <p:cxnSp>
          <p:nvCxnSpPr>
            <p:cNvPr id="47" name="直線コネクタ 46"/>
            <p:cNvCxnSpPr/>
            <p:nvPr/>
          </p:nvCxnSpPr>
          <p:spPr>
            <a:xfrm>
              <a:off x="271821" y="4925138"/>
              <a:ext cx="0" cy="651573"/>
            </a:xfrm>
            <a:prstGeom prst="line">
              <a:avLst/>
            </a:prstGeom>
          </p:spPr>
          <p:style>
            <a:lnRef idx="3">
              <a:schemeClr val="dk1"/>
            </a:lnRef>
            <a:fillRef idx="0">
              <a:schemeClr val="dk1"/>
            </a:fillRef>
            <a:effectRef idx="2">
              <a:schemeClr val="dk1"/>
            </a:effectRef>
            <a:fontRef idx="minor">
              <a:schemeClr val="tx1"/>
            </a:fontRef>
          </p:style>
        </p:cxnSp>
        <p:cxnSp>
          <p:nvCxnSpPr>
            <p:cNvPr id="48" name="直線コネクタ 47"/>
            <p:cNvCxnSpPr/>
            <p:nvPr/>
          </p:nvCxnSpPr>
          <p:spPr>
            <a:xfrm>
              <a:off x="2416710" y="4925138"/>
              <a:ext cx="0" cy="651573"/>
            </a:xfrm>
            <a:prstGeom prst="line">
              <a:avLst/>
            </a:prstGeom>
          </p:spPr>
          <p:style>
            <a:lnRef idx="3">
              <a:schemeClr val="dk1"/>
            </a:lnRef>
            <a:fillRef idx="0">
              <a:schemeClr val="dk1"/>
            </a:fillRef>
            <a:effectRef idx="2">
              <a:schemeClr val="dk1"/>
            </a:effectRef>
            <a:fontRef idx="minor">
              <a:schemeClr val="tx1"/>
            </a:fontRef>
          </p:style>
        </p:cxnSp>
        <p:cxnSp>
          <p:nvCxnSpPr>
            <p:cNvPr id="49" name="直線コネクタ 48"/>
            <p:cNvCxnSpPr/>
            <p:nvPr/>
          </p:nvCxnSpPr>
          <p:spPr>
            <a:xfrm>
              <a:off x="5141749" y="4925138"/>
              <a:ext cx="0" cy="651573"/>
            </a:xfrm>
            <a:prstGeom prst="line">
              <a:avLst/>
            </a:prstGeom>
          </p:spPr>
          <p:style>
            <a:lnRef idx="3">
              <a:schemeClr val="dk1"/>
            </a:lnRef>
            <a:fillRef idx="0">
              <a:schemeClr val="dk1"/>
            </a:fillRef>
            <a:effectRef idx="2">
              <a:schemeClr val="dk1"/>
            </a:effectRef>
            <a:fontRef idx="minor">
              <a:schemeClr val="tx1"/>
            </a:fontRef>
          </p:style>
        </p:cxnSp>
        <p:cxnSp>
          <p:nvCxnSpPr>
            <p:cNvPr id="50" name="直線コネクタ 49"/>
            <p:cNvCxnSpPr/>
            <p:nvPr/>
          </p:nvCxnSpPr>
          <p:spPr>
            <a:xfrm>
              <a:off x="7866395" y="4933423"/>
              <a:ext cx="0" cy="651573"/>
            </a:xfrm>
            <a:prstGeom prst="line">
              <a:avLst/>
            </a:prstGeom>
          </p:spPr>
          <p:style>
            <a:lnRef idx="3">
              <a:schemeClr val="dk1"/>
            </a:lnRef>
            <a:fillRef idx="0">
              <a:schemeClr val="dk1"/>
            </a:fillRef>
            <a:effectRef idx="2">
              <a:schemeClr val="dk1"/>
            </a:effectRef>
            <a:fontRef idx="minor">
              <a:schemeClr val="tx1"/>
            </a:fontRef>
          </p:style>
        </p:cxnSp>
        <p:cxnSp>
          <p:nvCxnSpPr>
            <p:cNvPr id="51" name="直線コネクタ 50"/>
            <p:cNvCxnSpPr/>
            <p:nvPr/>
          </p:nvCxnSpPr>
          <p:spPr>
            <a:xfrm>
              <a:off x="271821" y="5260623"/>
              <a:ext cx="2144889" cy="0"/>
            </a:xfrm>
            <a:prstGeom prst="line">
              <a:avLst/>
            </a:prstGeom>
            <a:ln>
              <a:prstDash val="dash"/>
            </a:ln>
          </p:spPr>
          <p:style>
            <a:lnRef idx="3">
              <a:schemeClr val="accent1"/>
            </a:lnRef>
            <a:fillRef idx="0">
              <a:schemeClr val="accent1"/>
            </a:fillRef>
            <a:effectRef idx="2">
              <a:schemeClr val="accent1"/>
            </a:effectRef>
            <a:fontRef idx="minor">
              <a:schemeClr val="tx1"/>
            </a:fontRef>
          </p:style>
        </p:cxnSp>
        <p:cxnSp>
          <p:nvCxnSpPr>
            <p:cNvPr id="52" name="直線コネクタ 51"/>
            <p:cNvCxnSpPr/>
            <p:nvPr/>
          </p:nvCxnSpPr>
          <p:spPr>
            <a:xfrm>
              <a:off x="2426381" y="5263005"/>
              <a:ext cx="2715367"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4" name="直線コネクタ 53"/>
            <p:cNvCxnSpPr/>
            <p:nvPr/>
          </p:nvCxnSpPr>
          <p:spPr>
            <a:xfrm>
              <a:off x="5160327" y="5259210"/>
              <a:ext cx="2667106" cy="0"/>
            </a:xfrm>
            <a:prstGeom prst="line">
              <a:avLst/>
            </a:prstGeom>
            <a:ln w="28575">
              <a:solidFill>
                <a:schemeClr val="accent4"/>
              </a:solidFill>
              <a:prstDash val="solid"/>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530334" y="5081670"/>
              <a:ext cx="1665413" cy="40010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kumimoji="1" lang="ja-JP" altLang="en-US" sz="1350" b="1" dirty="0"/>
                <a:t>無線</a:t>
              </a:r>
              <a:r>
                <a:rPr kumimoji="1" lang="en-US" altLang="ja-JP" sz="1350" b="1" dirty="0"/>
                <a:t>LAN</a:t>
              </a:r>
              <a:r>
                <a:rPr kumimoji="1" lang="ja-JP" altLang="en-US" sz="1350" b="1" dirty="0"/>
                <a:t>接続</a:t>
              </a:r>
              <a:endParaRPr kumimoji="1" lang="en-US" altLang="ja-JP" sz="1350" b="1" dirty="0"/>
            </a:p>
          </p:txBody>
        </p:sp>
        <p:sp>
          <p:nvSpPr>
            <p:cNvPr id="56" name="テキスト ボックス 55"/>
            <p:cNvSpPr txBox="1"/>
            <p:nvPr/>
          </p:nvSpPr>
          <p:spPr>
            <a:xfrm>
              <a:off x="2975963" y="5083654"/>
              <a:ext cx="1665413" cy="40010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kumimoji="1" lang="ja-JP" altLang="en-US" sz="1350" b="1" dirty="0"/>
                <a:t>無線</a:t>
              </a:r>
              <a:r>
                <a:rPr kumimoji="1" lang="en-US" altLang="ja-JP" sz="1350" b="1" dirty="0"/>
                <a:t>LAN</a:t>
              </a:r>
              <a:r>
                <a:rPr kumimoji="1" lang="ja-JP" altLang="en-US" sz="1350" b="1" dirty="0"/>
                <a:t>接続</a:t>
              </a:r>
              <a:endParaRPr kumimoji="1" lang="en-US" altLang="ja-JP" sz="1350" b="1" dirty="0"/>
            </a:p>
          </p:txBody>
        </p:sp>
        <p:sp>
          <p:nvSpPr>
            <p:cNvPr id="57" name="テキスト ボックス 56"/>
            <p:cNvSpPr txBox="1"/>
            <p:nvPr/>
          </p:nvSpPr>
          <p:spPr>
            <a:xfrm>
              <a:off x="5892006" y="5087517"/>
              <a:ext cx="1203748" cy="40010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kumimoji="1" lang="ja-JP" altLang="en-US" sz="1350" b="1" dirty="0"/>
                <a:t>有線</a:t>
              </a:r>
              <a:r>
                <a:rPr kumimoji="1" lang="en-US" altLang="ja-JP" sz="1350" b="1" dirty="0"/>
                <a:t>LAN</a:t>
              </a:r>
            </a:p>
          </p:txBody>
        </p:sp>
      </p:grpSp>
      <p:cxnSp>
        <p:nvCxnSpPr>
          <p:cNvPr id="65" name="直線コネクタ 64"/>
          <p:cNvCxnSpPr>
            <a:stCxn id="19" idx="1"/>
            <a:endCxn id="33" idx="1"/>
          </p:cNvCxnSpPr>
          <p:nvPr/>
        </p:nvCxnSpPr>
        <p:spPr>
          <a:xfrm>
            <a:off x="5705005" y="3632432"/>
            <a:ext cx="1273892" cy="4745"/>
          </a:xfrm>
          <a:prstGeom prst="line">
            <a:avLst/>
          </a:prstGeom>
          <a:ln w="28575">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a:stCxn id="28" idx="1"/>
            <a:endCxn id="18" idx="1"/>
          </p:cNvCxnSpPr>
          <p:nvPr/>
        </p:nvCxnSpPr>
        <p:spPr>
          <a:xfrm>
            <a:off x="5705005" y="2822659"/>
            <a:ext cx="1246505" cy="1"/>
          </a:xfrm>
          <a:prstGeom prst="line">
            <a:avLst/>
          </a:prstGeom>
          <a:ln w="28575">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a:stCxn id="15" idx="1"/>
            <a:endCxn id="14" idx="1"/>
          </p:cNvCxnSpPr>
          <p:nvPr/>
        </p:nvCxnSpPr>
        <p:spPr>
          <a:xfrm flipV="1">
            <a:off x="5747604" y="2195329"/>
            <a:ext cx="1231293" cy="4123"/>
          </a:xfrm>
          <a:prstGeom prst="line">
            <a:avLst/>
          </a:prstGeom>
          <a:ln w="28575">
            <a:solidFill>
              <a:schemeClr val="accent4"/>
            </a:solidFill>
            <a:prstDash val="solid"/>
          </a:ln>
        </p:spPr>
        <p:style>
          <a:lnRef idx="1">
            <a:schemeClr val="accent1"/>
          </a:lnRef>
          <a:fillRef idx="0">
            <a:schemeClr val="accent1"/>
          </a:fillRef>
          <a:effectRef idx="0">
            <a:schemeClr val="accent1"/>
          </a:effectRef>
          <a:fontRef idx="minor">
            <a:schemeClr val="tx1"/>
          </a:fontRef>
        </p:style>
      </p:cxnSp>
      <p:grpSp>
        <p:nvGrpSpPr>
          <p:cNvPr id="90" name="グループ化 89"/>
          <p:cNvGrpSpPr/>
          <p:nvPr/>
        </p:nvGrpSpPr>
        <p:grpSpPr>
          <a:xfrm>
            <a:off x="2630651" y="1637144"/>
            <a:ext cx="1295547" cy="1124864"/>
            <a:chOff x="1568454" y="3631339"/>
            <a:chExt cx="1727395" cy="1499819"/>
          </a:xfrm>
        </p:grpSpPr>
        <p:pic>
          <p:nvPicPr>
            <p:cNvPr id="91"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0693" y="4311054"/>
              <a:ext cx="885585" cy="82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 name="テキスト ボックス 91"/>
            <p:cNvSpPr txBox="1"/>
            <p:nvPr/>
          </p:nvSpPr>
          <p:spPr>
            <a:xfrm>
              <a:off x="1568454" y="3631339"/>
              <a:ext cx="1727395" cy="61555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ctr"/>
              <a:r>
                <a:rPr kumimoji="1" lang="ja-JP" altLang="en-US" sz="1200" b="1" dirty="0"/>
                <a:t>保証工程システム</a:t>
              </a:r>
              <a:endParaRPr kumimoji="1" lang="en-US" altLang="ja-JP" sz="1200" b="1" dirty="0"/>
            </a:p>
            <a:p>
              <a:pPr algn="ctr"/>
              <a:r>
                <a:rPr kumimoji="1" lang="en-US" altLang="ja-JP" sz="1200" b="1" dirty="0" err="1"/>
                <a:t>HostPC</a:t>
              </a:r>
              <a:endParaRPr kumimoji="1" lang="ja-JP" altLang="en-US" sz="1200" b="1" dirty="0"/>
            </a:p>
          </p:txBody>
        </p:sp>
      </p:grpSp>
      <p:sp>
        <p:nvSpPr>
          <p:cNvPr id="3" name="右矢印 2"/>
          <p:cNvSpPr/>
          <p:nvPr/>
        </p:nvSpPr>
        <p:spPr>
          <a:xfrm>
            <a:off x="2123017" y="2122653"/>
            <a:ext cx="650651" cy="23058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kumimoji="1" lang="ja-JP" altLang="en-US" sz="1350" dirty="0"/>
          </a:p>
        </p:txBody>
      </p:sp>
      <p:sp>
        <p:nvSpPr>
          <p:cNvPr id="53" name="右矢印 52"/>
          <p:cNvSpPr/>
          <p:nvPr/>
        </p:nvSpPr>
        <p:spPr>
          <a:xfrm rot="10800000">
            <a:off x="2125435" y="2555692"/>
            <a:ext cx="650651" cy="2310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cxnSp>
        <p:nvCxnSpPr>
          <p:cNvPr id="59" name="直線コネクタ 58"/>
          <p:cNvCxnSpPr/>
          <p:nvPr/>
        </p:nvCxnSpPr>
        <p:spPr>
          <a:xfrm>
            <a:off x="7114556" y="3138213"/>
            <a:ext cx="8830" cy="207796"/>
          </a:xfrm>
          <a:prstGeom prst="line">
            <a:avLst/>
          </a:prstGeom>
          <a:ln w="44450" cmpd="sng">
            <a:prstDash val="sysDot"/>
          </a:ln>
        </p:spPr>
        <p:style>
          <a:lnRef idx="3">
            <a:schemeClr val="dk1"/>
          </a:lnRef>
          <a:fillRef idx="0">
            <a:schemeClr val="dk1"/>
          </a:fillRef>
          <a:effectRef idx="2">
            <a:schemeClr val="dk1"/>
          </a:effectRef>
          <a:fontRef idx="minor">
            <a:schemeClr val="tx1"/>
          </a:fontRef>
        </p:style>
      </p:cxnSp>
      <p:pic>
        <p:nvPicPr>
          <p:cNvPr id="63" name="図 62">
            <a:extLst>
              <a:ext uri="{FF2B5EF4-FFF2-40B4-BE49-F238E27FC236}">
                <a16:creationId xmlns:a16="http://schemas.microsoft.com/office/drawing/2014/main" id="{61418422-C701-4DB5-BC30-95B736101E85}"/>
              </a:ext>
            </a:extLst>
          </p:cNvPr>
          <p:cNvPicPr>
            <a:picLocks noChangeAspect="1"/>
          </p:cNvPicPr>
          <p:nvPr/>
        </p:nvPicPr>
        <p:blipFill>
          <a:blip r:embed="rId7"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6748622">
            <a:off x="4719224" y="2099231"/>
            <a:ext cx="358038" cy="259035"/>
          </a:xfrm>
          <a:prstGeom prst="rect">
            <a:avLst/>
          </a:prstGeom>
        </p:spPr>
      </p:pic>
      <p:pic>
        <p:nvPicPr>
          <p:cNvPr id="64" name="図 63">
            <a:extLst>
              <a:ext uri="{FF2B5EF4-FFF2-40B4-BE49-F238E27FC236}">
                <a16:creationId xmlns:a16="http://schemas.microsoft.com/office/drawing/2014/main" id="{61418422-C701-4DB5-BC30-95B736101E85}"/>
              </a:ext>
            </a:extLst>
          </p:cNvPr>
          <p:cNvPicPr>
            <a:picLocks noChangeAspect="1"/>
          </p:cNvPicPr>
          <p:nvPr/>
        </p:nvPicPr>
        <p:blipFill>
          <a:blip r:embed="rId7"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6748622">
            <a:off x="4719224" y="2654279"/>
            <a:ext cx="358038" cy="259035"/>
          </a:xfrm>
          <a:prstGeom prst="rect">
            <a:avLst/>
          </a:prstGeom>
        </p:spPr>
      </p:pic>
      <p:pic>
        <p:nvPicPr>
          <p:cNvPr id="66" name="図 65">
            <a:extLst>
              <a:ext uri="{FF2B5EF4-FFF2-40B4-BE49-F238E27FC236}">
                <a16:creationId xmlns:a16="http://schemas.microsoft.com/office/drawing/2014/main" id="{61418422-C701-4DB5-BC30-95B736101E85}"/>
              </a:ext>
            </a:extLst>
          </p:cNvPr>
          <p:cNvPicPr>
            <a:picLocks noChangeAspect="1"/>
          </p:cNvPicPr>
          <p:nvPr/>
        </p:nvPicPr>
        <p:blipFill>
          <a:blip r:embed="rId7"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6748622">
            <a:off x="4737696" y="3370117"/>
            <a:ext cx="358038" cy="259035"/>
          </a:xfrm>
          <a:prstGeom prst="rect">
            <a:avLst/>
          </a:prstGeom>
        </p:spPr>
      </p:pic>
      <p:pic>
        <p:nvPicPr>
          <p:cNvPr id="67" name="図 66">
            <a:extLst>
              <a:ext uri="{FF2B5EF4-FFF2-40B4-BE49-F238E27FC236}">
                <a16:creationId xmlns:a16="http://schemas.microsoft.com/office/drawing/2014/main" id="{61418422-C701-4DB5-BC30-95B736101E85}"/>
              </a:ext>
            </a:extLst>
          </p:cNvPr>
          <p:cNvPicPr>
            <a:picLocks noChangeAspect="1"/>
          </p:cNvPicPr>
          <p:nvPr/>
        </p:nvPicPr>
        <p:blipFill>
          <a:blip r:embed="rId7"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6790182">
            <a:off x="3549181" y="2275214"/>
            <a:ext cx="358038" cy="259035"/>
          </a:xfrm>
          <a:prstGeom prst="rect">
            <a:avLst/>
          </a:prstGeom>
        </p:spPr>
      </p:pic>
      <p:cxnSp>
        <p:nvCxnSpPr>
          <p:cNvPr id="70" name="直線コネクタ 69"/>
          <p:cNvCxnSpPr>
            <a:stCxn id="67" idx="0"/>
            <a:endCxn id="63" idx="0"/>
          </p:cNvCxnSpPr>
          <p:nvPr/>
        </p:nvCxnSpPr>
        <p:spPr>
          <a:xfrm flipV="1">
            <a:off x="3847271" y="2208167"/>
            <a:ext cx="923100" cy="247524"/>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71" name="直線コネクタ 70"/>
          <p:cNvCxnSpPr>
            <a:stCxn id="67" idx="0"/>
            <a:endCxn id="64" idx="0"/>
          </p:cNvCxnSpPr>
          <p:nvPr/>
        </p:nvCxnSpPr>
        <p:spPr>
          <a:xfrm>
            <a:off x="3847271" y="2455691"/>
            <a:ext cx="923101" cy="307524"/>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73" name="直線コネクタ 72"/>
          <p:cNvCxnSpPr>
            <a:stCxn id="67" idx="0"/>
            <a:endCxn id="66" idx="0"/>
          </p:cNvCxnSpPr>
          <p:nvPr/>
        </p:nvCxnSpPr>
        <p:spPr>
          <a:xfrm>
            <a:off x="3847270" y="2455691"/>
            <a:ext cx="941573" cy="1023362"/>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9" name="フッター プレースホルダー 8"/>
          <p:cNvSpPr>
            <a:spLocks noGrp="1"/>
          </p:cNvSpPr>
          <p:nvPr>
            <p:ph type="ftr" sz="quarter" idx="3"/>
          </p:nvPr>
        </p:nvSpPr>
        <p:spPr>
          <a:xfrm>
            <a:off x="5888506" y="4891197"/>
            <a:ext cx="2878123" cy="216000"/>
          </a:xfrm>
          <a:prstGeom prst="rect">
            <a:avLst/>
          </a:prstGeom>
        </p:spPr>
        <p:txBody>
          <a:bodyPr vert="horz" lIns="0" tIns="0" rIns="0" bIns="0" rtlCol="0" anchor="t" anchorCtr="0"/>
          <a:lstStyle>
            <a:defPPr>
              <a:defRPr lang="en-US"/>
            </a:defPPr>
            <a:lvl1pPr marL="0" algn="r" defTabSz="457200" rtl="0" eaLnBrk="1" latinLnBrk="0" hangingPunct="1">
              <a:defRPr sz="7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altLang="ja-JP"/>
              <a:t>©2021 KYOCERA Document Solutions Inc.</a:t>
            </a:r>
            <a:endParaRPr lang="en-GB" dirty="0"/>
          </a:p>
        </p:txBody>
      </p:sp>
      <p:sp>
        <p:nvSpPr>
          <p:cNvPr id="10" name="スライド番号プレースホルダー 9"/>
          <p:cNvSpPr>
            <a:spLocks noGrp="1"/>
          </p:cNvSpPr>
          <p:nvPr>
            <p:ph type="sldNum" sz="quarter" idx="4"/>
          </p:nvPr>
        </p:nvSpPr>
        <p:spPr>
          <a:xfrm>
            <a:off x="7530413" y="4618859"/>
            <a:ext cx="1236216" cy="374975"/>
          </a:xfrm>
          <a:prstGeom prst="rect">
            <a:avLst/>
          </a:prstGeom>
        </p:spPr>
        <p:txBody>
          <a:bodyPr vert="horz" lIns="0" tIns="0" rIns="0" bIns="0" rtlCol="0" anchor="t" anchorCtr="0"/>
          <a:lstStyle>
            <a:defPPr>
              <a:defRPr lang="en-US"/>
            </a:defPPr>
            <a:lvl1pPr marL="0" algn="r"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3381702-59A5-4643-AE93-D7BF7F78153B}" type="slidenum">
              <a:rPr lang="en-GB" smtClean="0"/>
              <a:pPr/>
              <a:t>14</a:t>
            </a:fld>
            <a:endParaRPr lang="en-GB" dirty="0"/>
          </a:p>
        </p:txBody>
      </p:sp>
      <p:sp>
        <p:nvSpPr>
          <p:cNvPr id="6" name="楕円 5"/>
          <p:cNvSpPr/>
          <p:nvPr/>
        </p:nvSpPr>
        <p:spPr>
          <a:xfrm>
            <a:off x="1272144" y="1165497"/>
            <a:ext cx="371213" cy="371213"/>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kumimoji="1" lang="en-US" altLang="ja-JP" b="1" dirty="0"/>
              <a:t>1</a:t>
            </a:r>
            <a:endParaRPr kumimoji="1" lang="ja-JP" altLang="en-US" b="1" dirty="0"/>
          </a:p>
        </p:txBody>
      </p:sp>
      <p:sp>
        <p:nvSpPr>
          <p:cNvPr id="62" name="楕円 61"/>
          <p:cNvSpPr/>
          <p:nvPr/>
        </p:nvSpPr>
        <p:spPr>
          <a:xfrm>
            <a:off x="1272144" y="3107840"/>
            <a:ext cx="371213" cy="371213"/>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b="1" dirty="0"/>
              <a:t>２</a:t>
            </a:r>
          </a:p>
        </p:txBody>
      </p:sp>
      <p:sp>
        <p:nvSpPr>
          <p:cNvPr id="69" name="楕円 68"/>
          <p:cNvSpPr/>
          <p:nvPr/>
        </p:nvSpPr>
        <p:spPr>
          <a:xfrm>
            <a:off x="3445873" y="862598"/>
            <a:ext cx="371213" cy="371213"/>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kumimoji="1" lang="en-US" altLang="ja-JP" b="1" dirty="0"/>
              <a:t>3</a:t>
            </a:r>
            <a:endParaRPr kumimoji="1" lang="ja-JP" altLang="en-US" b="1" dirty="0"/>
          </a:p>
        </p:txBody>
      </p:sp>
      <p:sp>
        <p:nvSpPr>
          <p:cNvPr id="74" name="楕円 73"/>
          <p:cNvSpPr/>
          <p:nvPr/>
        </p:nvSpPr>
        <p:spPr>
          <a:xfrm>
            <a:off x="5533991" y="862598"/>
            <a:ext cx="371213" cy="371213"/>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kumimoji="1" lang="en-US" altLang="ja-JP" b="1" dirty="0"/>
              <a:t>4</a:t>
            </a:r>
            <a:endParaRPr kumimoji="1" lang="ja-JP" altLang="en-US" b="1" dirty="0"/>
          </a:p>
        </p:txBody>
      </p:sp>
      <p:pic>
        <p:nvPicPr>
          <p:cNvPr id="7" name="Picture 2" descr="ソース画像を表示">
            <a:extLst>
              <a:ext uri="{FF2B5EF4-FFF2-40B4-BE49-F238E27FC236}">
                <a16:creationId xmlns:a16="http://schemas.microsoft.com/office/drawing/2014/main" id="{0B64FF90-71DB-37D6-DB2B-50259F17F8E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872054" y="2446995"/>
            <a:ext cx="732953" cy="572888"/>
          </a:xfrm>
          <a:prstGeom prst="rect">
            <a:avLst/>
          </a:prstGeom>
          <a:noFill/>
          <a:extLst>
            <a:ext uri="{909E8E84-426E-40DD-AFC4-6F175D3DCCD1}">
              <a14:hiddenFill xmlns:a14="http://schemas.microsoft.com/office/drawing/2010/main">
                <a:solidFill>
                  <a:srgbClr val="FFFFFF"/>
                </a:solidFill>
              </a14:hiddenFill>
            </a:ext>
          </a:extLst>
        </p:spPr>
      </p:pic>
      <p:sp>
        <p:nvSpPr>
          <p:cNvPr id="8" name="四角形: 角を丸くする 7">
            <a:extLst>
              <a:ext uri="{FF2B5EF4-FFF2-40B4-BE49-F238E27FC236}">
                <a16:creationId xmlns:a16="http://schemas.microsoft.com/office/drawing/2014/main" id="{D83548D3-07EF-B00F-BAFF-F77CA318A21B}"/>
              </a:ext>
            </a:extLst>
          </p:cNvPr>
          <p:cNvSpPr/>
          <p:nvPr/>
        </p:nvSpPr>
        <p:spPr>
          <a:xfrm>
            <a:off x="5580000" y="2474985"/>
            <a:ext cx="1368847" cy="259615"/>
          </a:xfrm>
          <a:prstGeom prst="roundRect">
            <a:avLst/>
          </a:prstGeom>
          <a:solidFill>
            <a:schemeClr val="accent4">
              <a:lumMod val="20000"/>
              <a:lumOff val="8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rgbClr val="FF0000"/>
                </a:solidFill>
              </a:rPr>
              <a:t>製品とセットで移動</a:t>
            </a:r>
          </a:p>
        </p:txBody>
      </p:sp>
    </p:spTree>
    <p:extLst>
      <p:ext uri="{BB962C8B-B14F-4D97-AF65-F5344CB8AC3E}">
        <p14:creationId xmlns:p14="http://schemas.microsoft.com/office/powerpoint/2010/main" val="3296740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CDD981-43A8-344B-9E8F-6D7AAB27ECBB}"/>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730B3994-256E-2D2E-14D2-0E0AB80AFBA5}"/>
              </a:ext>
            </a:extLst>
          </p:cNvPr>
          <p:cNvPicPr>
            <a:picLocks noChangeAspect="1"/>
          </p:cNvPicPr>
          <p:nvPr/>
        </p:nvPicPr>
        <p:blipFill>
          <a:blip r:embed="rId2"/>
          <a:srcRect t="2841"/>
          <a:stretch/>
        </p:blipFill>
        <p:spPr>
          <a:xfrm>
            <a:off x="1897761" y="493084"/>
            <a:ext cx="4867416" cy="2956878"/>
          </a:xfrm>
          <a:prstGeom prst="rect">
            <a:avLst/>
          </a:prstGeom>
        </p:spPr>
      </p:pic>
      <p:sp>
        <p:nvSpPr>
          <p:cNvPr id="2" name="タイトル 1">
            <a:extLst>
              <a:ext uri="{FF2B5EF4-FFF2-40B4-BE49-F238E27FC236}">
                <a16:creationId xmlns:a16="http://schemas.microsoft.com/office/drawing/2014/main" id="{EF45B500-1EBF-342C-1F3B-DD706835BDA5}"/>
              </a:ext>
            </a:extLst>
          </p:cNvPr>
          <p:cNvSpPr txBox="1">
            <a:spLocks/>
          </p:cNvSpPr>
          <p:nvPr/>
        </p:nvSpPr>
        <p:spPr>
          <a:xfrm>
            <a:off x="1440872" y="211931"/>
            <a:ext cx="6265069" cy="23812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ja-JP" altLang="en-US" sz="1800" dirty="0"/>
              <a:t>システムについて </a:t>
            </a:r>
            <a:r>
              <a:rPr lang="en-US" altLang="ja-JP" sz="1800" dirty="0"/>
              <a:t>-</a:t>
            </a:r>
            <a:r>
              <a:rPr lang="ja-JP" altLang="en-US" sz="1800" dirty="0"/>
              <a:t>タブレット</a:t>
            </a:r>
            <a:r>
              <a:rPr lang="en-US" altLang="ja-JP" sz="1800" dirty="0"/>
              <a:t>-</a:t>
            </a:r>
          </a:p>
        </p:txBody>
      </p:sp>
      <p:sp>
        <p:nvSpPr>
          <p:cNvPr id="5" name="正方形/長方形 4">
            <a:extLst>
              <a:ext uri="{FF2B5EF4-FFF2-40B4-BE49-F238E27FC236}">
                <a16:creationId xmlns:a16="http://schemas.microsoft.com/office/drawing/2014/main" id="{5972507A-3DD1-C326-3002-247344EAADFC}"/>
              </a:ext>
            </a:extLst>
          </p:cNvPr>
          <p:cNvSpPr/>
          <p:nvPr/>
        </p:nvSpPr>
        <p:spPr>
          <a:xfrm>
            <a:off x="5755278" y="2900404"/>
            <a:ext cx="1369841" cy="36461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実施結果入力（</a:t>
            </a:r>
            <a:r>
              <a:rPr kumimoji="1" lang="en-US" altLang="ja-JP" sz="1000" b="1" dirty="0">
                <a:solidFill>
                  <a:schemeClr val="tx1"/>
                </a:solidFill>
              </a:rPr>
              <a:t>OK/NG)</a:t>
            </a:r>
          </a:p>
        </p:txBody>
      </p:sp>
      <p:sp>
        <p:nvSpPr>
          <p:cNvPr id="6" name="正方形/長方形 5">
            <a:extLst>
              <a:ext uri="{FF2B5EF4-FFF2-40B4-BE49-F238E27FC236}">
                <a16:creationId xmlns:a16="http://schemas.microsoft.com/office/drawing/2014/main" id="{E2B581B6-5E05-EA6E-3315-EAAE7D026C48}"/>
              </a:ext>
            </a:extLst>
          </p:cNvPr>
          <p:cNvSpPr/>
          <p:nvPr/>
        </p:nvSpPr>
        <p:spPr>
          <a:xfrm>
            <a:off x="6231194" y="2171095"/>
            <a:ext cx="2050026" cy="36461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画面イメージ表示</a:t>
            </a:r>
            <a:endParaRPr kumimoji="1" lang="en-US" altLang="ja-JP" sz="1000" b="1" dirty="0">
              <a:solidFill>
                <a:schemeClr val="tx1"/>
              </a:solidFill>
            </a:endParaRPr>
          </a:p>
          <a:p>
            <a:pPr algn="ctr"/>
            <a:r>
              <a:rPr kumimoji="1" lang="ja-JP" altLang="en-US" sz="1000" dirty="0">
                <a:solidFill>
                  <a:schemeClr val="tx1"/>
                </a:solidFill>
              </a:rPr>
              <a:t>画面イメージは作業指導書から引用</a:t>
            </a:r>
            <a:endParaRPr kumimoji="1" lang="en-US" altLang="ja-JP" sz="1000" dirty="0">
              <a:solidFill>
                <a:schemeClr val="tx1"/>
              </a:solidFill>
            </a:endParaRPr>
          </a:p>
        </p:txBody>
      </p:sp>
      <p:sp>
        <p:nvSpPr>
          <p:cNvPr id="7" name="正方形/長方形 6">
            <a:extLst>
              <a:ext uri="{FF2B5EF4-FFF2-40B4-BE49-F238E27FC236}">
                <a16:creationId xmlns:a16="http://schemas.microsoft.com/office/drawing/2014/main" id="{0846B3DF-6BA5-044D-86AC-60EAD2B39C16}"/>
              </a:ext>
            </a:extLst>
          </p:cNvPr>
          <p:cNvSpPr/>
          <p:nvPr/>
        </p:nvSpPr>
        <p:spPr>
          <a:xfrm>
            <a:off x="6122926" y="1074840"/>
            <a:ext cx="1644445" cy="36461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作業者作業</a:t>
            </a:r>
            <a:endParaRPr kumimoji="1" lang="en-US" altLang="ja-JP" sz="1000" b="1" dirty="0">
              <a:solidFill>
                <a:schemeClr val="tx1"/>
              </a:solidFill>
            </a:endParaRPr>
          </a:p>
          <a:p>
            <a:pPr algn="ctr"/>
            <a:r>
              <a:rPr kumimoji="1" lang="ja-JP" altLang="en-US" sz="1000" dirty="0">
                <a:solidFill>
                  <a:schemeClr val="tx1"/>
                </a:solidFill>
              </a:rPr>
              <a:t>　英語原文＋中国語翻訳</a:t>
            </a:r>
            <a:endParaRPr kumimoji="1" lang="en-US" altLang="ja-JP" sz="1000" dirty="0">
              <a:solidFill>
                <a:schemeClr val="tx1"/>
              </a:solidFill>
            </a:endParaRPr>
          </a:p>
        </p:txBody>
      </p:sp>
      <p:pic>
        <p:nvPicPr>
          <p:cNvPr id="10" name="Picture 10" descr="コンピューター icon">
            <a:extLst>
              <a:ext uri="{FF2B5EF4-FFF2-40B4-BE49-F238E27FC236}">
                <a16:creationId xmlns:a16="http://schemas.microsoft.com/office/drawing/2014/main" id="{7FF183CC-E00B-03B3-6A5C-4C02857B71E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6765" y="3878833"/>
            <a:ext cx="527597" cy="527597"/>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直線矢印コネクタ 12">
            <a:extLst>
              <a:ext uri="{FF2B5EF4-FFF2-40B4-BE49-F238E27FC236}">
                <a16:creationId xmlns:a16="http://schemas.microsoft.com/office/drawing/2014/main" id="{3CD2A4E9-426B-D2EB-64BC-A734935F5DDF}"/>
              </a:ext>
            </a:extLst>
          </p:cNvPr>
          <p:cNvCxnSpPr>
            <a:cxnSpLocks/>
          </p:cNvCxnSpPr>
          <p:nvPr/>
        </p:nvCxnSpPr>
        <p:spPr>
          <a:xfrm flipH="1">
            <a:off x="2910108" y="4356099"/>
            <a:ext cx="2887729"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4" name="正方形/長方形 13">
            <a:extLst>
              <a:ext uri="{FF2B5EF4-FFF2-40B4-BE49-F238E27FC236}">
                <a16:creationId xmlns:a16="http://schemas.microsoft.com/office/drawing/2014/main" id="{5B241F98-8DFA-D6E8-FCA0-8EB1F20DE304}"/>
              </a:ext>
            </a:extLst>
          </p:cNvPr>
          <p:cNvSpPr/>
          <p:nvPr/>
        </p:nvSpPr>
        <p:spPr>
          <a:xfrm>
            <a:off x="3312734" y="3554813"/>
            <a:ext cx="2037471" cy="362600"/>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①作業内容問い合わせ</a:t>
            </a:r>
            <a:endParaRPr kumimoji="1" lang="en-US" altLang="ja-JP" sz="1000" b="1" dirty="0">
              <a:solidFill>
                <a:schemeClr val="tx1"/>
              </a:solidFill>
            </a:endParaRPr>
          </a:p>
          <a:p>
            <a:pPr algn="ctr"/>
            <a:r>
              <a:rPr kumimoji="1" lang="ja-JP" altLang="en-US" sz="1000" b="1" dirty="0">
                <a:solidFill>
                  <a:schemeClr val="tx1"/>
                </a:solidFill>
              </a:rPr>
              <a:t>②作業内容受け取り</a:t>
            </a:r>
            <a:endParaRPr kumimoji="1" lang="en-US" altLang="ja-JP" sz="1000" b="1" dirty="0">
              <a:solidFill>
                <a:schemeClr val="tx1"/>
              </a:solidFill>
            </a:endParaRPr>
          </a:p>
        </p:txBody>
      </p:sp>
      <p:sp>
        <p:nvSpPr>
          <p:cNvPr id="15" name="正方形/長方形 14">
            <a:extLst>
              <a:ext uri="{FF2B5EF4-FFF2-40B4-BE49-F238E27FC236}">
                <a16:creationId xmlns:a16="http://schemas.microsoft.com/office/drawing/2014/main" id="{EB8AB1F2-AE8F-5F26-C18F-EA3A5993A96E}"/>
              </a:ext>
            </a:extLst>
          </p:cNvPr>
          <p:cNvSpPr/>
          <p:nvPr/>
        </p:nvSpPr>
        <p:spPr>
          <a:xfrm>
            <a:off x="3330591" y="4410175"/>
            <a:ext cx="2019614" cy="23812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③作業結果送信　</a:t>
            </a:r>
            <a:endParaRPr kumimoji="1" lang="en-US" altLang="ja-JP" sz="1000" b="1" dirty="0">
              <a:solidFill>
                <a:schemeClr val="tx1"/>
              </a:solidFill>
            </a:endParaRPr>
          </a:p>
        </p:txBody>
      </p:sp>
      <p:sp>
        <p:nvSpPr>
          <p:cNvPr id="18" name="正方形/長方形 17">
            <a:extLst>
              <a:ext uri="{FF2B5EF4-FFF2-40B4-BE49-F238E27FC236}">
                <a16:creationId xmlns:a16="http://schemas.microsoft.com/office/drawing/2014/main" id="{29D021CF-2E91-3259-640C-1F5313DA2C92}"/>
              </a:ext>
            </a:extLst>
          </p:cNvPr>
          <p:cNvSpPr/>
          <p:nvPr/>
        </p:nvSpPr>
        <p:spPr>
          <a:xfrm>
            <a:off x="5846504" y="4363908"/>
            <a:ext cx="748117"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sz="1050" b="1" dirty="0" err="1">
                <a:solidFill>
                  <a:schemeClr val="tx1"/>
                </a:solidFill>
              </a:rPr>
              <a:t>HostPC</a:t>
            </a:r>
            <a:endParaRPr kumimoji="1" lang="ja-JP" altLang="en-US" sz="1050" b="1" dirty="0">
              <a:solidFill>
                <a:srgbClr val="FF0000"/>
              </a:solidFill>
            </a:endParaRPr>
          </a:p>
        </p:txBody>
      </p:sp>
      <p:sp>
        <p:nvSpPr>
          <p:cNvPr id="19" name="正方形/長方形 18">
            <a:extLst>
              <a:ext uri="{FF2B5EF4-FFF2-40B4-BE49-F238E27FC236}">
                <a16:creationId xmlns:a16="http://schemas.microsoft.com/office/drawing/2014/main" id="{BAA5B984-4C4E-7055-0F1C-A14B1A3B7C4D}"/>
              </a:ext>
            </a:extLst>
          </p:cNvPr>
          <p:cNvSpPr/>
          <p:nvPr/>
        </p:nvSpPr>
        <p:spPr>
          <a:xfrm>
            <a:off x="1971256" y="4354370"/>
            <a:ext cx="977116"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sz="1050" b="1" dirty="0">
                <a:solidFill>
                  <a:schemeClr val="tx1"/>
                </a:solidFill>
              </a:rPr>
              <a:t>Tablet</a:t>
            </a:r>
            <a:endParaRPr kumimoji="1" lang="ja-JP" altLang="en-US" sz="1050" b="1" dirty="0">
              <a:solidFill>
                <a:srgbClr val="FF0000"/>
              </a:solidFill>
            </a:endParaRPr>
          </a:p>
        </p:txBody>
      </p:sp>
      <p:sp>
        <p:nvSpPr>
          <p:cNvPr id="20" name="正方形/長方形 19">
            <a:extLst>
              <a:ext uri="{FF2B5EF4-FFF2-40B4-BE49-F238E27FC236}">
                <a16:creationId xmlns:a16="http://schemas.microsoft.com/office/drawing/2014/main" id="{BB87F0D5-84CD-9005-1799-E95A35257A4D}"/>
              </a:ext>
            </a:extLst>
          </p:cNvPr>
          <p:cNvSpPr/>
          <p:nvPr/>
        </p:nvSpPr>
        <p:spPr>
          <a:xfrm>
            <a:off x="353961" y="3734176"/>
            <a:ext cx="1285512"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1200" b="1" dirty="0">
                <a:solidFill>
                  <a:schemeClr val="tx1"/>
                </a:solidFill>
              </a:rPr>
              <a:t>■処理シーケンス</a:t>
            </a:r>
            <a:endParaRPr kumimoji="1" lang="ja-JP" altLang="en-US" sz="1200" b="1" dirty="0">
              <a:solidFill>
                <a:srgbClr val="FF0000"/>
              </a:solidFill>
            </a:endParaRPr>
          </a:p>
        </p:txBody>
      </p:sp>
      <p:pic>
        <p:nvPicPr>
          <p:cNvPr id="21" name="Picture 4" descr="タブレット icon">
            <a:extLst>
              <a:ext uri="{FF2B5EF4-FFF2-40B4-BE49-F238E27FC236}">
                <a16:creationId xmlns:a16="http://schemas.microsoft.com/office/drawing/2014/main" id="{A8066D93-15DB-1B64-4573-7EB01269716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5243" y="4004187"/>
            <a:ext cx="321720" cy="321720"/>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A1EC98B5-0780-ED6E-6651-4B4A4BF8814C}"/>
              </a:ext>
            </a:extLst>
          </p:cNvPr>
          <p:cNvSpPr/>
          <p:nvPr/>
        </p:nvSpPr>
        <p:spPr>
          <a:xfrm>
            <a:off x="6337277" y="487212"/>
            <a:ext cx="2201288" cy="364617"/>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・工程（</a:t>
            </a:r>
            <a:r>
              <a:rPr kumimoji="1" lang="en-US" altLang="ja-JP" sz="1000" b="1" dirty="0">
                <a:solidFill>
                  <a:schemeClr val="tx1"/>
                </a:solidFill>
              </a:rPr>
              <a:t>1</a:t>
            </a:r>
            <a:r>
              <a:rPr kumimoji="1" lang="ja-JP" altLang="en-US" sz="1000" b="1" dirty="0">
                <a:solidFill>
                  <a:schemeClr val="tx1"/>
                </a:solidFill>
              </a:rPr>
              <a:t>人</a:t>
            </a:r>
            <a:r>
              <a:rPr kumimoji="1" lang="en-US" altLang="ja-JP" sz="1000" b="1" dirty="0">
                <a:solidFill>
                  <a:schemeClr val="tx1"/>
                </a:solidFill>
              </a:rPr>
              <a:t>3</a:t>
            </a:r>
            <a:r>
              <a:rPr kumimoji="1" lang="ja-JP" altLang="en-US" sz="1000" b="1" dirty="0">
                <a:solidFill>
                  <a:schemeClr val="tx1"/>
                </a:solidFill>
              </a:rPr>
              <a:t>台持ち）</a:t>
            </a:r>
            <a:endParaRPr kumimoji="1" lang="en-US" altLang="ja-JP" sz="1000" b="1" dirty="0">
              <a:solidFill>
                <a:schemeClr val="tx1"/>
              </a:solidFill>
            </a:endParaRPr>
          </a:p>
          <a:p>
            <a:pPr algn="ctr"/>
            <a:r>
              <a:rPr kumimoji="1" lang="ja-JP" altLang="en-US" sz="1000" b="1" dirty="0">
                <a:solidFill>
                  <a:schemeClr val="tx1"/>
                </a:solidFill>
              </a:rPr>
              <a:t>・製品シリアル＋</a:t>
            </a:r>
            <a:r>
              <a:rPr kumimoji="1" lang="en-US" altLang="ja-JP" sz="1000" b="1" dirty="0">
                <a:solidFill>
                  <a:schemeClr val="tx1"/>
                </a:solidFill>
              </a:rPr>
              <a:t>Raspberry Pi No</a:t>
            </a:r>
            <a:endParaRPr kumimoji="1" lang="en-US" altLang="ja-JP" sz="1000" dirty="0">
              <a:solidFill>
                <a:schemeClr val="tx1"/>
              </a:solidFill>
            </a:endParaRPr>
          </a:p>
        </p:txBody>
      </p:sp>
      <p:sp>
        <p:nvSpPr>
          <p:cNvPr id="11" name="スライド番号プレースホルダー 10">
            <a:extLst>
              <a:ext uri="{FF2B5EF4-FFF2-40B4-BE49-F238E27FC236}">
                <a16:creationId xmlns:a16="http://schemas.microsoft.com/office/drawing/2014/main" id="{C72C6B61-096E-1844-CA72-E4EFD4C00484}"/>
              </a:ext>
            </a:extLst>
          </p:cNvPr>
          <p:cNvSpPr>
            <a:spLocks noGrp="1"/>
          </p:cNvSpPr>
          <p:nvPr>
            <p:ph type="sldNum" sz="quarter" idx="12"/>
          </p:nvPr>
        </p:nvSpPr>
        <p:spPr/>
        <p:txBody>
          <a:bodyPr/>
          <a:lstStyle/>
          <a:p>
            <a:fld id="{75BB8461-A4F8-4BBC-AB2D-5D80B8F30C85}" type="slidenum">
              <a:rPr kumimoji="1" lang="ja-JP" altLang="en-US" smtClean="0"/>
              <a:t>15</a:t>
            </a:fld>
            <a:endParaRPr kumimoji="1" lang="ja-JP" altLang="en-US"/>
          </a:p>
        </p:txBody>
      </p:sp>
      <p:cxnSp>
        <p:nvCxnSpPr>
          <p:cNvPr id="8" name="直線矢印コネクタ 7">
            <a:extLst>
              <a:ext uri="{FF2B5EF4-FFF2-40B4-BE49-F238E27FC236}">
                <a16:creationId xmlns:a16="http://schemas.microsoft.com/office/drawing/2014/main" id="{C2D78920-A4ED-9779-9037-984DC7993ED8}"/>
              </a:ext>
            </a:extLst>
          </p:cNvPr>
          <p:cNvCxnSpPr>
            <a:cxnSpLocks/>
          </p:cNvCxnSpPr>
          <p:nvPr/>
        </p:nvCxnSpPr>
        <p:spPr>
          <a:xfrm flipH="1">
            <a:off x="2910108" y="4022392"/>
            <a:ext cx="2887729" cy="0"/>
          </a:xfrm>
          <a:prstGeom prst="straightConnector1">
            <a:avLst/>
          </a:prstGeom>
          <a:ln>
            <a:prstDash val="solid"/>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46758D4B-28EA-2E1E-0CD2-272DDF23B549}"/>
              </a:ext>
            </a:extLst>
          </p:cNvPr>
          <p:cNvCxnSpPr>
            <a:cxnSpLocks/>
          </p:cNvCxnSpPr>
          <p:nvPr/>
        </p:nvCxnSpPr>
        <p:spPr>
          <a:xfrm>
            <a:off x="2948372" y="4168980"/>
            <a:ext cx="2887729"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99334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D91E291-903D-F917-7078-3A27FEDAAD43}"/>
              </a:ext>
            </a:extLst>
          </p:cNvPr>
          <p:cNvSpPr>
            <a:spLocks noGrp="1"/>
          </p:cNvSpPr>
          <p:nvPr>
            <p:ph type="sldNum" sz="quarter" idx="12"/>
          </p:nvPr>
        </p:nvSpPr>
        <p:spPr/>
        <p:txBody>
          <a:bodyPr/>
          <a:lstStyle/>
          <a:p>
            <a:fld id="{75BB8461-A4F8-4BBC-AB2D-5D80B8F30C85}" type="slidenum">
              <a:rPr kumimoji="1" lang="ja-JP" altLang="en-US" smtClean="0"/>
              <a:t>16</a:t>
            </a:fld>
            <a:endParaRPr kumimoji="1" lang="ja-JP" altLang="en-US"/>
          </a:p>
        </p:txBody>
      </p:sp>
      <p:pic>
        <p:nvPicPr>
          <p:cNvPr id="11" name="図 10">
            <a:extLst>
              <a:ext uri="{FF2B5EF4-FFF2-40B4-BE49-F238E27FC236}">
                <a16:creationId xmlns:a16="http://schemas.microsoft.com/office/drawing/2014/main" id="{9F4794F9-DF84-E031-2B5B-E40608F5A6FE}"/>
              </a:ext>
            </a:extLst>
          </p:cNvPr>
          <p:cNvPicPr>
            <a:picLocks noChangeAspect="1"/>
          </p:cNvPicPr>
          <p:nvPr/>
        </p:nvPicPr>
        <p:blipFill>
          <a:blip r:embed="rId2"/>
          <a:stretch>
            <a:fillRect/>
          </a:stretch>
        </p:blipFill>
        <p:spPr>
          <a:xfrm>
            <a:off x="682677" y="752939"/>
            <a:ext cx="7778646" cy="2792564"/>
          </a:xfrm>
          <a:prstGeom prst="rect">
            <a:avLst/>
          </a:prstGeom>
        </p:spPr>
      </p:pic>
      <p:sp>
        <p:nvSpPr>
          <p:cNvPr id="3" name="タイトル 1">
            <a:extLst>
              <a:ext uri="{FF2B5EF4-FFF2-40B4-BE49-F238E27FC236}">
                <a16:creationId xmlns:a16="http://schemas.microsoft.com/office/drawing/2014/main" id="{08C11BC4-15AD-FD70-B076-CF9805B08024}"/>
              </a:ext>
            </a:extLst>
          </p:cNvPr>
          <p:cNvSpPr txBox="1">
            <a:spLocks/>
          </p:cNvSpPr>
          <p:nvPr/>
        </p:nvSpPr>
        <p:spPr>
          <a:xfrm>
            <a:off x="1440872" y="211931"/>
            <a:ext cx="6265069" cy="23812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ja-JP" altLang="en-US" sz="1800" dirty="0"/>
              <a:t>システムについて </a:t>
            </a:r>
            <a:r>
              <a:rPr lang="en-US" altLang="ja-JP" sz="1800" dirty="0"/>
              <a:t>-</a:t>
            </a:r>
            <a:r>
              <a:rPr lang="en-US" altLang="ja-JP" sz="1800" dirty="0" err="1"/>
              <a:t>DashBoard</a:t>
            </a:r>
            <a:r>
              <a:rPr lang="en-US" altLang="ja-JP" sz="1800" dirty="0"/>
              <a:t>-</a:t>
            </a:r>
          </a:p>
        </p:txBody>
      </p:sp>
      <p:sp>
        <p:nvSpPr>
          <p:cNvPr id="4" name="正方形/長方形 3">
            <a:extLst>
              <a:ext uri="{FF2B5EF4-FFF2-40B4-BE49-F238E27FC236}">
                <a16:creationId xmlns:a16="http://schemas.microsoft.com/office/drawing/2014/main" id="{FE513622-CF49-DC53-38B1-621BC2B211C6}"/>
              </a:ext>
            </a:extLst>
          </p:cNvPr>
          <p:cNvSpPr/>
          <p:nvPr/>
        </p:nvSpPr>
        <p:spPr>
          <a:xfrm>
            <a:off x="2822790" y="854176"/>
            <a:ext cx="979888" cy="238126"/>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品目・仕向け</a:t>
            </a:r>
            <a:endParaRPr kumimoji="1" lang="en-US" altLang="ja-JP" sz="1000" b="1" dirty="0">
              <a:solidFill>
                <a:schemeClr val="tx1"/>
              </a:solidFill>
            </a:endParaRPr>
          </a:p>
        </p:txBody>
      </p:sp>
      <p:sp>
        <p:nvSpPr>
          <p:cNvPr id="10" name="正方形/長方形 9">
            <a:extLst>
              <a:ext uri="{FF2B5EF4-FFF2-40B4-BE49-F238E27FC236}">
                <a16:creationId xmlns:a16="http://schemas.microsoft.com/office/drawing/2014/main" id="{087CB3C5-B908-CC36-AD27-43037521DA8D}"/>
              </a:ext>
            </a:extLst>
          </p:cNvPr>
          <p:cNvSpPr/>
          <p:nvPr/>
        </p:nvSpPr>
        <p:spPr>
          <a:xfrm>
            <a:off x="5170184" y="875976"/>
            <a:ext cx="696419" cy="238126"/>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工程名</a:t>
            </a:r>
            <a:endParaRPr kumimoji="1" lang="en-US" altLang="ja-JP" sz="1000" b="1" dirty="0">
              <a:solidFill>
                <a:schemeClr val="tx1"/>
              </a:solidFill>
            </a:endParaRPr>
          </a:p>
        </p:txBody>
      </p:sp>
      <p:sp>
        <p:nvSpPr>
          <p:cNvPr id="12" name="正方形/長方形 11">
            <a:extLst>
              <a:ext uri="{FF2B5EF4-FFF2-40B4-BE49-F238E27FC236}">
                <a16:creationId xmlns:a16="http://schemas.microsoft.com/office/drawing/2014/main" id="{DD02B832-FACB-E3D8-2203-B22B4E82C85D}"/>
              </a:ext>
            </a:extLst>
          </p:cNvPr>
          <p:cNvSpPr/>
          <p:nvPr/>
        </p:nvSpPr>
        <p:spPr>
          <a:xfrm>
            <a:off x="4223790" y="875976"/>
            <a:ext cx="696419" cy="238126"/>
          </a:xfrm>
          <a:prstGeom prst="rect">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工程番号</a:t>
            </a:r>
            <a:endParaRPr kumimoji="1" lang="en-US" altLang="ja-JP" sz="1000" b="1" dirty="0">
              <a:solidFill>
                <a:schemeClr val="tx1"/>
              </a:solidFill>
            </a:endParaRPr>
          </a:p>
        </p:txBody>
      </p:sp>
      <p:pic>
        <p:nvPicPr>
          <p:cNvPr id="14" name="Picture 10" descr="コンピューター icon">
            <a:extLst>
              <a:ext uri="{FF2B5EF4-FFF2-40B4-BE49-F238E27FC236}">
                <a16:creationId xmlns:a16="http://schemas.microsoft.com/office/drawing/2014/main" id="{2EA2BAEE-3266-412E-2AE1-0C218BE31C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6765" y="3878833"/>
            <a:ext cx="527597" cy="527597"/>
          </a:xfrm>
          <a:prstGeom prst="rect">
            <a:avLst/>
          </a:prstGeom>
          <a:noFill/>
          <a:extLst>
            <a:ext uri="{909E8E84-426E-40DD-AFC4-6F175D3DCCD1}">
              <a14:hiddenFill xmlns:a14="http://schemas.microsoft.com/office/drawing/2010/main">
                <a:solidFill>
                  <a:srgbClr val="FFFFFF"/>
                </a:solidFill>
              </a14:hiddenFill>
            </a:ext>
          </a:extLst>
        </p:spPr>
      </p:pic>
      <p:pic>
        <p:nvPicPr>
          <p:cNvPr id="15" name="図 14">
            <a:extLst>
              <a:ext uri="{FF2B5EF4-FFF2-40B4-BE49-F238E27FC236}">
                <a16:creationId xmlns:a16="http://schemas.microsoft.com/office/drawing/2014/main" id="{A47CFAB2-064D-3940-A03F-974AE30A108A}"/>
              </a:ext>
            </a:extLst>
          </p:cNvPr>
          <p:cNvPicPr>
            <a:picLocks noChangeAspect="1"/>
          </p:cNvPicPr>
          <p:nvPr/>
        </p:nvPicPr>
        <p:blipFill>
          <a:blip r:embed="rId4"/>
          <a:stretch>
            <a:fillRect/>
          </a:stretch>
        </p:blipFill>
        <p:spPr>
          <a:xfrm>
            <a:off x="2228175" y="3894704"/>
            <a:ext cx="495857" cy="495857"/>
          </a:xfrm>
          <a:prstGeom prst="rect">
            <a:avLst/>
          </a:prstGeom>
        </p:spPr>
      </p:pic>
      <p:cxnSp>
        <p:nvCxnSpPr>
          <p:cNvPr id="17" name="直線矢印コネクタ 16">
            <a:extLst>
              <a:ext uri="{FF2B5EF4-FFF2-40B4-BE49-F238E27FC236}">
                <a16:creationId xmlns:a16="http://schemas.microsoft.com/office/drawing/2014/main" id="{FAC0184F-20B2-50EE-9D6E-6D940A8B36FB}"/>
              </a:ext>
            </a:extLst>
          </p:cNvPr>
          <p:cNvCxnSpPr>
            <a:cxnSpLocks/>
          </p:cNvCxnSpPr>
          <p:nvPr/>
        </p:nvCxnSpPr>
        <p:spPr>
          <a:xfrm>
            <a:off x="2915761" y="4004187"/>
            <a:ext cx="2887729" cy="0"/>
          </a:xfrm>
          <a:prstGeom prst="straightConnector1">
            <a:avLst/>
          </a:prstGeom>
          <a:ln>
            <a:prstDash val="solid"/>
            <a:tailEnd type="triangle"/>
          </a:ln>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14D80613-D31C-4AA4-F6EF-A7CD3A2B8C61}"/>
              </a:ext>
            </a:extLst>
          </p:cNvPr>
          <p:cNvCxnSpPr>
            <a:cxnSpLocks/>
          </p:cNvCxnSpPr>
          <p:nvPr/>
        </p:nvCxnSpPr>
        <p:spPr>
          <a:xfrm flipH="1">
            <a:off x="2915761" y="4289323"/>
            <a:ext cx="2887729"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21" name="正方形/長方形 20">
            <a:extLst>
              <a:ext uri="{FF2B5EF4-FFF2-40B4-BE49-F238E27FC236}">
                <a16:creationId xmlns:a16="http://schemas.microsoft.com/office/drawing/2014/main" id="{687299B8-7BC4-6907-2108-8444C7CF9A53}"/>
              </a:ext>
            </a:extLst>
          </p:cNvPr>
          <p:cNvSpPr/>
          <p:nvPr/>
        </p:nvSpPr>
        <p:spPr>
          <a:xfrm>
            <a:off x="3312734" y="3679287"/>
            <a:ext cx="2037471" cy="23812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①工程情報問い合わせ　</a:t>
            </a:r>
            <a:endParaRPr kumimoji="1" lang="en-US" altLang="ja-JP" sz="1000" b="1" dirty="0">
              <a:solidFill>
                <a:schemeClr val="tx1"/>
              </a:solidFill>
            </a:endParaRPr>
          </a:p>
        </p:txBody>
      </p:sp>
      <p:sp>
        <p:nvSpPr>
          <p:cNvPr id="22" name="正方形/長方形 21">
            <a:extLst>
              <a:ext uri="{FF2B5EF4-FFF2-40B4-BE49-F238E27FC236}">
                <a16:creationId xmlns:a16="http://schemas.microsoft.com/office/drawing/2014/main" id="{E9317ED5-EFB9-1BC9-65A0-513DAE8C9E4E}"/>
              </a:ext>
            </a:extLst>
          </p:cNvPr>
          <p:cNvSpPr/>
          <p:nvPr/>
        </p:nvSpPr>
        <p:spPr>
          <a:xfrm>
            <a:off x="3330591" y="4343809"/>
            <a:ext cx="2019614" cy="23812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rPr>
              <a:t>②工程情報送信</a:t>
            </a:r>
            <a:endParaRPr kumimoji="1" lang="en-US" altLang="ja-JP" sz="1000" b="1" dirty="0">
              <a:solidFill>
                <a:schemeClr val="tx1"/>
              </a:solidFill>
            </a:endParaRPr>
          </a:p>
        </p:txBody>
      </p:sp>
      <p:sp>
        <p:nvSpPr>
          <p:cNvPr id="23" name="正方形/長方形 22">
            <a:extLst>
              <a:ext uri="{FF2B5EF4-FFF2-40B4-BE49-F238E27FC236}">
                <a16:creationId xmlns:a16="http://schemas.microsoft.com/office/drawing/2014/main" id="{AA9C72D2-9730-4852-BFD4-EBAD5C947F91}"/>
              </a:ext>
            </a:extLst>
          </p:cNvPr>
          <p:cNvSpPr/>
          <p:nvPr/>
        </p:nvSpPr>
        <p:spPr>
          <a:xfrm>
            <a:off x="6626493" y="3824783"/>
            <a:ext cx="997253" cy="539118"/>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rPr>
              <a:t>DB</a:t>
            </a:r>
            <a:r>
              <a:rPr kumimoji="1" lang="ja-JP" altLang="en-US" sz="1000" b="1" dirty="0">
                <a:solidFill>
                  <a:schemeClr val="tx1"/>
                </a:solidFill>
              </a:rPr>
              <a:t>にて</a:t>
            </a:r>
            <a:endParaRPr kumimoji="1" lang="en-US" altLang="ja-JP" sz="1000" b="1" dirty="0">
              <a:solidFill>
                <a:schemeClr val="tx1"/>
              </a:solidFill>
            </a:endParaRPr>
          </a:p>
          <a:p>
            <a:pPr algn="ctr"/>
            <a:r>
              <a:rPr kumimoji="1" lang="ja-JP" altLang="en-US" sz="1000" b="1" dirty="0">
                <a:solidFill>
                  <a:schemeClr val="tx1"/>
                </a:solidFill>
              </a:rPr>
              <a:t>工程状況管理</a:t>
            </a:r>
            <a:endParaRPr kumimoji="1" lang="en-US" altLang="ja-JP" sz="1000" b="1" dirty="0">
              <a:solidFill>
                <a:schemeClr val="tx1"/>
              </a:solidFill>
            </a:endParaRPr>
          </a:p>
        </p:txBody>
      </p:sp>
      <p:pic>
        <p:nvPicPr>
          <p:cNvPr id="24" name="Picture 2" descr="https://image.flaticon.com/icons/png/512/136/136525.png">
            <a:extLst>
              <a:ext uri="{FF2B5EF4-FFF2-40B4-BE49-F238E27FC236}">
                <a16:creationId xmlns:a16="http://schemas.microsoft.com/office/drawing/2014/main" id="{7CAB88BD-BC72-45BD-3F26-F20F7CA66E9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11057" y="4241540"/>
            <a:ext cx="410214" cy="423833"/>
          </a:xfrm>
          <a:prstGeom prst="rect">
            <a:avLst/>
          </a:prstGeom>
          <a:noFill/>
          <a:extLst>
            <a:ext uri="{909E8E84-426E-40DD-AFC4-6F175D3DCCD1}">
              <a14:hiddenFill xmlns:a14="http://schemas.microsoft.com/office/drawing/2010/main">
                <a:solidFill>
                  <a:srgbClr val="FFFFFF"/>
                </a:solidFill>
              </a14:hiddenFill>
            </a:ext>
          </a:extLst>
        </p:spPr>
      </p:pic>
      <p:sp>
        <p:nvSpPr>
          <p:cNvPr id="25" name="正方形/長方形 24">
            <a:extLst>
              <a:ext uri="{FF2B5EF4-FFF2-40B4-BE49-F238E27FC236}">
                <a16:creationId xmlns:a16="http://schemas.microsoft.com/office/drawing/2014/main" id="{05B0B8F6-F2FA-8F8C-E290-67C00F8E225D}"/>
              </a:ext>
            </a:extLst>
          </p:cNvPr>
          <p:cNvSpPr/>
          <p:nvPr/>
        </p:nvSpPr>
        <p:spPr>
          <a:xfrm>
            <a:off x="5846504" y="4363908"/>
            <a:ext cx="748117"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sz="1050" b="1" dirty="0" err="1">
                <a:solidFill>
                  <a:schemeClr val="tx1"/>
                </a:solidFill>
              </a:rPr>
              <a:t>HostPC</a:t>
            </a:r>
            <a:endParaRPr kumimoji="1" lang="ja-JP" altLang="en-US" sz="1050" b="1" dirty="0">
              <a:solidFill>
                <a:srgbClr val="FF0000"/>
              </a:solidFill>
            </a:endParaRPr>
          </a:p>
        </p:txBody>
      </p:sp>
      <p:sp>
        <p:nvSpPr>
          <p:cNvPr id="26" name="正方形/長方形 25">
            <a:extLst>
              <a:ext uri="{FF2B5EF4-FFF2-40B4-BE49-F238E27FC236}">
                <a16:creationId xmlns:a16="http://schemas.microsoft.com/office/drawing/2014/main" id="{12EECDFE-8260-83B4-B010-AD34A821F683}"/>
              </a:ext>
            </a:extLst>
          </p:cNvPr>
          <p:cNvSpPr/>
          <p:nvPr/>
        </p:nvSpPr>
        <p:spPr>
          <a:xfrm>
            <a:off x="1971256" y="4354370"/>
            <a:ext cx="977116"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ja-JP" sz="1050" b="1" dirty="0" err="1">
                <a:solidFill>
                  <a:schemeClr val="tx1"/>
                </a:solidFill>
              </a:rPr>
              <a:t>DashBoard</a:t>
            </a:r>
            <a:endParaRPr kumimoji="1" lang="ja-JP" altLang="en-US" sz="1050" b="1" dirty="0">
              <a:solidFill>
                <a:srgbClr val="FF0000"/>
              </a:solidFill>
            </a:endParaRPr>
          </a:p>
        </p:txBody>
      </p:sp>
      <p:sp>
        <p:nvSpPr>
          <p:cNvPr id="27" name="正方形/長方形 26">
            <a:extLst>
              <a:ext uri="{FF2B5EF4-FFF2-40B4-BE49-F238E27FC236}">
                <a16:creationId xmlns:a16="http://schemas.microsoft.com/office/drawing/2014/main" id="{C38915A6-3CB7-07E7-FA61-232DC8BE7935}"/>
              </a:ext>
            </a:extLst>
          </p:cNvPr>
          <p:cNvSpPr/>
          <p:nvPr/>
        </p:nvSpPr>
        <p:spPr>
          <a:xfrm>
            <a:off x="353961" y="3734176"/>
            <a:ext cx="1285512" cy="2882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ja-JP" altLang="en-US" sz="1200" b="1" dirty="0">
                <a:solidFill>
                  <a:schemeClr val="tx1"/>
                </a:solidFill>
              </a:rPr>
              <a:t>■処理シーケンス</a:t>
            </a:r>
            <a:endParaRPr kumimoji="1" lang="ja-JP" altLang="en-US" sz="1200" b="1" dirty="0">
              <a:solidFill>
                <a:srgbClr val="FF0000"/>
              </a:solidFill>
            </a:endParaRPr>
          </a:p>
        </p:txBody>
      </p:sp>
    </p:spTree>
    <p:extLst>
      <p:ext uri="{BB962C8B-B14F-4D97-AF65-F5344CB8AC3E}">
        <p14:creationId xmlns:p14="http://schemas.microsoft.com/office/powerpoint/2010/main" val="784988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D34079B-6F5F-6B52-3F0E-47ECD9C86B28}"/>
              </a:ext>
            </a:extLst>
          </p:cNvPr>
          <p:cNvSpPr>
            <a:spLocks noGrp="1"/>
          </p:cNvSpPr>
          <p:nvPr>
            <p:ph type="sldNum" sz="quarter" idx="12"/>
          </p:nvPr>
        </p:nvSpPr>
        <p:spPr/>
        <p:txBody>
          <a:bodyPr/>
          <a:lstStyle/>
          <a:p>
            <a:fld id="{75BB8461-A4F8-4BBC-AB2D-5D80B8F30C85}" type="slidenum">
              <a:rPr kumimoji="1" lang="ja-JP" altLang="en-US" smtClean="0"/>
              <a:t>17</a:t>
            </a:fld>
            <a:endParaRPr kumimoji="1" lang="ja-JP" altLang="en-US"/>
          </a:p>
        </p:txBody>
      </p:sp>
      <p:pic>
        <p:nvPicPr>
          <p:cNvPr id="6" name="図 5">
            <a:extLst>
              <a:ext uri="{FF2B5EF4-FFF2-40B4-BE49-F238E27FC236}">
                <a16:creationId xmlns:a16="http://schemas.microsoft.com/office/drawing/2014/main" id="{08EA122C-9B92-AF75-37A0-91D22918B632}"/>
              </a:ext>
            </a:extLst>
          </p:cNvPr>
          <p:cNvPicPr>
            <a:picLocks noChangeAspect="1"/>
          </p:cNvPicPr>
          <p:nvPr/>
        </p:nvPicPr>
        <p:blipFill>
          <a:blip r:embed="rId2"/>
          <a:srcRect t="6211"/>
          <a:stretch/>
        </p:blipFill>
        <p:spPr>
          <a:xfrm>
            <a:off x="4218615" y="763573"/>
            <a:ext cx="4170032" cy="1387335"/>
          </a:xfrm>
          <a:prstGeom prst="rect">
            <a:avLst/>
          </a:prstGeom>
        </p:spPr>
      </p:pic>
      <p:sp>
        <p:nvSpPr>
          <p:cNvPr id="7" name="タイトル 1">
            <a:extLst>
              <a:ext uri="{FF2B5EF4-FFF2-40B4-BE49-F238E27FC236}">
                <a16:creationId xmlns:a16="http://schemas.microsoft.com/office/drawing/2014/main" id="{6345EC52-CF07-D9C4-5559-AAF2E924A87A}"/>
              </a:ext>
            </a:extLst>
          </p:cNvPr>
          <p:cNvSpPr txBox="1">
            <a:spLocks/>
          </p:cNvSpPr>
          <p:nvPr/>
        </p:nvSpPr>
        <p:spPr>
          <a:xfrm>
            <a:off x="1440872" y="211931"/>
            <a:ext cx="6265069" cy="238125"/>
          </a:xfrm>
          <a:prstGeom prst="rect">
            <a:avLst/>
          </a:prstGeom>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r>
              <a:rPr lang="ja-JP" altLang="en-US" sz="1800" dirty="0"/>
              <a:t>システムについて </a:t>
            </a:r>
            <a:r>
              <a:rPr lang="en-US" altLang="ja-JP" sz="1800" dirty="0"/>
              <a:t>-Raspberry Pi-</a:t>
            </a:r>
          </a:p>
        </p:txBody>
      </p:sp>
      <p:sp>
        <p:nvSpPr>
          <p:cNvPr id="8" name="正方形/長方形 7">
            <a:extLst>
              <a:ext uri="{FF2B5EF4-FFF2-40B4-BE49-F238E27FC236}">
                <a16:creationId xmlns:a16="http://schemas.microsoft.com/office/drawing/2014/main" id="{F4A94E51-F32A-4E52-6BC4-015EB1495E39}"/>
              </a:ext>
            </a:extLst>
          </p:cNvPr>
          <p:cNvSpPr/>
          <p:nvPr/>
        </p:nvSpPr>
        <p:spPr>
          <a:xfrm>
            <a:off x="286435" y="511748"/>
            <a:ext cx="5612138" cy="23584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100" dirty="0">
                <a:solidFill>
                  <a:schemeClr val="tx1"/>
                </a:solidFill>
              </a:rPr>
              <a:t>・当初、製品は</a:t>
            </a:r>
            <a:r>
              <a:rPr kumimoji="1" lang="en-US" altLang="ja-JP" sz="1100" dirty="0">
                <a:solidFill>
                  <a:schemeClr val="tx1"/>
                </a:solidFill>
              </a:rPr>
              <a:t>AGV</a:t>
            </a:r>
            <a:r>
              <a:rPr kumimoji="1" lang="ja-JP" altLang="en-US" sz="1100" dirty="0">
                <a:solidFill>
                  <a:schemeClr val="tx1"/>
                </a:solidFill>
              </a:rPr>
              <a:t>に載せて移動させる計画</a:t>
            </a:r>
            <a:endParaRPr kumimoji="1" lang="en-US" altLang="ja-JP" sz="1100" dirty="0">
              <a:solidFill>
                <a:schemeClr val="tx1"/>
              </a:solidFill>
            </a:endParaRPr>
          </a:p>
          <a:p>
            <a:r>
              <a:rPr kumimoji="1" lang="ja-JP" altLang="en-US" sz="1100" dirty="0">
                <a:solidFill>
                  <a:schemeClr val="tx1"/>
                </a:solidFill>
              </a:rPr>
              <a:t>・</a:t>
            </a:r>
            <a:r>
              <a:rPr kumimoji="1" lang="en-US" altLang="ja-JP" sz="1100" dirty="0">
                <a:solidFill>
                  <a:schemeClr val="tx1"/>
                </a:solidFill>
              </a:rPr>
              <a:t>Raspberry Pi </a:t>
            </a:r>
            <a:r>
              <a:rPr kumimoji="1" lang="ja-JP" altLang="en-US" sz="1100" dirty="0">
                <a:solidFill>
                  <a:schemeClr val="tx1"/>
                </a:solidFill>
              </a:rPr>
              <a:t>も </a:t>
            </a:r>
            <a:r>
              <a:rPr kumimoji="1" lang="en-US" altLang="ja-JP" sz="1100" dirty="0">
                <a:solidFill>
                  <a:schemeClr val="tx1"/>
                </a:solidFill>
              </a:rPr>
              <a:t>AGV</a:t>
            </a:r>
            <a:r>
              <a:rPr kumimoji="1" lang="ja-JP" altLang="en-US" sz="1100" dirty="0">
                <a:solidFill>
                  <a:schemeClr val="tx1"/>
                </a:solidFill>
              </a:rPr>
              <a:t>から電源供給予定</a:t>
            </a:r>
            <a:endParaRPr kumimoji="1" lang="en-US" altLang="ja-JP" sz="1100" dirty="0">
              <a:solidFill>
                <a:schemeClr val="tx1"/>
              </a:solidFill>
            </a:endParaRPr>
          </a:p>
          <a:p>
            <a:r>
              <a:rPr kumimoji="1" lang="ja-JP" altLang="en-US" sz="1100" dirty="0">
                <a:solidFill>
                  <a:schemeClr val="tx1"/>
                </a:solidFill>
              </a:rPr>
              <a:t>　→現在</a:t>
            </a:r>
            <a:r>
              <a:rPr kumimoji="1" lang="en-US" altLang="ja-JP" sz="1100" dirty="0">
                <a:solidFill>
                  <a:schemeClr val="tx1"/>
                </a:solidFill>
              </a:rPr>
              <a:t>AGV</a:t>
            </a:r>
            <a:r>
              <a:rPr kumimoji="1" lang="ja-JP" altLang="en-US" sz="1100" dirty="0">
                <a:solidFill>
                  <a:schemeClr val="tx1"/>
                </a:solidFill>
              </a:rPr>
              <a:t>　未導入　</a:t>
            </a:r>
            <a:r>
              <a:rPr kumimoji="1" lang="ja-JP" altLang="en-US" sz="1100" b="1" dirty="0">
                <a:solidFill>
                  <a:srgbClr val="FF0000"/>
                </a:solidFill>
              </a:rPr>
              <a:t>・・・</a:t>
            </a:r>
            <a:r>
              <a:rPr kumimoji="1" lang="en-US" altLang="ja-JP" sz="1100" b="1" dirty="0">
                <a:solidFill>
                  <a:srgbClr val="FF0000"/>
                </a:solidFill>
              </a:rPr>
              <a:t>Raspberry Pi</a:t>
            </a:r>
            <a:r>
              <a:rPr kumimoji="1" lang="ja-JP" altLang="en-US" sz="1100" b="1" dirty="0">
                <a:solidFill>
                  <a:srgbClr val="FF0000"/>
                </a:solidFill>
              </a:rPr>
              <a:t>の電源確保が必要</a:t>
            </a:r>
            <a:endParaRPr kumimoji="1" lang="en-US" altLang="ja-JP" sz="1100" b="1" dirty="0">
              <a:solidFill>
                <a:srgbClr val="FF0000"/>
              </a:solidFill>
            </a:endParaRPr>
          </a:p>
          <a:p>
            <a:endParaRPr kumimoji="1" lang="en-US" altLang="ja-JP" sz="1100" dirty="0">
              <a:solidFill>
                <a:schemeClr val="tx1"/>
              </a:solidFill>
            </a:endParaRPr>
          </a:p>
          <a:p>
            <a:pPr marL="171450" indent="-171450">
              <a:buFont typeface="Wingdings" panose="05000000000000000000" pitchFamily="2" charset="2"/>
              <a:buChar char="u"/>
            </a:pPr>
            <a:r>
              <a:rPr kumimoji="1" lang="ja-JP" altLang="en-US" sz="1100" b="1" dirty="0">
                <a:solidFill>
                  <a:schemeClr val="tx1"/>
                </a:solidFill>
              </a:rPr>
              <a:t>モバイルバッテリー</a:t>
            </a:r>
            <a:endParaRPr kumimoji="1" lang="en-US" altLang="ja-JP" sz="1100" b="1" dirty="0">
              <a:solidFill>
                <a:schemeClr val="tx1"/>
              </a:solidFill>
            </a:endParaRPr>
          </a:p>
          <a:p>
            <a:r>
              <a:rPr kumimoji="1" lang="ja-JP" altLang="en-US" sz="1100" dirty="0">
                <a:solidFill>
                  <a:schemeClr val="tx1"/>
                </a:solidFill>
                <a:highlight>
                  <a:srgbClr val="FFFF00"/>
                </a:highlight>
                <a:latin typeface="+mn-ea"/>
              </a:rPr>
              <a:t>●投資理由：</a:t>
            </a:r>
            <a:endParaRPr kumimoji="1" lang="en-US" altLang="ja-JP" sz="1100" dirty="0">
              <a:solidFill>
                <a:schemeClr val="tx1"/>
              </a:solidFill>
              <a:highlight>
                <a:srgbClr val="FFFF00"/>
              </a:highlight>
              <a:latin typeface="+mn-ea"/>
            </a:endParaRPr>
          </a:p>
          <a:p>
            <a:r>
              <a:rPr kumimoji="1" lang="ja-JP" altLang="en-US" sz="1100" dirty="0">
                <a:solidFill>
                  <a:schemeClr val="tx1"/>
                </a:solidFill>
                <a:latin typeface="+mn-ea"/>
              </a:rPr>
              <a:t>・出荷設定まで、</a:t>
            </a:r>
            <a:r>
              <a:rPr kumimoji="1" lang="en-US" altLang="ja-JP" sz="1100" dirty="0">
                <a:solidFill>
                  <a:schemeClr val="tx1"/>
                </a:solidFill>
                <a:latin typeface="+mn-ea"/>
              </a:rPr>
              <a:t> Raspberry Pi</a:t>
            </a:r>
            <a:r>
              <a:rPr kumimoji="1" lang="ja-JP" altLang="en-US" sz="1100" dirty="0">
                <a:solidFill>
                  <a:schemeClr val="tx1"/>
                </a:solidFill>
                <a:latin typeface="+mn-ea"/>
              </a:rPr>
              <a:t>の電源は常に</a:t>
            </a:r>
            <a:r>
              <a:rPr kumimoji="1" lang="en-US" altLang="ja-JP" sz="1100" dirty="0">
                <a:solidFill>
                  <a:schemeClr val="tx1"/>
                </a:solidFill>
                <a:latin typeface="+mn-ea"/>
              </a:rPr>
              <a:t>ON</a:t>
            </a:r>
          </a:p>
          <a:p>
            <a:r>
              <a:rPr kumimoji="1" lang="ja-JP" altLang="en-US" sz="1100" dirty="0">
                <a:solidFill>
                  <a:schemeClr val="tx1"/>
                </a:solidFill>
                <a:latin typeface="+mn-ea"/>
              </a:rPr>
              <a:t>・</a:t>
            </a:r>
            <a:r>
              <a:rPr kumimoji="1" lang="en-US" altLang="ja-JP" sz="1100" dirty="0">
                <a:solidFill>
                  <a:schemeClr val="tx1"/>
                </a:solidFill>
                <a:latin typeface="+mn-ea"/>
              </a:rPr>
              <a:t>AGV</a:t>
            </a:r>
            <a:r>
              <a:rPr kumimoji="1" lang="ja-JP" altLang="en-US" sz="1100" dirty="0">
                <a:solidFill>
                  <a:schemeClr val="tx1"/>
                </a:solidFill>
                <a:latin typeface="+mn-ea"/>
              </a:rPr>
              <a:t>を投入しないため、</a:t>
            </a:r>
            <a:r>
              <a:rPr kumimoji="1" lang="en-US" altLang="ja-JP" sz="1100" dirty="0">
                <a:solidFill>
                  <a:schemeClr val="tx1"/>
                </a:solidFill>
                <a:latin typeface="+mn-ea"/>
              </a:rPr>
              <a:t>Raspberry Pi</a:t>
            </a:r>
            <a:r>
              <a:rPr kumimoji="1" lang="ja-JP" altLang="en-US" sz="1100" dirty="0">
                <a:solidFill>
                  <a:schemeClr val="tx1"/>
                </a:solidFill>
                <a:latin typeface="+mn-ea"/>
              </a:rPr>
              <a:t>に恒久給電装置がない</a:t>
            </a:r>
            <a:endParaRPr kumimoji="1" lang="en-US" altLang="ja-JP" sz="1100" dirty="0">
              <a:solidFill>
                <a:schemeClr val="tx1"/>
              </a:solidFill>
              <a:latin typeface="+mn-ea"/>
            </a:endParaRPr>
          </a:p>
          <a:p>
            <a:endParaRPr kumimoji="1" lang="en-US" altLang="ja-JP" sz="1100" dirty="0">
              <a:solidFill>
                <a:schemeClr val="tx1"/>
              </a:solidFill>
              <a:highlight>
                <a:srgbClr val="FFFF00"/>
              </a:highlight>
              <a:latin typeface="+mn-ea"/>
            </a:endParaRPr>
          </a:p>
          <a:p>
            <a:r>
              <a:rPr kumimoji="1" lang="ja-JP" altLang="en-US" sz="1100" dirty="0">
                <a:solidFill>
                  <a:schemeClr val="tx1"/>
                </a:solidFill>
                <a:highlight>
                  <a:srgbClr val="FFFF00"/>
                </a:highlight>
                <a:latin typeface="+mn-ea"/>
              </a:rPr>
              <a:t>●仕様：</a:t>
            </a:r>
            <a:endParaRPr kumimoji="1" lang="en-US" altLang="ja-JP" sz="1100" dirty="0">
              <a:solidFill>
                <a:schemeClr val="tx1"/>
              </a:solidFill>
              <a:highlight>
                <a:srgbClr val="FFFF00"/>
              </a:highlight>
              <a:latin typeface="+mn-ea"/>
            </a:endParaRPr>
          </a:p>
          <a:p>
            <a:r>
              <a:rPr kumimoji="1" lang="ja-JP" altLang="en-US" sz="1100" dirty="0">
                <a:solidFill>
                  <a:schemeClr val="tx1"/>
                </a:solidFill>
                <a:latin typeface="+mn-ea"/>
              </a:rPr>
              <a:t>・容量：</a:t>
            </a:r>
            <a:r>
              <a:rPr kumimoji="1" lang="en-US" altLang="ja-JP" sz="1100" dirty="0">
                <a:solidFill>
                  <a:schemeClr val="tx1"/>
                </a:solidFill>
                <a:latin typeface="+mn-ea"/>
              </a:rPr>
              <a:t>20000mA</a:t>
            </a:r>
            <a:r>
              <a:rPr kumimoji="1" lang="ja-JP" altLang="en-US" sz="1100" dirty="0">
                <a:solidFill>
                  <a:schemeClr val="tx1"/>
                </a:solidFill>
                <a:latin typeface="+mn-ea"/>
              </a:rPr>
              <a:t>（充電</a:t>
            </a:r>
            <a:r>
              <a:rPr kumimoji="1" lang="en-US" altLang="ja-JP" sz="1100" dirty="0">
                <a:solidFill>
                  <a:schemeClr val="tx1"/>
                </a:solidFill>
                <a:latin typeface="+mn-ea"/>
              </a:rPr>
              <a:t>100%</a:t>
            </a:r>
            <a:r>
              <a:rPr kumimoji="1" lang="ja-JP" altLang="en-US" sz="1100" dirty="0">
                <a:solidFill>
                  <a:schemeClr val="tx1"/>
                </a:solidFill>
                <a:latin typeface="+mn-ea"/>
              </a:rPr>
              <a:t>の状態で</a:t>
            </a:r>
            <a:r>
              <a:rPr kumimoji="1" lang="en-US" altLang="ja-JP" sz="1100" dirty="0">
                <a:solidFill>
                  <a:schemeClr val="tx1"/>
                </a:solidFill>
                <a:latin typeface="+mn-ea"/>
              </a:rPr>
              <a:t>11</a:t>
            </a:r>
            <a:r>
              <a:rPr kumimoji="1" lang="ja-JP" altLang="en-US" sz="1100" dirty="0">
                <a:solidFill>
                  <a:schemeClr val="tx1"/>
                </a:solidFill>
                <a:latin typeface="+mn-ea"/>
              </a:rPr>
              <a:t>時間使用可能）</a:t>
            </a:r>
            <a:endParaRPr kumimoji="1" lang="en-US" altLang="ja-JP" sz="1100" dirty="0">
              <a:solidFill>
                <a:schemeClr val="tx1"/>
              </a:solidFill>
              <a:latin typeface="+mn-ea"/>
            </a:endParaRPr>
          </a:p>
          <a:p>
            <a:r>
              <a:rPr kumimoji="1" lang="ja-JP" altLang="en-US" sz="1100" dirty="0">
                <a:solidFill>
                  <a:schemeClr val="tx1"/>
                </a:solidFill>
                <a:latin typeface="+mn-ea"/>
              </a:rPr>
              <a:t>・</a:t>
            </a:r>
            <a:r>
              <a:rPr kumimoji="1" lang="en-US" altLang="ja-JP" sz="1100" dirty="0">
                <a:solidFill>
                  <a:schemeClr val="tx1"/>
                </a:solidFill>
                <a:latin typeface="+mn-ea"/>
              </a:rPr>
              <a:t>3C</a:t>
            </a:r>
            <a:r>
              <a:rPr kumimoji="1" lang="ja-JP" altLang="en-US" sz="1100" dirty="0">
                <a:solidFill>
                  <a:schemeClr val="tx1"/>
                </a:solidFill>
                <a:latin typeface="+mn-ea"/>
              </a:rPr>
              <a:t>認証取得済</a:t>
            </a:r>
            <a:endParaRPr kumimoji="1" lang="en-US" altLang="ja-JP" sz="1100" dirty="0">
              <a:solidFill>
                <a:schemeClr val="tx1"/>
              </a:solidFill>
              <a:latin typeface="+mn-ea"/>
            </a:endParaRPr>
          </a:p>
          <a:p>
            <a:r>
              <a:rPr kumimoji="1" lang="ja-JP" altLang="en-US" sz="1100" dirty="0">
                <a:solidFill>
                  <a:schemeClr val="tx1"/>
                </a:solidFill>
                <a:latin typeface="+mn-ea"/>
              </a:rPr>
              <a:t>・</a:t>
            </a:r>
            <a:r>
              <a:rPr kumimoji="1" lang="en-US" altLang="ja-JP" sz="1100" dirty="0">
                <a:solidFill>
                  <a:schemeClr val="tx1"/>
                </a:solidFill>
                <a:latin typeface="+mn-ea"/>
              </a:rPr>
              <a:t>480</a:t>
            </a:r>
            <a:r>
              <a:rPr kumimoji="1" lang="ja-JP" altLang="en-US" sz="1100" dirty="0">
                <a:solidFill>
                  <a:schemeClr val="tx1"/>
                </a:solidFill>
                <a:latin typeface="+mn-ea"/>
              </a:rPr>
              <a:t>元（</a:t>
            </a:r>
            <a:r>
              <a:rPr lang="en-US" altLang="ja-JP" sz="1100" b="0" i="0" dirty="0">
                <a:solidFill>
                  <a:srgbClr val="000000"/>
                </a:solidFill>
                <a:effectLst/>
                <a:latin typeface="Meiryo" panose="020B0604030504040204" pitchFamily="50" charset="-128"/>
                <a:ea typeface="Meiryo" panose="020B0604030504040204" pitchFamily="50" charset="-128"/>
              </a:rPr>
              <a:t> 9,500</a:t>
            </a:r>
            <a:r>
              <a:rPr lang="ja-JP" altLang="en-US" sz="1100" b="0" i="0" dirty="0">
                <a:solidFill>
                  <a:srgbClr val="000000"/>
                </a:solidFill>
                <a:effectLst/>
                <a:latin typeface="Meiryo" panose="020B0604030504040204" pitchFamily="50" charset="-128"/>
                <a:ea typeface="Meiryo" panose="020B0604030504040204" pitchFamily="50" charset="-128"/>
              </a:rPr>
              <a:t>元 </a:t>
            </a:r>
            <a:r>
              <a:rPr lang="en-US" altLang="ja-JP" sz="1100" b="0" i="0" dirty="0">
                <a:solidFill>
                  <a:srgbClr val="000000"/>
                </a:solidFill>
                <a:effectLst/>
                <a:latin typeface="Meiryo" panose="020B0604030504040204" pitchFamily="50" charset="-128"/>
                <a:ea typeface="Meiryo" panose="020B0604030504040204" pitchFamily="50" charset="-128"/>
              </a:rPr>
              <a:t>× 20</a:t>
            </a:r>
            <a:r>
              <a:rPr lang="ja-JP" altLang="en-US" sz="1100" b="0" i="0" dirty="0">
                <a:solidFill>
                  <a:srgbClr val="000000"/>
                </a:solidFill>
                <a:effectLst/>
                <a:latin typeface="Meiryo" panose="020B0604030504040204" pitchFamily="50" charset="-128"/>
                <a:ea typeface="Meiryo" panose="020B0604030504040204" pitchFamily="50" charset="-128"/>
              </a:rPr>
              <a:t>円</a:t>
            </a:r>
            <a:r>
              <a:rPr lang="en-US" altLang="ja-JP" sz="1100" b="0" i="0" dirty="0">
                <a:solidFill>
                  <a:srgbClr val="000000"/>
                </a:solidFill>
                <a:effectLst/>
                <a:latin typeface="Meiryo" panose="020B0604030504040204" pitchFamily="50" charset="-128"/>
                <a:ea typeface="Meiryo" panose="020B0604030504040204" pitchFamily="50" charset="-128"/>
              </a:rPr>
              <a:t>/</a:t>
            </a:r>
            <a:r>
              <a:rPr lang="ja-JP" altLang="en-US" sz="1100" b="0" i="0" dirty="0">
                <a:solidFill>
                  <a:srgbClr val="000000"/>
                </a:solidFill>
                <a:effectLst/>
                <a:latin typeface="Meiryo" panose="020B0604030504040204" pitchFamily="50" charset="-128"/>
                <a:ea typeface="Meiryo" panose="020B0604030504040204" pitchFamily="50" charset="-128"/>
              </a:rPr>
              <a:t>元 </a:t>
            </a:r>
            <a:r>
              <a:rPr lang="en-US" altLang="ja-JP" sz="1100" b="0" i="0" dirty="0">
                <a:solidFill>
                  <a:srgbClr val="000000"/>
                </a:solidFill>
                <a:effectLst/>
                <a:latin typeface="Meiryo" panose="020B0604030504040204" pitchFamily="50" charset="-128"/>
                <a:ea typeface="Meiryo" panose="020B0604030504040204" pitchFamily="50" charset="-128"/>
              </a:rPr>
              <a:t>×</a:t>
            </a:r>
            <a:r>
              <a:rPr lang="ja-JP" altLang="en-US" sz="1100" dirty="0">
                <a:solidFill>
                  <a:srgbClr val="000000"/>
                </a:solidFill>
                <a:latin typeface="Meiryo" panose="020B0604030504040204" pitchFamily="50" charset="-128"/>
                <a:ea typeface="Meiryo" panose="020B0604030504040204" pitchFamily="50" charset="-128"/>
              </a:rPr>
              <a:t> </a:t>
            </a:r>
            <a:r>
              <a:rPr lang="en-US" altLang="ja-JP" sz="1100" dirty="0">
                <a:solidFill>
                  <a:srgbClr val="000000"/>
                </a:solidFill>
                <a:latin typeface="Meiryo" panose="020B0604030504040204" pitchFamily="50" charset="-128"/>
                <a:ea typeface="Meiryo" panose="020B0604030504040204" pitchFamily="50" charset="-128"/>
              </a:rPr>
              <a:t>38</a:t>
            </a:r>
            <a:r>
              <a:rPr lang="ja-JP" altLang="en-US" sz="1100" dirty="0">
                <a:solidFill>
                  <a:srgbClr val="000000"/>
                </a:solidFill>
                <a:latin typeface="Meiryo" panose="020B0604030504040204" pitchFamily="50" charset="-128"/>
                <a:ea typeface="Meiryo" panose="020B0604030504040204" pitchFamily="50" charset="-128"/>
              </a:rPr>
              <a:t>個 </a:t>
            </a:r>
            <a:r>
              <a:rPr lang="en-US" altLang="ja-JP" sz="1100" b="0" i="0" dirty="0">
                <a:solidFill>
                  <a:srgbClr val="000000"/>
                </a:solidFill>
                <a:effectLst/>
                <a:latin typeface="Meiryo" panose="020B0604030504040204" pitchFamily="50" charset="-128"/>
                <a:ea typeface="Meiryo" panose="020B0604030504040204" pitchFamily="50" charset="-128"/>
              </a:rPr>
              <a:t>= </a:t>
            </a:r>
            <a:r>
              <a:rPr kumimoji="1" lang="en-US" altLang="ja-JP" sz="1100" dirty="0">
                <a:solidFill>
                  <a:schemeClr val="tx1"/>
                </a:solidFill>
                <a:latin typeface="+mn-ea"/>
              </a:rPr>
              <a:t>364,800</a:t>
            </a:r>
            <a:r>
              <a:rPr kumimoji="1" lang="ja-JP" altLang="en-US" sz="1100" dirty="0">
                <a:solidFill>
                  <a:schemeClr val="tx1"/>
                </a:solidFill>
                <a:latin typeface="+mn-ea"/>
              </a:rPr>
              <a:t>円）</a:t>
            </a:r>
            <a:endParaRPr kumimoji="1" lang="en-US" altLang="ja-JP" sz="1100" dirty="0">
              <a:solidFill>
                <a:schemeClr val="tx1"/>
              </a:solidFill>
              <a:latin typeface="+mn-ea"/>
            </a:endParaRPr>
          </a:p>
          <a:p>
            <a:endParaRPr kumimoji="1" lang="en-US" altLang="ja-JP" sz="1050" dirty="0">
              <a:solidFill>
                <a:schemeClr val="tx1"/>
              </a:solidFill>
            </a:endParaRPr>
          </a:p>
        </p:txBody>
      </p:sp>
      <p:sp>
        <p:nvSpPr>
          <p:cNvPr id="10" name="テキスト ボックス 22">
            <a:extLst>
              <a:ext uri="{FF2B5EF4-FFF2-40B4-BE49-F238E27FC236}">
                <a16:creationId xmlns:a16="http://schemas.microsoft.com/office/drawing/2014/main" id="{AFDA9E9D-9F15-4FEF-88B9-927200627A9E}"/>
              </a:ext>
            </a:extLst>
          </p:cNvPr>
          <p:cNvSpPr txBox="1"/>
          <p:nvPr/>
        </p:nvSpPr>
        <p:spPr>
          <a:xfrm>
            <a:off x="286435" y="3004404"/>
            <a:ext cx="4105791" cy="144655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buFont typeface="Wingdings" panose="05000000000000000000" pitchFamily="2" charset="2"/>
              <a:buChar char="u"/>
            </a:pPr>
            <a:r>
              <a:rPr kumimoji="1" lang="ja-JP" altLang="en-US" sz="1100" b="1" dirty="0">
                <a:latin typeface="+mn-ea"/>
              </a:rPr>
              <a:t>充電箱</a:t>
            </a:r>
            <a:endParaRPr kumimoji="1" lang="en-US" altLang="ja-JP" sz="1100" b="1" dirty="0">
              <a:latin typeface="+mn-ea"/>
            </a:endParaRPr>
          </a:p>
          <a:p>
            <a:r>
              <a:rPr kumimoji="1" lang="ja-JP" altLang="en-US" sz="1100" dirty="0">
                <a:highlight>
                  <a:srgbClr val="FFFF00"/>
                </a:highlight>
                <a:latin typeface="+mn-ea"/>
              </a:rPr>
              <a:t>●投資理由：</a:t>
            </a:r>
            <a:endParaRPr kumimoji="1" lang="en-US" altLang="ja-JP" sz="1100" dirty="0">
              <a:highlight>
                <a:srgbClr val="FFFF00"/>
              </a:highlight>
              <a:latin typeface="+mn-ea"/>
            </a:endParaRPr>
          </a:p>
          <a:p>
            <a:r>
              <a:rPr kumimoji="1" lang="ja-JP" altLang="en-US" sz="1100" dirty="0">
                <a:latin typeface="+mn-ea"/>
              </a:rPr>
              <a:t>・モバイルバッテリー充電用</a:t>
            </a:r>
            <a:endParaRPr kumimoji="1" lang="en-US" altLang="ja-JP" sz="1100" dirty="0">
              <a:latin typeface="+mn-ea"/>
            </a:endParaRPr>
          </a:p>
          <a:p>
            <a:endParaRPr kumimoji="1" lang="en-US" altLang="ja-JP" sz="1100" dirty="0">
              <a:highlight>
                <a:srgbClr val="FFFF00"/>
              </a:highlight>
              <a:latin typeface="+mn-ea"/>
            </a:endParaRPr>
          </a:p>
          <a:p>
            <a:r>
              <a:rPr kumimoji="1" lang="ja-JP" altLang="en-US" sz="1100" dirty="0">
                <a:highlight>
                  <a:srgbClr val="FFFF00"/>
                </a:highlight>
                <a:latin typeface="+mn-ea"/>
              </a:rPr>
              <a:t>●仕様：</a:t>
            </a:r>
            <a:endParaRPr kumimoji="1" lang="en-US" altLang="ja-JP" sz="1100" dirty="0">
              <a:highlight>
                <a:srgbClr val="FFFF00"/>
              </a:highlight>
              <a:latin typeface="+mn-ea"/>
            </a:endParaRPr>
          </a:p>
          <a:p>
            <a:r>
              <a:rPr kumimoji="1" lang="ja-JP" altLang="en-US" sz="1100" dirty="0">
                <a:latin typeface="+mn-ea"/>
              </a:rPr>
              <a:t>・</a:t>
            </a:r>
            <a:r>
              <a:rPr kumimoji="1" lang="en-US" altLang="ja-JP" sz="1100" dirty="0">
                <a:latin typeface="+mn-ea"/>
              </a:rPr>
              <a:t>20</a:t>
            </a:r>
            <a:r>
              <a:rPr kumimoji="1" lang="ja-JP" altLang="en-US" sz="1100" dirty="0">
                <a:latin typeface="+mn-ea"/>
              </a:rPr>
              <a:t>個モバイルバッテリー同時充電可能</a:t>
            </a:r>
            <a:endParaRPr kumimoji="1" lang="en-US" altLang="ja-JP" sz="1100" dirty="0">
              <a:latin typeface="+mn-ea"/>
            </a:endParaRPr>
          </a:p>
          <a:p>
            <a:r>
              <a:rPr kumimoji="1" lang="ja-JP" altLang="en-US" sz="1100" dirty="0">
                <a:latin typeface="+mn-ea"/>
              </a:rPr>
              <a:t>・充電時間設定可能</a:t>
            </a:r>
            <a:endParaRPr kumimoji="1" lang="en-US" altLang="ja-JP" sz="1100" dirty="0">
              <a:latin typeface="+mn-ea"/>
            </a:endParaRPr>
          </a:p>
          <a:p>
            <a:r>
              <a:rPr kumimoji="1" lang="ja-JP" altLang="en-US" sz="1100" dirty="0">
                <a:latin typeface="+mn-ea"/>
              </a:rPr>
              <a:t>・</a:t>
            </a:r>
            <a:r>
              <a:rPr kumimoji="1" lang="en-US" altLang="ja-JP" sz="1100" dirty="0">
                <a:latin typeface="+mn-ea"/>
              </a:rPr>
              <a:t>9,500</a:t>
            </a:r>
            <a:r>
              <a:rPr kumimoji="1" lang="ja-JP" altLang="en-US" sz="1100" dirty="0">
                <a:latin typeface="+mn-ea"/>
              </a:rPr>
              <a:t>元（</a:t>
            </a:r>
            <a:r>
              <a:rPr lang="en-US" altLang="ja-JP" sz="1100" b="0" i="0" dirty="0">
                <a:solidFill>
                  <a:srgbClr val="000000"/>
                </a:solidFill>
                <a:effectLst/>
                <a:latin typeface="Meiryo" panose="020B0604030504040204" pitchFamily="50" charset="-128"/>
                <a:ea typeface="Meiryo" panose="020B0604030504040204" pitchFamily="50" charset="-128"/>
              </a:rPr>
              <a:t>9,500</a:t>
            </a:r>
            <a:r>
              <a:rPr lang="ja-JP" altLang="en-US" sz="1100" b="0" i="0" dirty="0">
                <a:solidFill>
                  <a:srgbClr val="000000"/>
                </a:solidFill>
                <a:effectLst/>
                <a:latin typeface="Meiryo" panose="020B0604030504040204" pitchFamily="50" charset="-128"/>
                <a:ea typeface="Meiryo" panose="020B0604030504040204" pitchFamily="50" charset="-128"/>
              </a:rPr>
              <a:t>元 </a:t>
            </a:r>
            <a:r>
              <a:rPr lang="en-US" altLang="ja-JP" sz="1100" b="0" i="0" dirty="0">
                <a:solidFill>
                  <a:srgbClr val="000000"/>
                </a:solidFill>
                <a:effectLst/>
                <a:latin typeface="Meiryo" panose="020B0604030504040204" pitchFamily="50" charset="-128"/>
                <a:ea typeface="Meiryo" panose="020B0604030504040204" pitchFamily="50" charset="-128"/>
              </a:rPr>
              <a:t>× 20</a:t>
            </a:r>
            <a:r>
              <a:rPr lang="ja-JP" altLang="en-US" sz="1100" b="0" i="0" dirty="0">
                <a:solidFill>
                  <a:srgbClr val="000000"/>
                </a:solidFill>
                <a:effectLst/>
                <a:latin typeface="Meiryo" panose="020B0604030504040204" pitchFamily="50" charset="-128"/>
                <a:ea typeface="Meiryo" panose="020B0604030504040204" pitchFamily="50" charset="-128"/>
              </a:rPr>
              <a:t>円</a:t>
            </a:r>
            <a:r>
              <a:rPr lang="en-US" altLang="ja-JP" sz="1100" b="0" i="0" dirty="0">
                <a:solidFill>
                  <a:srgbClr val="000000"/>
                </a:solidFill>
                <a:effectLst/>
                <a:latin typeface="Meiryo" panose="020B0604030504040204" pitchFamily="50" charset="-128"/>
                <a:ea typeface="Meiryo" panose="020B0604030504040204" pitchFamily="50" charset="-128"/>
              </a:rPr>
              <a:t>/</a:t>
            </a:r>
            <a:r>
              <a:rPr lang="ja-JP" altLang="en-US" sz="1100" b="0" i="0" dirty="0">
                <a:solidFill>
                  <a:srgbClr val="000000"/>
                </a:solidFill>
                <a:effectLst/>
                <a:latin typeface="Meiryo" panose="020B0604030504040204" pitchFamily="50" charset="-128"/>
                <a:ea typeface="Meiryo" panose="020B0604030504040204" pitchFamily="50" charset="-128"/>
              </a:rPr>
              <a:t>元 </a:t>
            </a:r>
            <a:r>
              <a:rPr lang="en-US" altLang="ja-JP" sz="1100" b="0" i="0" dirty="0">
                <a:solidFill>
                  <a:srgbClr val="000000"/>
                </a:solidFill>
                <a:effectLst/>
                <a:latin typeface="Meiryo" panose="020B0604030504040204" pitchFamily="50" charset="-128"/>
                <a:ea typeface="Meiryo" panose="020B0604030504040204" pitchFamily="50" charset="-128"/>
              </a:rPr>
              <a:t>= 190,000</a:t>
            </a:r>
            <a:r>
              <a:rPr lang="ja-JP" altLang="en-US" sz="1100" b="0" i="0" dirty="0">
                <a:solidFill>
                  <a:srgbClr val="000000"/>
                </a:solidFill>
                <a:effectLst/>
                <a:latin typeface="Meiryo" panose="020B0604030504040204" pitchFamily="50" charset="-128"/>
                <a:ea typeface="Meiryo" panose="020B0604030504040204" pitchFamily="50" charset="-128"/>
              </a:rPr>
              <a:t>円</a:t>
            </a:r>
            <a:r>
              <a:rPr kumimoji="1" lang="ja-JP" altLang="en-US" sz="1100" dirty="0">
                <a:latin typeface="+mn-ea"/>
              </a:rPr>
              <a:t>）</a:t>
            </a:r>
            <a:endParaRPr kumimoji="1" lang="en-US" altLang="ja-JP" sz="1100" dirty="0">
              <a:latin typeface="+mn-ea"/>
            </a:endParaRPr>
          </a:p>
        </p:txBody>
      </p:sp>
      <p:pic>
        <p:nvPicPr>
          <p:cNvPr id="11" name="图片 16">
            <a:extLst>
              <a:ext uri="{FF2B5EF4-FFF2-40B4-BE49-F238E27FC236}">
                <a16:creationId xmlns:a16="http://schemas.microsoft.com/office/drawing/2014/main" id="{00000000-0008-0000-0100-000004000000}"/>
              </a:ext>
            </a:extLst>
          </p:cNvPr>
          <p:cNvPicPr>
            <a:picLocks noChangeAspect="1"/>
          </p:cNvPicPr>
          <p:nvPr/>
        </p:nvPicPr>
        <p:blipFill rotWithShape="1">
          <a:blip r:embed="rId3"/>
          <a:srcRect r="9257"/>
          <a:stretch/>
        </p:blipFill>
        <p:spPr>
          <a:xfrm>
            <a:off x="3624484" y="2878981"/>
            <a:ext cx="1224929" cy="1791614"/>
          </a:xfrm>
          <a:prstGeom prst="rect">
            <a:avLst/>
          </a:prstGeom>
        </p:spPr>
      </p:pic>
      <p:sp>
        <p:nvSpPr>
          <p:cNvPr id="13" name="吹き出し: 四角形 12">
            <a:extLst>
              <a:ext uri="{FF2B5EF4-FFF2-40B4-BE49-F238E27FC236}">
                <a16:creationId xmlns:a16="http://schemas.microsoft.com/office/drawing/2014/main" id="{30EFE61F-0268-F9C1-3EF3-D0893F507318}"/>
              </a:ext>
            </a:extLst>
          </p:cNvPr>
          <p:cNvSpPr/>
          <p:nvPr/>
        </p:nvSpPr>
        <p:spPr>
          <a:xfrm>
            <a:off x="5416647" y="2180400"/>
            <a:ext cx="3167965" cy="1384995"/>
          </a:xfrm>
          <a:prstGeom prst="wedgeRectCallout">
            <a:avLst>
              <a:gd name="adj1" fmla="val 15411"/>
              <a:gd name="adj2" fmla="val -63347"/>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6B9469A5-893D-7CFE-023A-826C3BA14DDA}"/>
              </a:ext>
            </a:extLst>
          </p:cNvPr>
          <p:cNvPicPr>
            <a:picLocks noChangeAspect="1"/>
          </p:cNvPicPr>
          <p:nvPr/>
        </p:nvPicPr>
        <p:blipFill>
          <a:blip r:embed="rId4"/>
          <a:srcRect l="10093" t="35651" r="13518" b="2341"/>
          <a:stretch/>
        </p:blipFill>
        <p:spPr>
          <a:xfrm>
            <a:off x="5529217" y="2292208"/>
            <a:ext cx="3005667" cy="1224126"/>
          </a:xfrm>
          <a:prstGeom prst="rect">
            <a:avLst/>
          </a:prstGeom>
        </p:spPr>
      </p:pic>
      <p:sp>
        <p:nvSpPr>
          <p:cNvPr id="14" name="テキスト ボックス 22">
            <a:extLst>
              <a:ext uri="{FF2B5EF4-FFF2-40B4-BE49-F238E27FC236}">
                <a16:creationId xmlns:a16="http://schemas.microsoft.com/office/drawing/2014/main" id="{0FD57C5A-4880-0A3B-C5D3-5B4FA529337A}"/>
              </a:ext>
            </a:extLst>
          </p:cNvPr>
          <p:cNvSpPr txBox="1"/>
          <p:nvPr/>
        </p:nvSpPr>
        <p:spPr>
          <a:xfrm>
            <a:off x="5416647" y="3565395"/>
            <a:ext cx="2223246"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200" dirty="0">
                <a:latin typeface="+mn-ea"/>
              </a:rPr>
              <a:t>実際にラインで使用しているもの</a:t>
            </a:r>
            <a:endParaRPr kumimoji="1" lang="en-US" altLang="ja-JP" sz="1200" dirty="0">
              <a:latin typeface="+mn-ea"/>
            </a:endParaRPr>
          </a:p>
        </p:txBody>
      </p:sp>
      <p:sp>
        <p:nvSpPr>
          <p:cNvPr id="3" name="テキスト ボックス 22">
            <a:extLst>
              <a:ext uri="{FF2B5EF4-FFF2-40B4-BE49-F238E27FC236}">
                <a16:creationId xmlns:a16="http://schemas.microsoft.com/office/drawing/2014/main" id="{7713A801-0126-74B5-4BBF-601E303987A9}"/>
              </a:ext>
            </a:extLst>
          </p:cNvPr>
          <p:cNvSpPr txBox="1"/>
          <p:nvPr/>
        </p:nvSpPr>
        <p:spPr>
          <a:xfrm>
            <a:off x="4829958" y="4379927"/>
            <a:ext cx="1598551"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050" dirty="0">
                <a:latin typeface="+mn-ea"/>
              </a:rPr>
              <a:t>モバイルバッテリー充電箱</a:t>
            </a:r>
            <a:endParaRPr kumimoji="1" lang="en-US" altLang="ja-JP" sz="1050" dirty="0">
              <a:latin typeface="+mn-ea"/>
            </a:endParaRPr>
          </a:p>
        </p:txBody>
      </p:sp>
      <p:sp>
        <p:nvSpPr>
          <p:cNvPr id="4" name="テキスト ボックス 22">
            <a:extLst>
              <a:ext uri="{FF2B5EF4-FFF2-40B4-BE49-F238E27FC236}">
                <a16:creationId xmlns:a16="http://schemas.microsoft.com/office/drawing/2014/main" id="{40AD4129-19EE-7426-CF3B-9562C92A2126}"/>
              </a:ext>
            </a:extLst>
          </p:cNvPr>
          <p:cNvSpPr txBox="1"/>
          <p:nvPr/>
        </p:nvSpPr>
        <p:spPr>
          <a:xfrm>
            <a:off x="5608449" y="618022"/>
            <a:ext cx="1598551"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050" dirty="0">
                <a:latin typeface="+mn-ea"/>
              </a:rPr>
              <a:t>マシン横に受け治具作成</a:t>
            </a:r>
            <a:endParaRPr kumimoji="1" lang="en-US" altLang="ja-JP" sz="1050" dirty="0">
              <a:latin typeface="+mn-ea"/>
            </a:endParaRPr>
          </a:p>
        </p:txBody>
      </p:sp>
    </p:spTree>
    <p:extLst>
      <p:ext uri="{BB962C8B-B14F-4D97-AF65-F5344CB8AC3E}">
        <p14:creationId xmlns:p14="http://schemas.microsoft.com/office/powerpoint/2010/main" val="4204115076"/>
      </p:ext>
    </p:extLst>
  </p:cSld>
  <p:clrMapOvr>
    <a:masterClrMapping/>
  </p:clrMapOvr>
</p:sld>
</file>

<file path=ppt/theme/theme1.xml><?xml version="1.0" encoding="utf-8"?>
<a:theme xmlns:a="http://schemas.openxmlformats.org/drawingml/2006/main" name="1_Kyocera">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yocera_PPT_Template_Japan(MeiryoUI)4x3_201811.potx" id="{EBBBF10A-5D16-4655-BB44-36D0C07C1D5E}" vid="{04B8678D-C13C-4913-9230-62439671662E}"/>
    </a:ext>
  </a:extLst>
</a:theme>
</file>

<file path=ppt/theme/theme2.xml><?xml version="1.0" encoding="utf-8"?>
<a:theme xmlns:a="http://schemas.openxmlformats.org/drawingml/2006/main" name="Kyocera_Japan(4x3_MeiryoUI)">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3" id="{19D18298-A2B6-4E10-89F1-9E3DDF730DE7}" vid="{07362564-ABFF-4EB9-9308-DB64CB3CDB16}"/>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3CA083B8DB51741A8DB47DA6A11AEE6" ma:contentTypeVersion="2" ma:contentTypeDescription="新しいドキュメントを作成します。" ma:contentTypeScope="" ma:versionID="f23c45ffc2438e122c6e98466a90a4a8">
  <xsd:schema xmlns:xsd="http://www.w3.org/2001/XMLSchema" xmlns:p="http://schemas.microsoft.com/office/2006/metadata/properties" xmlns:ns2="78095035-884a-425b-938a-8844bacb68cc" targetNamespace="http://schemas.microsoft.com/office/2006/metadata/properties" ma:root="true" ma:fieldsID="39af7f0f1b73ecf7ac5f3b5e80dc415d" ns2:_="">
    <xsd:import namespace="78095035-884a-425b-938a-8844bacb68cc"/>
    <xsd:element name="properties">
      <xsd:complexType>
        <xsd:sequence>
          <xsd:element name="documentManagement">
            <xsd:complexType>
              <xsd:all>
                <xsd:element ref="ns2:_x8cc7__x6599__x540d_" minOccurs="0"/>
              </xsd:all>
            </xsd:complexType>
          </xsd:element>
        </xsd:sequence>
      </xsd:complexType>
    </xsd:element>
  </xsd:schema>
  <xsd:schema xmlns:xsd="http://www.w3.org/2001/XMLSchema" xmlns:dms="http://schemas.microsoft.com/office/2006/documentManagement/types" targetNamespace="78095035-884a-425b-938a-8844bacb68cc" elementFormDefault="qualified">
    <xsd:import namespace="http://schemas.microsoft.com/office/2006/documentManagement/types"/>
    <xsd:element name="_x8cc7__x6599__x540d_" ma:index="8" nillable="true" ma:displayName="資料名" ma:format="RadioButtons" ma:internalName="_x8cc7__x6599__x540d_">
      <xsd:simpleType>
        <xsd:restriction base="dms:Choice">
          <xsd:enumeration value="1.会社案内冊子（日・英）"/>
          <xsd:enumeration value="2.会社案内パワーポイント（日・英）"/>
          <xsd:enumeration value="3.会社案内VTR（日・英）"/>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ma:readOnly="true"/>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_x8cc7__x6599__x540d_ xmlns="78095035-884a-425b-938a-8844bacb68cc">2.会社案内パワーポイント（日・英）</_x8cc7__x6599__x540d_>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5FB008-50A9-4607-9436-E3B16E036D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8095035-884a-425b-938a-8844bacb68cc"/>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2435F899-08BB-4995-A46E-218D71B1190D}">
  <ds:schemaRefs>
    <ds:schemaRef ds:uri="http://schemas.openxmlformats.org/package/2006/metadata/core-properties"/>
    <ds:schemaRef ds:uri="http://purl.org/dc/dcmitype/"/>
    <ds:schemaRef ds:uri="78095035-884a-425b-938a-8844bacb68cc"/>
    <ds:schemaRef ds:uri="http://schemas.microsoft.com/office/2006/documentManagement/types"/>
    <ds:schemaRef ds:uri="http://purl.org/dc/elements/1.1/"/>
    <ds:schemaRef ds:uri="http://schemas.microsoft.com/office/2006/metadata/properties"/>
    <ds:schemaRef ds:uri="http://purl.org/dc/terms/"/>
    <ds:schemaRef ds:uri="http://www.w3.org/XML/1998/namespace"/>
  </ds:schemaRefs>
</ds:datastoreItem>
</file>

<file path=customXml/itemProps3.xml><?xml version="1.0" encoding="utf-8"?>
<ds:datastoreItem xmlns:ds="http://schemas.openxmlformats.org/officeDocument/2006/customXml" ds:itemID="{D0F47C10-6F12-4361-AFAA-94D35BF0070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32067</TotalTime>
  <Words>1725</Words>
  <Application>Microsoft Office PowerPoint</Application>
  <PresentationFormat>画面に合わせる (16:9)</PresentationFormat>
  <Paragraphs>309</Paragraphs>
  <Slides>17</Slides>
  <Notes>2</Notes>
  <HiddenSlides>8</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17</vt:i4>
      </vt:variant>
    </vt:vector>
  </HeadingPairs>
  <TitlesOfParts>
    <vt:vector size="25" baseType="lpstr">
      <vt:lpstr>CIDFont+F1</vt:lpstr>
      <vt:lpstr>Meiryo UI</vt:lpstr>
      <vt:lpstr>Meiryo</vt:lpstr>
      <vt:lpstr>游ゴシック</vt:lpstr>
      <vt:lpstr>Arial</vt:lpstr>
      <vt:lpstr>Wingdings</vt:lpstr>
      <vt:lpstr>1_Kyocera</vt:lpstr>
      <vt:lpstr>Kyocera_Japan(4x3_MeiryoUI)</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システム概要</vt:lpstr>
      <vt:lpstr>PowerPoint プレゼンテーション</vt:lpstr>
      <vt:lpstr>PowerPoint プレゼンテーション</vt:lpstr>
      <vt:lpstr>PowerPoint プレゼンテーション</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Nakata，Masaki(中田晶己)</dc:creator>
  <cp:lastModifiedBy>Goto，Tsubasa(後藤翼)</cp:lastModifiedBy>
  <cp:revision>1080</cp:revision>
  <cp:lastPrinted>2023-03-27T02:08:12Z</cp:lastPrinted>
  <dcterms:created xsi:type="dcterms:W3CDTF">2019-03-27T04:45:13Z</dcterms:created>
  <dcterms:modified xsi:type="dcterms:W3CDTF">2026-06-05T09:36:36Z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0x010100D3CA083B8DB51741A8DB47DA6A11AEE6</vt:lpwstr>
  </property>
</Properties>
</file>